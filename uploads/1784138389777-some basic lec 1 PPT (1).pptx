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notesSlides/notesSlide3.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4.xml" ContentType="application/vnd.openxmlformats-officedocument.presentationml.notesSlide+xml"/>
  <Override PartName="/ppt/ink/ink11.xml" ContentType="application/inkml+xml"/>
  <Override PartName="/ppt/ink/ink12.xml" ContentType="application/inkml+xml"/>
  <Override PartName="/ppt/notesSlides/notesSlide5.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6.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notesSlides/notesSlide9.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10.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11.xml" ContentType="application/vnd.openxmlformats-officedocument.presentationml.notesSlide+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321"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4" r:id="rId16"/>
    <p:sldId id="275" r:id="rId17"/>
    <p:sldId id="276" r:id="rId18"/>
    <p:sldId id="278" r:id="rId19"/>
    <p:sldId id="279" r:id="rId20"/>
    <p:sldId id="280" r:id="rId21"/>
    <p:sldId id="281" r:id="rId22"/>
    <p:sldId id="282" r:id="rId23"/>
    <p:sldId id="283"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258" r:id="rId50"/>
    <p:sldId id="311" r:id="rId51"/>
    <p:sldId id="312" r:id="rId52"/>
    <p:sldId id="313" r:id="rId53"/>
    <p:sldId id="314" r:id="rId54"/>
    <p:sldId id="315" r:id="rId55"/>
    <p:sldId id="316" r:id="rId56"/>
    <p:sldId id="317" r:id="rId57"/>
    <p:sldId id="318" r:id="rId58"/>
    <p:sldId id="319" r:id="rId59"/>
    <p:sldId id="320" r:id="rId60"/>
    <p:sldId id="310"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0" d="100"/>
          <a:sy n="110" d="100"/>
        </p:scale>
        <p:origin x="492" y="192"/>
      </p:cViewPr>
      <p:guideLst/>
    </p:cSldViewPr>
  </p:slideViewPr>
  <p:notesTextViewPr>
    <p:cViewPr>
      <p:scale>
        <a:sx n="1" d="1"/>
        <a:sy n="1" d="1"/>
      </p:scale>
      <p:origin x="0" y="0"/>
    </p:cViewPr>
  </p:notesTextViewPr>
  <p:sorterViewPr>
    <p:cViewPr varScale="1">
      <p:scale>
        <a:sx n="100" d="100"/>
        <a:sy n="100" d="100"/>
      </p:scale>
      <p:origin x="0" y="-1038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8:50:01.478"/>
    </inkml:context>
    <inkml:brush xml:id="br0">
      <inkml:brushProperty name="width" value="0.05292" units="cm"/>
      <inkml:brushProperty name="height" value="0.05292" units="cm"/>
      <inkml:brushProperty name="color" value="#FF0000"/>
    </inkml:brush>
  </inkml:definitions>
  <inkml:trace contextRef="#ctx0" brushRef="#br0">23028 16712 454 0,'0'0'5'0,"0"0"-3"0,0 0 2 0,0 0 3 0,0 0-1 0,0 0-6 0,0 0 1 16,-15 17 4-16,15-12-2 15,0-1 1-15,1-1 1 16,-1 0 3-16,2-2 4 16,-2-1 1-16,0 2 14 0,0-2 0 15,0 0 3-15,0 1 2 16,0-1-1-16,0 0-9 16,0 0-10-16,0 0-6 15,0 1-2-15,0-1-4 16,0 0-19-16,0 0-86 15,0 0-80-15</inkml:trace>
  <inkml:trace contextRef="#ctx0" brushRef="#br0" timeOffset="1501.415">21391 16277 371 0,'0'0'3'0,"0"0"1"0,0 0 3 0,0 0 4 0,0 0 0 16,0 0-2-16,-25 52-3 0,25-44-4 15,1 1-2-15,7-3 0 16,1-1-17-16,2 0-84 15,-8-5-95-15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8:50:49.201"/>
    </inkml:context>
    <inkml:brush xml:id="br0">
      <inkml:brushProperty name="width" value="0.05292" units="cm"/>
      <inkml:brushProperty name="height" value="0.05292" units="cm"/>
      <inkml:brushProperty name="color" value="#FFC000"/>
    </inkml:brush>
  </inkml:definitions>
  <inkml:trace contextRef="#ctx0" brushRef="#br0">22977 10939 51 0,'0'0'12'0,"0"0"-1"0,0 0 19 16,94 16-2-16,-64-16 2 0,0 0-7 15,1 0-7 1,-3 0 2-16,5 0 2 0,-3 0 3 16,1 0 4-16,4-6-6 15,-1 1 3-15,4 0-9 16,0-1-4-16,-1 1-3 15,4-1 1-15,0 4 4 16,-3 0 3-16,-1 0 2 16,-1 0-1-16,-2-4-1 15,1 4 1-15,2 1-2 16,-3-2 1-16,2-1 1 16,3-1 0-16,-3 1-2 15,4-2-6-15,-2 2-1 16,0 1-2-16,-2-2-3 15,2-1 1-15,-3 1-2 0,-3 0 1 16,3 0 1 0,-1-1 0-16,2 2-2 0,0 0 3 15,-2 1-3-15,3 1 1 16,2 1-2-16,-3 0 1 16,1 1-2-16,-1 0 2 15,1-3 1-15,-1 3-1 16,0 0-2-16,3-3 1 15,4 0 0-15,-3-1 0 16,4 0-1-16,-4-1 2 16,-1 5-2-16,-3-1 0 15,-1 1 1-15,1 0-1 0,0 0 0 16,0 0 1-16,-2 0 0 16,-1 1 1-16,1 4 10 15,1-1-5-15,-1 0 5 16,0-1-3-16,-2 0-1 15,2 1 0-15,-4-3 0 16,4 2 2-16,-4-1-1 16,-2 1 0-16,6-2 0 15,1 2-1-15,0-2 1 16,3 1-1-16,2-1 2 16,3-1-2-16,1 2-1 15,-1-2-2-15,-3 1-4 16,1-1 3-16,-2 0-1 15,3 0-3-15,0 0 1 16,1 0-1-16,2 0 1 0,1 0-1 16,-2 0 2-16,-1 3-1 15,0-1-1-15,-2 1 1 16,-1-1-1-16,2-1 2 16,-3 0-2-16,1 1 1 15,1-1 0-15,1 1 2 16,2-1 1-16,-3 0-1 15,0 1-1-15,-2 0 1 16,-2-2 4-16,1 0 0 16,-2 0 2-16,5 0 0 15,-1 0-2-15,2 0 4 16,0 0 1-16,-1 0 3 0,3 0-3 16,-6 0-1-16,2 0 4 15,-2 0-7-15,-1 0 5 16,-1 0 0-16,0-2-1 15,-1 0 3-15,-5 0 2 16,-2-1-3-16,-6 0-1 16,-3 0-6-16,-7 0-1 15,-6 1-3-15,-3-2-2 16,0 1 2-16,-3 0-1 16,0-3-2-16,-10-5-21 15,-20-3-139-15,-15-7-136 16</inkml:trace>
  <inkml:trace contextRef="#ctx0" brushRef="#br0" timeOffset="2429.685">5378 11126 312 0,'0'0'4'0,"0"0"7"0,-88-98 29 0,52 66 9 15,5-4 17-15,-6 2-6 16,-2-1-22-16,0 2 1 15,0-2-8-15,-4 4-3 16,3 2 1-16,-5 3 10 16,0 3-3-16,-1 3-20 15,-5 7 4-15,-4 6-1 16,0 4 1-16,-5 3-3 16,-1 0-1-16,-5 4 9 15,2 10-11-15,-6 5-2 16,-6 4-3-16,1 3 1 15,2 0 0-15,5 3 7 0,2 2-3 16,3 0-13 0,1-3 3-16,-1 3-3 0,2-2 11 15,0 3-1 1,-2 0-3-16,0 3-4 0,1 2-3 16,-4 0 6-16,6 4-4 15,1 4-2-15,-1 0 0 16,3 6 2-16,2 3-3 15,0 1 5-15,-2 6-4 16,5 5 1-16,4 0-2 16,11-3 1-16,6-3-1 15,8-8 2-15,2 1-2 0,5 1 1 16,4 2 0 0,0 3 4-16,2 3 0 0,1-2 0 15,1-2 0-15,5-3-4 16,3-1 4-16,0-5-5 15,3 0 5-15,11-2-3 16,5 0 0-16,-1-4-1 16,6 0 3-16,1-1-1 15,11 0-2-15,7 3 2 16,8-1 2-16,13-3-2 16,-1-1 1-16,4-8 0 15,1-3-3-15,3-4 2 16,6-8-1-16,1-4-1 15,4-11 2-15,0-2 1 16,3-2-1-16,0-17-1 0,6-7 0 16,3-3 1-16,0-3 2 15,6-7-5-15,-3-2 2 16,-1-3-2-16,-7-3 1 16,-4 0 0-16,3 1-1 15,-6-5 0-15,-3-4 1 16,0-6 0-16,-4-2 0 15,-2-1 1-15,-6-1-2 16,-1 2 1-16,-8-2 1 16,-2-3-1-16,0-1 2 15,-1 0-3-15,2-2 1 16,-5 2-1-16,-9-3 1 0,-8 3-1 16,-10 1 0-16,-9 5 0 15,-13 0 0-15,-3 2 2 16,-6-3-2-16,-22 2 2 15,-14 3-1-15,-10 2 0 16,-2 3 0-16,2 4-1 16,4 6 0-16,5 2-1 15,6 2 1-15,-1 7 0 16,-2 1 5-16,0 7 4 16,1 2-5-16,-7 7 3 15,1 6 5-15,-6 1-8 16,-1 3 5-16,-5 2 2 15,5 1-2-15,-3 0 0 0,7 1 1 16,-1-1 1 0,10-2-2-16,3 3 0 0,6 0-3 15,7 1-1-15,2 1-2 16,12-2-2-16,0 2 1 16,0-1-1-16,6 1-1 15,0 0 0-15,-3 0-4 16,3 1-30-16,-6 21-25 15,-3 12-22-15,3 9-13 16,3 10-68-16,6 2-91 16,0 1-144-16</inkml:trace>
  <inkml:trace contextRef="#ctx0" brushRef="#br0" timeOffset="7234.299">20564 11967 481 0,'0'0'8'0,"0"0"-3"0,0 0-1 16,0 0 2-16,0 0-1 16,0 0 11-16,0 0 23 15,0 0-16-15,83 37-6 16,-43-31-2-16,2-2 6 16,8 0 10-16,1-1-6 15,10 0-3-15,6-3-9 16,5 0-1-16,1 0 2 15,6 0-2-15,-3-3 4 16,3-4 1-16,-1-3-3 0,2-1 3 16,-1-2 2-16,-2-1 7 15,-6 1-11-15,1 1-5 16,-4 1-4-16,-3 4-1 16,-4 0-2-16,-9 6 0 15,-7 0 1-15,-9 1-1 16,-6 0-1-16,-4 0 2 15,-6 0-3-15,-2 0-1 16,-4 0 1-16,-6 0 0 16,-2 0-1-16,-4 0 1 15,-2 0 0-15,0 0-1 16,0 0-8-16,0-2-59 16,-5-1-47-16,-20-8-146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8:51:21.024"/>
    </inkml:context>
    <inkml:brush xml:id="br0">
      <inkml:brushProperty name="width" value="0.05292" units="cm"/>
      <inkml:brushProperty name="height" value="0.05292" units="cm"/>
      <inkml:brushProperty name="color" value="#FFC000"/>
    </inkml:brush>
  </inkml:definitions>
  <inkml:trace contextRef="#ctx0" brushRef="#br0">13290 4164 53 0,'0'0'28'0,"0"0"21"0,0 0-6 16,0 0 2-16,0 0 5 16,0 0-4-16,0 0-11 15,55 0 6-15,-46 0-5 16,-3 0-16-16,-2 0-14 0,1 0-3 15,-2 0 1-15,0 0 2 16,0 0 16-16,4 0 16 16,-1 0-6-16,5 5 7 15,2 3 4-15,4-1-5 16,5-4 1-16,8-1-4 16,7-2-6-16,9 0 12 15,8-16-9-15,4-4-10 16,2-4-7-16,0-3 1 15,-2-1-6-15,1 2-4 16,1-4 2-16,1 3-1 16,0-5 0-16,2 2-3 0,4-3 2 15,-1 1 2-15,-2 0 0 16,-6 0-2-16,-4 2-1 16,-11 3 2-16,-7 3-3 15,-8 9-1-15,-10 5 0 16,-7 4-3-16,-7 6 0 15,-2 0 0-15,-2 0-3 16,0 0-34-16,-5 4-15 16,-10 8-85-16,-1-6-56 15,1-6-60-15</inkml:trace>
  <inkml:trace contextRef="#ctx0" brushRef="#br0" timeOffset="426.951">14506 3588 446 0,'0'0'36'0,"0"0"-21"0,0 0 13 0,0 0-17 15,0 0 36-15,0 0 15 16,39 50-15-16,-17-35-4 16,3-1-9-16,5-2-8 15,3-9-4-15,0-1-9 16,0-2-4-16,2 0-6 15,-5-10 4-15,-3-1-5 16,-8-1 1-16,-5 0-1 16,-7 1 1-16,-3-1-1 15,-4 4 3-15,0 2 1 0,0 2 0 16,0 1 11-16,-8 3-4 16,-1 0-7-16,-4 10 3 15,1 13-4-15,-4 11 3 16,2 6 10-16,2 6 10 15,0 2 5-15,7-1-4 16,1-3-2-16,4-4-13 16,0-5-5-16,0-4-4 15,0-6-1-15,0-5-1 16,0-6-3-16,6-4 0 16,2-3-49-16,3-7-67 15,-3 0-125-15,-2-17-328 16</inkml:trace>
  <inkml:trace contextRef="#ctx0" brushRef="#br0" timeOffset="2098.191">15749 3563 690 0,'0'0'101'0,"0"0"41"0,0 0-57 0,0 0-60 15,0 0-17-15,0 0 42 16,-2 110-9-16,18-59-4 16,-1 5-4-16,0-4-12 15,-3-7 1-15,1-1-9 16,-2-7-9-16,0-7 1 16,-3-5-4-16,-2-6 2 15,-3-7-3-15,0-4-2 0,-1-8-32 16,-2 0-20-1,0-15-14-15,-3-11-88 0,-8-10 48 16,0-5-31-16,-3-4 33 16,2-2 29-16,0 1 48 15,3 1 29-15,-3 6 11 16,9 7 36-16,-1 5 15 16,2 9 11-16,2 5-2 15,0 5-3-15,0 5-7 16,0 3-22-16,5 0-29 15,13 1 17-15,3 11 21 16,4-1-17-16,3 3 8 0,2-1 0 16,-1 0-10-1,-1 3-10-15,-3-3-5 0,-3 1-5 16,-2-2-4-16,-1-4-1 16,-5-1 1-16,-1-3-2 15,-2-4 0-15,-4 0 1 16,-1 0 0-16,-2-18 2 15,-1-9 0-15,-3-6-1 16,0-3-2-16,0-4 0 16,0 2-3-16,0 1 0 15,-3 5 2-15,-1 4-2 16,0 8 0-16,1 6 2 16,1 4 3-16,1 5 15 15,1 1-7-15,0 3-1 16,0 1-12-16,0 0-7 0,0 0-5 15,14 14 12-15,3 5 7 16,2 3 8-16,1 2 3 16,-1 2 6-16,0-1-4 15,-2 3-1-15,-1 0-6 16,-4 5-2-16,2-5-8 16,-5 1 0-16,1-1-2 15,2-6 0-15,-3-3-1 16,2-4-15-16,-1-10-40 15,2-5-59-15,3-4-63 16,3-26-95-16,-1-13-360 16</inkml:trace>
  <inkml:trace contextRef="#ctx0" brushRef="#br0" timeOffset="2550.47">16497 3311 728 0,'0'0'88'0,"0"0"40"0,0 0-57 15,0 0-43-15,-82 41-11 16,65-5-1-16,3 2 2 16,5 0-12-16,6-6-4 15,3-3 2-15,0-8-4 16,3-3-5-16,9-4 1 16,4-4 1-16,-2-6 3 15,1-4 5-15,1 0-5 0,-1-7-21 16,-1-11 2-16,-4-4 2 15,0-6 10-15,-1 0 7 16,0-1 0-16,0 0 0 16,-1 5 2-16,-4 6 5 15,1 7 6-15,-2 5 7 16,0 3-2-16,1 3-5 16,3 0-9-16,3 0 7 15,2 12 16-15,4 3 4 16,-1 8 1-16,3-2-8 15,-5 0-7-15,2 3 2 16,-1-2-11-16,-3-2 0 16,0-2-7-16,-4-6 3 15,-2 2-2-15,-1-5-2 0,2-2-2 16,-4-6-22-16,1-1-51 16,1 0-46-16,1-11-105 15,-2-15-243-15</inkml:trace>
  <inkml:trace contextRef="#ctx0" brushRef="#br0" timeOffset="2940.433">16925 3124 622 0,'0'0'67'0,"0"0"92"0,0 0-20 0,0 0-57 0,0 0-48 15,0 0-34-15,-50-43 0 16,34 66 0-16,2 5 3 0,2 2 10 15,5 0-6 1,7-5-7-16,0-1-1 0,1-4 0 16,14-3-1-16,-1-3-5 15,2-6-1-15,-1-1 8 16,3-2 6-16,-3-3-1 16,1 1 0-16,-1 0-3 15,0 1-1-15,-1 2-1 16,-3-1 0-16,0 6-1 15,-5 0 0-15,0 3-1 16,-4 0 2-16,-2 1 9 16,0 2-2-16,0 0 6 0,-8 0-3 15,-6-1-3-15,0-1-2 16,0-2-2-16,-1-6-3 16,3-3-14-16,3-4-46 15,4 0-19-15,5-6-122 16,0-16-281-16</inkml:trace>
  <inkml:trace contextRef="#ctx0" brushRef="#br0" timeOffset="3373.721">17230 3011 628 0,'0'0'103'0,"0"0"54"0,0 0-33 16,0 0-53-16,-9-75-32 15,3 72-24-15,-2 3-15 16,-2 0-11-16,1 6 11 16,2 11 16-16,4 4-13 15,3 2-3-15,0 0-2 16,4-2 2-16,8-1-3 16,5-1 3-16,-2-6 0 15,5 0-10-15,1-8 10 16,2 0 4-16,1-4 8 15,2-1-6-15,3 0-4 16,2 0 0-16,0 0 2 16,-1 0-2-16,-8 0 3 15,0 4 2-15,-9 2 3 0,-4 1-9 16,-6 2 1-16,-3 4 3 16,0 6 14-16,-9 2 12 15,-12 3-8-15,-7 2-9 16,-2 3-8-16,2-4-4 15,-2-3 1-15,9-6-2 16,1-5-1-16,4-5-1 16,6-6-32-16,2 0-62 15,4-18-191-15</inkml:trace>
  <inkml:trace contextRef="#ctx0" brushRef="#br0" timeOffset="4092.011">18161 2835 692 0,'0'0'82'0,"0"0"111"0,0 0-45 15,0 0-35-15,0 0-54 0,0 0-17 16,-19-41-15 0,6 21-13-16,-3-5-11 0,-3-4 1 15,-4 4-4-15,0-4 0 16,2 3-1-16,1 2-2 16,4 0-5-16,1 10 3 15,2 3-6-15,4 3 1 16,-1 6 3-16,3-1-9 15,3 1-2-15,-1 1 2 16,4 1-9-16,-4 0 5 16,-1 0-22-16,2 0-12 15,-3 1 21-15,-1 11-1 16,-1 6 20-16,0 3 6 16,0 6 7-16,3 0 1 15,0 4-1-15,6 1-1 0,0 1 2 16,0-3 0-16,9 3 0 15,6-6-2-15,1-3 1 16,5 0 1-16,0-6-10 16,2-3-22-16,0-7 17 15,1-5 11-15,0-3 2 16,-3 0 4-16,-3-9 0 16,-3-8-1-16,0-5 2 15,-5-1 0-15,-2-5 0 16,-3-3 3-16,-2-3-5 15,-1-3 2-15,1-2 4 16,-3-3-1-16,5-1-1 16,-5 2-1-16,3 3-2 15,-3 9-1-15,0 3 5 0,0 6 5 16,0 5-6-16,1 4 6 16,1 4-4-16,2 0 0 15,-1 3-7-15,1 1 0 16,4 3-1-16,-1 0-8 15,1 0-54-15,-2 11-153 16,-2-1-340-16</inkml:trace>
  <inkml:trace contextRef="#ctx0" brushRef="#br0" timeOffset="4792.22">17762 3927 746 0,'0'0'57'0,"0"0"59"0,0 0-24 16,0 0-73-16,0 0 1 15,0 0-15-15,-80 102 0 0,80-60 2 16,0-2-2-16,13-7 0 15,4-4 0-15,1-9-4 16,-3-8 4-16,-1-6-5 16,3-6 0-16,-1-6 1 15,-1-18 22-15,0-7-10 16,-4-7-6-16,-4-2-5 16,-4-1 11-16,-3 3 4 15,0 3 2-15,0 2 8 16,-4 4 2-16,-7 6-3 15,4 5-2-15,-3 5-6 16,3 6-8-16,1 4-10 0,0 3-2 16,-2 0-2-1,-1 3-4-15,-2 14 4 0,-2 6 1 16,4 2-55-16,7-2-73 16,2-8-28-16,0-8-313 15</inkml:trace>
  <inkml:trace contextRef="#ctx0" brushRef="#br0" timeOffset="5070.031">18185 3651 916 0,'0'0'135'16,"0"0"17"-16,0 0-80 15,0 0-44-15,0 0-20 16,0 0-8-16,-63 70 6 0,51-34 2 15,5 1-7-15,5-3 2 16,2-1-1-16,0-5 2 16,0-7-4-16,11-1 1 15,3-8-1-15,-1-2 0 16,4-6 0-16,1-4-3 16,9 0-18-16,2-11-19 15,2-9-47-15,3-9-43 16,-1-4-74-16,-6-6-288 15</inkml:trace>
  <inkml:trace contextRef="#ctx0" brushRef="#br0" timeOffset="5652.1">18408 3543 612 0,'0'0'197'16,"0"0"-59"-16,0 0-11 16,0 0-32-16,0 0-82 15,0 0-6-15,-47 41 0 16,47-9 5-16,0 0-5 15,15-3-5-15,4-1 5 16,2-3-6-16,0-6 2 16,2-5-3-16,-3-7-27 15,1-7-42-15,-4 0-5 16,2-9-43-16,-2-17-36 16,0-7-17-16,-3-6-4 15,-2-2 40-15,-6 1 94 0,-2 4 40 16,-4 10 87-1,0 8 128-15,0 9 8 0,0 3-12 16,0 4-51-16,0 2-89 16,0 0-71-16,0 8 11 15,5 10-11-15,6 5 24 16,3 0-1-16,2 0-2 16,1-4-7-16,-1-2-5 15,-2-5-8-15,-1-5-1 16,-3-7 1-16,3 0 6 15,0-7 8-15,-3-13-6 16,5-7-2-16,-4-5-7 16,-7-4-2-16,1 1-8 15,-1 6 2-15,-2 4 8 0,-2 12 1 16,0 5-1-16,0 6 8 16,0 2-5-16,4 0-3 15,3 13-26-15,5 4 26 16,3 3 5-16,2-4-2 15,2-1 1-15,2-6-1 16,3-7 2-16,6-2 0 16,1 0 5-16,5-24-10 15,-1-4-14-15,-2-7-64 16,-3-5-42-16,-9-6-73 16,-9-2-202-16</inkml:trace>
  <inkml:trace contextRef="#ctx0" brushRef="#br0" timeOffset="5939.069">19062 3061 105 0,'0'0'480'0,"0"0"-365"0,0 0 57 15,0 0-87-15,0 0-84 16,0 0 10-16,-18 17-9 16,32 4 18-16,1 3 8 15,-1 2 25-15,5 3 2 16,0 3 7-16,-2 1-8 15,-3 0-11-15,0 4-1 16,0 0-6-16,-1-2-15 16,0-1-10-16,-1-3-3 0,4-4-3 15,-1-5 0 1,0-5-4-16,-5-8-1 0,0-4 0 16,-6-3-16-16,3-2-56 15,-7-4-35-15,0-13-61 16,0-12-166-16</inkml:trace>
  <inkml:trace contextRef="#ctx0" brushRef="#br0" timeOffset="6222.065">19080 3061 643 0,'0'0'88'16,"0"0"5"-1,0 0-19-15,-7-73-26 0,15 59-23 16,7 4-14-16,3 5 1 16,0 5-5-16,5 0-7 15,-4 10-2-15,-3 11 2 16,-2 6 5-16,-5 4 1 16,-8-1 2-16,-1 3 0 15,0-1-6-15,-10-6 11 16,-2 0-13-16,1-8 3 15,4-3-14-15,5-6-23 16,2-8-138-16,0-1-239 0</inkml:trace>
  <inkml:trace contextRef="#ctx0" brushRef="#br0" timeOffset="6472.206">19386 2959 309 0,'0'0'307'16,"0"0"-120"-16,0 0-51 16,0 0-89-16,0 0-44 15,0 0 21-15,22 41 17 16,-6-16-6-16,0 3 5 16,-2 2-17-16,0-2-1 15,-2-2-11-15,-5 0-3 16,-4-4-1-16,-3-6-7 0,0 0-45 15,0-8-48 1,0-8-88-16,0 0-156 0</inkml:trace>
  <inkml:trace contextRef="#ctx0" brushRef="#br0" timeOffset="6613.309">19244 2777 815 0,'0'0'12'0,"0"0"61"16,0 0-73-16,0 0-17 16,0 0-42-16,69 86-311 0</inkml:trace>
  <inkml:trace contextRef="#ctx0" brushRef="#br0" timeOffset="6959.027">19707 2955 320 0,'0'0'402'0,"0"0"-212"15,4-82-52-15,2 54-42 16,6-1-53-16,-2-2-18 16,-2 8-7-16,2 1 5 15,-8 5-10-15,1 7-6 0,-3 6 0 16,0 2-7-1,0 2-6-15,-7 5-15 0,-9 17 21 16,0 6 14-16,0 6-12 16,8 6 0-16,-1 1 0 15,9 1-1-15,0 0 3 16,0-8-2-16,0-4 5 16,12-9-7-16,3-5-2 15,4-9-1-15,7-7-12 16,0 0-42-16,3-16-60 15,1-10-106-15,-3-10-355 16</inkml:trace>
  <inkml:trace contextRef="#ctx0" brushRef="#br0" timeOffset="7303.35">20039 2528 816 0,'0'0'102'15,"0"0"22"-15,0 0-47 16,0 0-41-16,0 0-29 15,-83 31-7-15,75 2 0 16,8 2 1-16,0-2-2 16,0-2 0-16,15-6 0 15,8-2-3-15,-4-6-6 16,4-2 9-16,-3-4-6 16,1-2 7-16,-1-1 7 15,-4-1-2-15,-1 0-3 16,-2-1 4-16,-7 1-2 0,3 2 21 15,-7-1 2-15,1 4 10 16,-3 3-6-16,0 2 8 16,0 1 2-16,-11 1-16 15,-2-1-4-15,-4-1-10 16,-3-1-4-16,-3 3-3 16,-4 3-4-16,-1-3-27 15,-2 1-112-15,-6-6-188 16</inkml:trace>
  <inkml:trace contextRef="#ctx0" brushRef="#br0" timeOffset="8009.397">19671 4230 591 0,'0'0'90'0,"0"0"98"0,0 0-59 0,3-82-40 0,-3 68-28 16,-3 6-16-16,-7 2-18 15,0 6-27-15,-5 0-13 16,-2 14 13-16,-4 13 12 16,4 5-3-16,4 4-9 15,10-2 0-15,3 1 0 0,0-4 0 16,10-4-3-16,5-6-15 16,8-7 0-16,0-7 3 15,2-3 3-15,1-4 12 16,-2 0 0-16,-5 2 1 15,-4 1 0-15,-1 4-1 16,-7 3-4-16,-2 5 4 16,-4 5 0-16,-1 1 7 15,0 1 2-15,-6-3 6 16,-8-1 0-16,1-2-1 16,-6-2 0-16,-2-3-3 15,-4-1-6-15,-4-4-2 16,0-6 5-16,-1 0-2 0,1 0-1 15,3-6-2 1,0-12-3-16,7-7-2 0,4-4-23 16,12-2-29-16,3-1-53 15,8 1-129-15,14-2-459 16</inkml:trace>
  <inkml:trace contextRef="#ctx0" brushRef="#br0" timeOffset="8404.987">19889 4124 795 0,'0'0'50'0,"0"0"70"0,0 0-83 0,0 0-8 0,-36 95-14 16,36-65-3-16,4-2-3 15,10-3-4-15,0-4 3 16,0-3-7-16,1-6-1 15,-6-4 0-15,2-5-8 16,3-3-5-16,-2 0 13 16,1-11 10-16,1-8-10 15,-3-4-5-15,3-3 2 16,-3-3 3-16,-2-1 2 16,-3 0 2-16,-5 1 4 15,-1-1 16-15,0 7 39 0,0 4 13 16,-10 1-19-1,-4 5-32-15,1 4-10 0,0 6-15 16,-5 3-3-16,0 0-8 16,3 3 11-16,0 10-2 15,6 0-26-15,3-1-70 16,6-2-41-16,0-7-60 16,10-3-341-16</inkml:trace>
  <inkml:trace contextRef="#ctx0" brushRef="#br0" timeOffset="9035.66">20108 3948 924 0,'0'0'94'0,"0"0"-9"16,0 0-41 0,0 0 17-16,0 0 7 0,34 76-27 15,-22-52-24-15,-1 2-10 16,-1-7-2-16,-1 1-2 15,-2-3 2-15,-1-4-4 16,-4-4-2-16,-1-5-8 16,-1-4-11-16,0 0-2 15,0-4-6-15,-3-14-22 16,-4-3 13-16,0-1 15 16,2-1 22-16,5 3 0 15,0 2 2-15,0 4 12 16,0 4-2-16,0 3 0 15,12 6-12-15,0 1-1 0,7 0 1 16,-1 4 1-16,2 8 2 16,-4 4 0-16,-1 0 0 15,-5-1-1-15,-2-2-2 16,-2 0 5-16,-2-7-2 16,-2 1-3-16,-2-5-2 15,0-2-24-15,0 0 10 16,0-3-10-16,-6-14-41 15,-3-5-11-15,3-4 18 0,1-3 60 16,5-1 4 0,0 0 3-16,0 4 7 0,2 3 1 15,7 4 9 1,0 5-9-16,3 4-2 0,1 3-4 16,-1 6 3-16,3 1 1 15,1 0 0-15,-2 10 22 16,2 11 5-16,-2 3-2 15,-3 0 9-15,-3 0-12 16,-5 1-8-16,2-2-1 16,-4-1-12-16,-1-2-8 15,0-3 0-15,0-3-6 16,0-4-14-16,0-2-71 16,0-4-125-16,0-4-261 15</inkml:trace>
  <inkml:trace contextRef="#ctx0" brushRef="#br0" timeOffset="9410.13">20630 3886 583 0,'0'0'98'0,"0"0"65"0,33-80-38 0,-22 47-42 0,-1-2-18 16,-4 1-2-16,-3 1-14 15,-3 5-3-15,0 4-11 16,0 6-19-16,-3 4-7 0,-2 7-9 16,-5 2-5-1,2 5-3-15,-5 0-15 0,3 9 22 16,-1 9 0-16,2 6 1 16,7 3 0-16,2 5 2 15,0 5 1-15,0-2 6 16,2-4 7-16,12-5 4 15,2-5-3-15,2-7-9 16,3-4-5-16,-1-8-2 16,2-2 11-16,8-4-3 15,4-15-5-15,3-5-4 16,-3 0-47-16,1-4-66 16,-9-3-63-16,-11-5-262 15</inkml:trace>
  <inkml:trace contextRef="#ctx0" brushRef="#br0" timeOffset="10491.094">21372 3087 346 0,'0'0'91'0,"0"0"61"0,0 0-30 0,0 0-57 15,0 0 7 1,0 0-22-16,-24 7-4 0,12 6-16 16,-1 4-12-16,-1 4-4 15,5 0-7-15,2 2-4 16,7-5-1-16,0 2-2 16,0-6 0-16,14-3-5 15,3-2-7-15,4-4 12 16,0-3 12-16,-3 1 2 15,2 1-8-15,-3 2-4 0,-4 2-4 16,-4 3-1 0,-4 6 3-16,-4 1 0 0,-1 2 22 15,0 0 13-15,-7 0 0 16,-7-2 5-16,-5 0-8 16,-3-3-9-16,-1-1-4 15,-2-5-4-15,4-4-3 16,3-4-3-16,0-1-1 15,4 0-8-15,3-14-4 16,3-8-55-16,8-10-66 16,0-7-95-16,12-4-317 15</inkml:trace>
  <inkml:trace contextRef="#ctx0" brushRef="#br0" timeOffset="10761.294">21518 3018 573 0,'0'0'272'0,"0"0"-116"0,0 0-44 0,0 0-70 15,0 0-39-15,0 0 3 16,21 52 24-16,-5-19-4 16,-1 1 10-16,3 5-8 15,0-2 1-15,-6 1-3 16,0-3-18-16,-5-4-6 15,1-4 2-15,-5-4 1 16,0-8-5-16,-2-6-26 16,-1-5-28-16,3-4-24 15,-3 0-37-15,0-4-22 16,0-13-204-16</inkml:trace>
  <inkml:trace contextRef="#ctx0" brushRef="#br0" timeOffset="11045.855">21561 2935 245 0,'0'0'439'0,"0"0"-333"16,0 0-8-16,0 0-41 16,0 0-36-16,0 0-9 15,46-68-1-15,-19 68 2 16,-3 0-2-16,3 4 3 0,-6 12 12 15,-6 6-9-15,-3 5-11 16,-9 4 0-16,-3 5 7 16,0-1 14-16,-15 0-23 15,-2-2 1-15,0-6 5 16,-3-1-10-16,8-7-10 16,5-8-116-16,7-7-159 15,0-4-271-15</inkml:trace>
  <inkml:trace contextRef="#ctx0" brushRef="#br0" timeOffset="11504.581">21959 2887 741 0,'0'0'41'16,"0"0"135"-16,-84 0-82 15,54 17-37-15,4 5-25 16,8 3-17-16,4 4-6 15,9-2-5-15,5-1 0 16,0-3-4-16,12-3-1 16,1-3 1-16,7-3-2 15,-4-7 2-15,-1-2-8 16,5-5 4-16,-1 0-2 16,0-8-2-16,-1-12-13 15,3-2 7-15,-3-6 0 0,-2 3 7 16,-1-1 7-16,-3 2 1 15,-3 3 3-15,-3 4-1 16,-3 5 24-16,-3 5 13 16,0 5 9-16,0 0-10 15,0 2-15-15,4 0-24 16,1 0 0-16,2 4 0 16,3 11 6-16,3 0 2 15,-1 5 8-15,-2-2-8 16,2-1-1-16,-4-3-1 15,2 1-4-15,-3-7 2 16,-1-1-4-16,-1-4-12 16,0-3-38-16,2 0-69 15,0-8-118-15,2-14-167 0</inkml:trace>
  <inkml:trace contextRef="#ctx0" brushRef="#br0" timeOffset="12035.762">22273 2687 761 0,'0'0'178'16,"0"0"-57"-16,0 0-40 0,0 0-53 15,0 0-19-15,0 0-3 16,-51 80 1-16,51-45 5 16,0 1-5-16,0-3 2 15,10 0 4-15,3-6-4 16,1-7-5-16,0-5-4 0,2-10-5 15,2-5 5-15,4 0 12 16,1-9 0-16,2-14-8 16,-2-4-4-16,-1 2 0 15,-3-5 0-15,-2 1 1 16,-2 4 0-16,-5-1 0 16,-1-1 1-16,-3 5 2 15,-5-1-1-15,-1 0 15 16,0 1 15-16,0 5-16 15,0-1-3-15,0 6-2 0,0 4-4 16,-5 4-8 0,0 2 0-16,2 2-7 0,-4 0-3 15,2 11 10-15,-4 12 1 16,3 4 2-16,3 4-2 16,3 4-1-16,0-2 0 15,0-4 0-15,6-1 0 16,9-8 2-16,2-5-1 15,2-6 1-15,2-7 8 16,-2-2 2-16,7-5-1 16,-1-13-4-16,5-5 1 15,1-2-8-15,-1-2 1 16,-2 3-3-16,-11 4-26 16,-10 5-86-16,-7 3-192 15</inkml:trace>
  <inkml:trace contextRef="#ctx0" brushRef="#br0" timeOffset="24545.536">4356 8359 107 0,'0'0'447'0,"0"0"-447"0,0 0 8 0,0 0 23 16,7 79 11 0,-2-59 20-16,7-3-10 0,0 0-4 15,0-3-3-15,-3-4-7 16,1-2-1-16,-2-5-8 15,-4 0 2-15,2-3-4 16,7 0 1-16,10-11 7 16,14-26 11-16,17-23-9 15,17-20-24-15,12-16-4 16,8-5-6-16,3 5-3 16,-3 11-16-16,-11 13-167 15,-26 14-430-15</inkml:trace>
  <inkml:trace contextRef="#ctx0" brushRef="#br0" timeOffset="39039.294">3085 11431 564 0,'0'0'7'0,"-116"-27"-7"0,56 16 5 16,3 1 3-16,2 0 1 15,4 2 11-15,-1-1-5 16,1 4 5-16,-4 0-5 16,-3 5 0-16,-2 0-1 15,1 0-2-15,-7 9-6 16,2 7-1-16,-8 5 2 15,-2 2 4-15,-4 11-5 16,-1 4 5-16,-2 4-3 16,-1 7 6-16,-1-1-2 15,5 0 1-15,7-5 3 16,17-5-3-16,9 1 1 16,11-3-4-16,-2 7-4 15,9 7-4-15,-4 10-2 16,7 6 0-16,0 6 1 0,0 3 0 15,8 1-1-15,1 5 0 16,0 3 0-16,6 2 1 16,6 6 0-16,3 5 4 15,0 9-1-15,0 0 6 16,15 4 9-16,6-4-1 16,1-3-4-16,9-4-6 15,-1-8 2-15,6-3 1 16,0-6 2-16,6-3-5 15,7-3-2-15,15-4-1 0,8 0 1 16,10-4 0 0,7-5 3-16,2-5-3 0,-1-7-1 15,2-4 1-15,4-7-1 16,-4 0-1-16,1-5-1 16,-2-7-1-1,-2-5 6-15,-1-3-4 0,2-9 1 16,4-4-4-16,3-7 3 15,3-7 0-15,-2-17-2 16,-2-10-1-16,-5-5 1 16,1-5 0-16,-7 1 1 15,-1-2-3-15,-5-5 3 16,3-9-3-16,1-2 1 16,0-3 2-16,0 0 0 15,2 3-1-15,3-2 0 0,-1-4-1 16,-2-6-1-1,-9-3 1-15,-9-1-2 0,-6-3 2 16,-9-2-1-16,-10-3 1 16,-9 0-1-16,-6-3 2 15,-15-7-1-15,-12-3 0 16,0 1 0-16,-15-3 2 16,-15 4-3-16,-6 1 1 15,-10 2 0-15,4 3 0 16,-7 4-1-16,1 1 3 15,-7 7-1-15,1 1-2 16,-10 5 2-16,-5 2 4 16,-2-3-3-16,1 2-1 15,1 3 2-15,2 9 2 0,3 7-2 16,1 5 7-16,5 3-7 16,0 3 14-16,1 3-12 15,2 5 4-15,0 2 10 16,4 3-15-16,-1 3 2 15,0 2-2-15,2 7 3 16,1 0-1-16,1 8 2 16,-7 5 3-16,3 1 1 15,-3 2-9-15,-1 0 4 16,4 0-1-16,3 7-2 16,7 0 2-16,5 4-4 15,1-2-3-15,8 2 1 16,-2 5-1-16,0-2 1 0,6 2-1 15,-1 0 0-15,4 0 0 16,5-2 0-16,5-3 0 16,4-3-1-16,4-1-2 15,3 1-23-15,0 2-39 16,21-2-53-16,10 1-41 16,11-9-162-16,4 2-270 15</inkml:trace>
  <inkml:trace contextRef="#ctx0" brushRef="#br0" timeOffset="40119.979">3853 13960 404 0,'0'0'13'0,"0"0"28"0,0 0 8 16,0 0 7-16,0 0-40 16,0 0 30-16,-10 32 21 0,25-12-9 15,4 0-9 1,-2 2 1-16,2 3-14 0,3-1 3 16,-2 10-8-16,7 2-4 15,-2 5-1-15,2 3-1 16,1 2-4-16,-1 2 1 15,1 1-2-15,-1-2-4 16,0-3-4-16,-3-2-5 16,1-5-3-16,-4-6-1 15,0-6 0-15,-3-7-2 16,-3-3-1-16,0-5 0 16,-8-6 3-16,-2-3-3 15,-2 1 3-15,-3-2-2 0,0 0 6 16,0 0 2-16,0 0-9 15,0 0-11-15,-9-2-52 16,-3-3-26-16,-9-1-70 16,0 3-127-16,-3 2-234 15</inkml:trace>
  <inkml:trace contextRef="#ctx0" brushRef="#br0" timeOffset="40381.223">4004 14666 484 0,'0'0'57'0,"0"0"-35"0,0 0 2 0,0 0 0 16,0 0 26-16,0 0 1 16,58 12-18-16,-31-8-6 15,1 1-5-15,2-3-1 16,4 1-14-16,-1-1-1 15,-3-1-2-15,-3-1-2 16,-4 0-1-16,0 0-1 16,-2 0-57-16,0-11-114 15,-6-8 12-15,-3-3-122 16</inkml:trace>
  <inkml:trace contextRef="#ctx0" brushRef="#br0" timeOffset="40665.816">4416 14334 519 0,'0'0'50'0,"0"0"-35"16,0 0 48-16,0 0 12 15,0 93-21-15,4-70-9 16,7-4 4-16,-4-1-3 15,2 1-8-15,0-4-10 16,-3 1-8-16,0-2-9 16,0-1-1-16,-3-2-7 0,0 0 3 15,3-2-3-15,-3-2-3 16,-2-1-12-16,2-1-74 16,-3 0-83-16,0-5-222 15</inkml:trace>
  <inkml:trace contextRef="#ctx0" brushRef="#br0" timeOffset="41514.615">4932 15227 344 0,'0'0'161'0,"0"0"-103"0,0 0 12 0,0 0-9 15,-78-45-10-15,65 44-15 16,4 1-15-16,0 0-8 0,0 13-7 15,0 12-5 1,3 5-1-16,0 0 1 0,6 3-1 16,0-2 0-16,0-2 2 15,9-3 4-15,3-5-3 16,0-4-1-16,3-6-2 16,1-1 1-16,-2-4-2 15,2-1 4-15,1 1 0 16,-3-2-1-16,0 1 4 15,2-1-6-15,-4 2 2 16,3 1-2-16,-1 2 0 16,-5 1 0-16,1 2 1 0,-4 3 2 15,-6-1-1 1,0 2 1-16,0 1 5 0,0 1-1 16,-16 0 1-1,-1 1-3-15,-1-4-3 0,0-6 2 16,-1-2 0-16,3-5 1 15,-2-2-2-15,0 0-2 16,1 0 0-16,1-12-2 16,2-8-2-16,8-1-42 15,1-5-126-15,5-2-44 16,0 0-48-16</inkml:trace>
  <inkml:trace contextRef="#ctx0" brushRef="#br0" timeOffset="41762.116">5020 15249 449 0,'0'0'82'0,"0"0"-40"0,0 0 16 16,0 0 19-16,0 0-12 15,0 0-23-15,67 47-15 16,-49-30-9-16,2 0-8 15,-3-2-4-15,-3-1-4 16,1 1 0-16,-5-7 1 16,-1 2-3-16,-8-8-17 15,1-2-81-15,-2 0-102 0,0-2-66 16</inkml:trace>
  <inkml:trace contextRef="#ctx0" brushRef="#br0" timeOffset="41904.443">4998 15108 392 0,'0'0'1'16,"0"0"-2"-16,0 0-60 16,0 0-33-16</inkml:trace>
  <inkml:trace contextRef="#ctx0" brushRef="#br0" timeOffset="42331.764">5190 15055 390 0,'0'0'105'0,"0"0"3"15,0 0 12-15,43 88-30 16,-32-66-31-16,7-1-19 16,-5-3-18-16,2-1-10 15,-6-4-5-15,6-3-3 16,-8-3-1-16,1-3-2 15,-7-2 0-15,-1-2-1 16,0 0-1-16,0 0-1 16,-1-6-24-16,-11-9-19 0,-3-5 26 15,3-3-19-15,2 0 37 16,2-4-6-16,2 0 7 16,5 4 1-16,1 0 8 15,0 7 6-15,0 3-3 16,6 3 4-16,8 4-3 15,0 2 3-15,11 4 1 16,-1 0-6-16,4 4 3 16,0 8-1-16,0 2-3 15,-3 0-2-15,-1 0-2 16,-2 0-2-16,-7 0-1 16,0-3-3-16,-1-2 0 15,-5-2-9-15,-1-7-75 0,3 0-48 16,3-18-84-16,-1-12 57 15,-4-8-72-15</inkml:trace>
  <inkml:trace contextRef="#ctx0" brushRef="#br0" timeOffset="42555.965">5591 14763 494 0,'0'0'152'0,"0"0"19"0,0 0-82 0,0 0-3 0,0 0-74 16,0 0-11-16,-74 70 6 15,74-41-6-15,0-7-2 16,9 1 1-16,4-5 0 0,4-4 0 16,-4-2 0-16,-1-7-10 15,1-3-36-15,-5-2-34 16,2-2-11-16,-5-16 12 16,2-7-42-16,-4 0-3 15,-3-1-41-15,0 0-42 16</inkml:trace>
  <inkml:trace contextRef="#ctx0" brushRef="#br0" timeOffset="42953.45">5591 14763 168 0,'9'3'210'16,"-10"-3"-89"-16,1 0-102 15,0 7 7-15,3 8 42 16,9 5 11-16,1 3-33 16,10 2 2-16,-1-1-15 15,6 5 6-15,2 4-11 16,3 1-4-16,3 4-5 0,0 0-3 15,1 1-10 1,-1 0 0-16,-5-7-4 0,2-1 0 16,-6-4 0-16,-4-4 1 15,-6-5 0-15,-2 0-3 16,-6-4 6-16,-2-1-1 16,-4-4 0-16,-3-3 5 15,0 2 8-15,0-3 2 16,-10 2 1-16,-6-1-11 15,-6-2-6-15,0-1-1 16,-3-3 1-16,-5 0 0 16,5 0 2-16,-5-10-5 0,-3-2 3 15,5-2-1 1,-2-4 1-16,7 0-2 0,1-3-2 16,4-2 0-16,3-6-1 15,2-8-4-15,7-12 0 16,1-9-92-16,5-9-143 15,0 0-164-15</inkml:trace>
  <inkml:trace contextRef="#ctx0" brushRef="#br0" timeOffset="43245.65">5711 14472 441 0,'0'0'190'0,"0"0"-98"0,0 0 12 0,0 0-25 15,0 0-2-15,0 0-53 16,-53-6-21-16,64 32 11 16,10 7 13-16,4 3 4 15,5 1 2-15,1 6 0 16,5 2 4-16,0-2-3 16,-3 1-9-16,-2-4 0 15,-4-6-8-15,-3-2-6 16,-8-7-7-16,2-7 0 15,-6-2-1-15,-3-8-3 16,-2-3 0-16,-4-4-41 0,-1-1-63 16,-2 0-139-1,0-9-200-15</inkml:trace>
  <inkml:trace contextRef="#ctx0" brushRef="#br0" timeOffset="43604.839">6094 14800 75 0,'0'0'524'0,"0"0"-462"15,6-106 68-15,-6 64-58 16,0 1-25-16,0 1-16 16,-4 2-17-16,-11 5-3 15,1 8 2-15,-3 9 4 16,0 8-17-16,1 8 8 0,-2 0 5 15,1 18-5-15,2 9-8 16,5 6 0-16,7-1-5 16,3 2 4-16,0 2 1 15,13-3 9-15,7-2 13 16,5-6 5-16,2-4-6 16,4-8 1-16,-4-9-5 15,3-4-12-15,-3 0 2 16,-2-7 0-16,3-12-3 15,2-6-2-15,-1-4-2 16,2 2-99-16,-1 2-104 16,-5 3-359-16</inkml:trace>
  <inkml:trace contextRef="#ctx0" brushRef="#br0" timeOffset="44116.618">6133 15793 49 0,'0'0'756'0,"0"0"-755"0,0 0 37 0,0 0 56 15,0 0-52-15,0 0-41 16,-18 17 14-16,42 14 8 0,6 4 31 16,4 6-29-1,3-2 5-15,-1 2-3 0,0-2-6 16,-3-3-10-16,-3-4-2 16,-5-5-2-16,-7-4-6 15,-3-7 2-15,-6-4-1 16,-6-4-2-16,0-4-4 15,-3-4-45-15,0 0-7 16,0 0-24-16,0-17-101 16,-11-5-119-16,-12-3-144 15</inkml:trace>
  <inkml:trace contextRef="#ctx0" brushRef="#br0" timeOffset="44409.998">6121 15839 340 0,'0'0'28'16,"0"0"13"-16,0-83 57 15,12 53-77-15,6 4 15 16,0 2-15-16,4 4-8 16,-1 13-4-16,0 6 0 15,0 1 17-15,-2 11-6 16,-2 11-20-16,-3 6 27 15,-6 5 29-15,-2 6-16 0,-6 3-14 16,0 3-2 0,0-2-10-16,-6-3-3 0,1-11-6 15,4-7-5-15,1-11-5 16,0-5-49-16,0-6-71 16,3-4-156-16</inkml:trace>
  <inkml:trace contextRef="#ctx0" brushRef="#br0" timeOffset="44941.225">6297 15531 675 0,'0'0'60'0,"0"0"-15"15,0 0-18-15,0 0 83 16,29 74-45-16,-1-45-24 15,9 2-18-15,-3-5-2 0,1-1-3 16,-4 0-10-16,0-4-2 16,-4-2-1-16,-7-3-1 15,-1-2-1-15,-7-5 1 16,-2-2-3-16,-5-4 0 16,-4-3-1-16,-1 0-1 15,0 0-1-15,0-2-31 16,0-10-17-16,-7-3 29 15,-3-5 1-15,-1 1-9 16,0-4-8-16,1 2 11 16,0 2 26-16,-1-1 1 0,2 1 1 15,0 2 1-15,6 0 1 16,0 2 5-16,3-1 2 16,0 2 2-16,0 2-1 15,8 2-5-15,4 5 2 16,9 5-2-16,1 0 1 15,3 0 7-15,1 10 3 16,8 6 1-16,-3 3-3 16,-5-2-5-16,-1 1-5 15,-4-3 1-15,-6 1-4 16,0-4-2-16,-6-3-1 16,-3-4-15-16,4-3-62 15,-2-2-25-15,-1-9-134 16,1-15 81-16,-4-8-152 0</inkml:trace>
  <inkml:trace contextRef="#ctx0" brushRef="#br0" timeOffset="46035.324">6833 15392 543 0,'0'0'161'0,"0"0"11"0,0 0-24 0,0 0-92 16,0 0-40-16,0 0 19 15,-66 42-34-15,66-6 13 16,0 1-9-16,1-2-5 15,13-3 0-15,4-5-2 16,-3-5 4-16,1-6-4 16,-4-7 1-16,0-8-5 0,-3-1 2 15,2-6-7 1,-1-17 10-16,-6-4-22 0,-1-6-9 16,-3-1 7-16,0 1-7 15,0 1 25-15,0 5 7 16,0 6 0-16,0 6 4 15,-1 4 1-15,1 6 15 16,0 5 7-16,0 0-16 16,0 0-11-16,1 0 2 15,13 12 14-15,4 3 0 16,1 3 8-16,2 2-4 16,1 1-1-16,-1 0-2 15,0-3-10-15,-3-2-1 0,0 0 0 16,-5-5-6-1,-4-4 4-15,-1-4-3 0,-5-2-1 16,1-1-30-16,2 0-32 16,-3-7-45-16,-3-13 9 15,0-3-31-15,0-8-14 16,0-5 36-16,0-4 88 16,0-5 19-16,0 2 35 15,0-1 58-15,0 4 14 16,0 0 6-16,-1 5-21 15,-7 2-7-15,4 13-18 16,-1 2-6-16,-1 9-22 16,2 7-12-16,-2 2-12 15,0 9-9-15,0 15 6 0,5 7-8 16,1 2-4 0,0-3-1-16,10-2-1 0,6-4-1 15,4-6 2-15,2-2 1 16,-1-6 0-16,4-3 1 15,-1-3 2-15,1-1 0 16,-2-2-3-16,-1 4 0 16,-2 0-1-16,-4 5 2 15,-3 1-2-15,-5 3 0 16,-5 3 1-16,-3-3 9 16,0 1-1-16,0-6-3 15,0-3-5-15,0-6 1 16,0 0-1-16,0 0 0 0,0-10-18 15,0-5-12-15,0-4 12 16,0 1 0-16,6-2 10 16,3 1 4-16,-2-4 3 15,-1-2-2-15,5-1 1 16,-4-4 2-16,2-2 0 16,-4-3 0-16,-4 2 0 15,-1 0 1-15,0 0 1 16,0 4 0-16,-7 8 2 15,-5 5 2-15,-2 7 3 16,4 5 1-16,-2 4-10 16,0 0-14-16,0 8 14 0,2 12 3 15,5 4 5 1,5 3-2-16,0 6 9 0,0-1 8 16,14-2 3-16,8-4-4 15,6-5 7-15,2-7 0 16,0-6 7-16,6-8-7 15,-3 0-6-15,1-12-10 16,-1-11 3-16,4-3-10 16,-4-5-5-16,-5 1 1 15,-4 2-2-15,-3 2-15 16,-5-2-35-16,-4 2-90 16,-4-11-106-16,-2-14-551 15</inkml:trace>
  <inkml:trace contextRef="#ctx0" brushRef="#br0" timeOffset="47462.085">9266 11916 714 0,'0'0'30'0,"-80"-56"-12"0,33 31 37 0,0 4-4 16,-1 1-10-16,0 6-6 16,0 7-10-16,-4 1-2 15,1 6-9-15,-4 0-3 16,3 0 11-16,-5 15-19 15,-1 5-2-15,-2 4 1 16,-1 6-1-16,-3 4 2 16,1 6-1-16,-1 6-2 15,0 7 1-15,1 4 1 16,1 1-1-16,0 4-1 16,1 1 2-16,5 4 0 15,5 2 2-15,9 1-1 0,6 5 3 16,8 3 0-16,7 6-3 15,3 5 3-15,5 0 6 16,4-1 3-16,3-1-5 16,6 2-1-16,0 0 0 15,0-2-2-15,10-3 2 16,14-3-3-16,9-5 2 16,12-4 4-16,10-4-5 15,8-6-1-15,4-5 0 16,6-3-2-16,-3-6 3 15,8-9 1-15,2-2-8 16,4-9 7-16,2-4-1 0,1-4-4 16,1 0 2-16,0-7-3 15,1-10-1-15,-1-3 4 16,3 0 0-16,0-13-3 16,3-7 2-16,-3-7-2 15,-6-3-1-15,-2-5 0 16,-3-6 0-16,-2-6 0 15,2-2 0-15,-5-5 0 16,1-2 1-16,-7-9-1 16,-4-4 2-16,-4-5-2 15,-2-2 0-15,-4-4 2 16,-9 0-1-16,-3-4 0 16,-7-3 0-16,-8-2 0 15,-7-3 0-15,-9-6 1 16,-9 3-2-16,-3-3 1 0,0 1-1 15,-15 8 0 1,-7 0 0-16,-8 4 0 0,-7 6 0 16,-8 8 1-16,-6 3 2 15,-1 5 0-15,-6 6 1 16,-3 3 6-16,-5 2 3 16,3 3 1-16,-4-1 2 15,-1 2-10-15,2 4 7 16,2 10-8-16,1 4 4 15,4 8-4-15,-1 10 5 16,-4 5-1-16,-5 7-5 16,3 0 0-16,1 22-4 15,3 7-2-15,6 5 1 0,4 3 2 16,8 0-2 0,4 1 1-16,9-1-3 0,7 0 3 15,6 1-2-15,6 0-8 16,3 2-37-16,9 6-42 15,0-4-88-15,0-12-328 16</inkml:trace>
  <inkml:trace contextRef="#ctx0" brushRef="#br0" timeOffset="48285.728">9748 13955 594 0,'0'0'73'0,"0"0"14"15,0 0 24-15,0 0-11 0,0 0-54 16,0 0-41 0,0 0 34-16,19 61-2 0,13-20-3 15,4 4 12 1,-2 0-13-16,6 3-5 0,-3-1-5 16,-2-2-2-16,-1 0-3 15,-3-4-6-15,-5-4-1 16,-1-6 0-16,-4-4-5 15,-5-5-2-15,-5-5-3 16,4-8 1-16,-8-2 3 16,-4-4-5-16,2-3-15 15,-5 0-19-15,0 0 7 16,0-5-52-16,-9-9-72 16,-15-1-46-16,-4 2-282 15</inkml:trace>
  <inkml:trace contextRef="#ctx0" brushRef="#br0" timeOffset="48541.344">9939 14510 313 0,'0'0'369'16,"0"0"-357"-16,0 0 61 15,0 0 8-15,0 0 9 16,0 0-42-16,37 23-4 15,-16-22-8-15,3-1-1 16,4 0-8-16,-1 0-13 16,2 0-8-16,-4 0-1 15,2 0-3-15,-5 0-2 0,-4 0-6 16,3 0-72-16,-9-7-99 16,3-8-119-16,-6-2-271 15</inkml:trace>
  <inkml:trace contextRef="#ctx0" brushRef="#br0" timeOffset="48743.362">10215 14214 810 0,'0'0'43'16,"0"0"61"-16,0 0-26 15,0 0-10-15,-21 96-17 16,27-70-16-16,7-4-14 0,-1-3-8 15,-1-2-7-15,4-1-2 16,-2 0-4-16,2-1-13 16,2 1-98-16,-6-3-132 15</inkml:trace>
  <inkml:trace contextRef="#ctx0" brushRef="#br0" timeOffset="49223.745">10321 15250 551 0,'0'0'89'0,"0"0"72"0,0 0-53 0,0 0-11 16,0 0-64-16,0 0-30 16,-5 38 36-16,28-3 5 15,5 4-11-15,5 4-2 16,-2 1-9-16,0-5-3 16,-2-4-12-16,-8-1-3 15,1-7-1-15,-7-6-3 16,-3-3 0-16,-3-7-8 15,-4-5-54-15,-2-1-54 16,-3-5-59-16,0 0-81 0</inkml:trace>
  <inkml:trace contextRef="#ctx0" brushRef="#br0" timeOffset="49546.681">10224 15382 654 0,'0'0'18'0,"0"0"16"16,0 0 7-16,6-83-13 15,22 56 6-15,10 4 5 16,11 1-15-16,3 7 2 16,5 5-11-16,1 8 4 15,-4 2-5-15,-5 4 0 16,-12 13 6-16,-4 9 3 0,-6 3-7 15,-12 5 7 1,-11 5 2-16,-4 1-7 0,0 5 0 16,-12 2-3-16,-10-5-7 15,-1-4-5-15,1-8 0 16,6-12-3-16,4-9-16 16,7-9-78-16,1 0-11 15,2-14-126-15</inkml:trace>
  <inkml:trace contextRef="#ctx0" brushRef="#br0" timeOffset="49794.818">10715 15175 479 0,'0'0'265'15,"0"0"-262"-15,0 0 61 16,0 0 50-16,0 0-44 15,62 86-28-15,-30-64-13 16,-4-1-9-16,2-2-5 16,-6-1-7-16,-5-4-2 15,-1-1-4-15,-7-4 0 16,-4-5-2-16,-4-3-33 16,-3-1-75-16,0 0-52 15,-4-1-173-15</inkml:trace>
  <inkml:trace contextRef="#ctx0" brushRef="#br0" timeOffset="49929.291">10643 15031 376 0,'0'0'276'16,"0"0"-276"-16,0 0-36 15,0 0-25-15,0 0-275 16</inkml:trace>
  <inkml:trace contextRef="#ctx0" brushRef="#br0" timeOffset="50303.512">10968 14723 510 0,'0'0'56'15,"0"0"90"-15,0 0-18 16,-95-42-33-16,77 42-49 15,3 0-36-15,6 8-7 16,0 12-2-16,9 7-1 16,0 3 0-16,0 4 6 15,18-1 8-15,0 3 12 16,4-1 1-16,5 2-7 16,0-1-1-16,-2-1 0 15,2 0 4-15,-4-5-2 16,5-1-11-16,-6-4-1 0,4 2-3 15,-4-4-1-15,-4-2 0 16,0-3-3-16,-3-1-2 16,-2-4 1-16,-4-4 0 15,-1-2 1-15,-4-3-2 16,-2-2 0-16,-2-2-30 16,0 0-29-16,0 0-30 15,-2-13-151-15,-14-5-99 16</inkml:trace>
  <inkml:trace contextRef="#ctx0" brushRef="#br0" timeOffset="50471.238">10982 15143 605 0,'0'0'27'15,"0"0"7"-15,0 0-6 16,46-102-17-16,-18 62-11 15,5 0-60-15,-1-2-97 16,-6 2-155-16</inkml:trace>
  <inkml:trace contextRef="#ctx0" brushRef="#br0" timeOffset="50821.077">11202 14512 435 0,'0'0'110'16,"0"0"34"-16,0 0-43 15,0 0-2-15,0 0-52 16,0 0-29-16,-86-5-12 16,86 27 2-16,0 4 6 15,0 7 18-15,8 0 10 16,6 6-9-16,6-1 5 16,2-2-5-16,2 0-1 15,1-2-13-15,1-4 1 16,4-1-7-16,-3-3 0 15,-2-2-7-15,2-1-2 16,-7 0 5-16,0-3-4 16,-2-4-1-16,-3-2-2 0,0-2 0 15,-6-5-1-15,-2 1 1 16,-1-5-2-16,-5-1 0 16,2-2-19-16,-3 0-27 15,0 0-43-15,0-2-42 16,-10-8-190-16,-12-5-279 15</inkml:trace>
  <inkml:trace contextRef="#ctx0" brushRef="#br0" timeOffset="50959.186">11292 14908 551 0,'0'0'66'0,"0"0"-59"16,0 0 1-16,0 0-8 0,21-88-103 15,0 76-183-15</inkml:trace>
  <inkml:trace contextRef="#ctx0" brushRef="#br0" timeOffset="51310.19">11566 14701 365 0,'0'0'70'15,"0"0"86"-15,8-90-27 16,-8 62-38-16,0 4-16 16,0 5-13-16,0 4-23 0,-12 5-19 15,3 5-5-15,-1 5-15 16,-5 0 4-16,0 20 16 16,2 5-17-16,4 3-3 15,4 2 0-15,5 2 0 16,0 0 6-16,0 0 8 15,6-2 1-15,9-3-2 16,3-2-4-16,1-7 0 16,3-4-6-16,-2-5 2 15,2-8-2-15,1-1 0 16,-7 0-3-16,3-6 6 16,-6-10-6-16,3-4-49 15,-7-3-47-15,-2-4-64 0,-5 1-135 16</inkml:trace>
  <inkml:trace contextRef="#ctx0" brushRef="#br0" timeOffset="51644.726">11668 14492 627 0,'0'0'30'0,"0"0"47"15,0 0-56-15,0 0 15 16,0 0-12-16,0 0 10 15,85 51 0-15,-59-35 13 16,-3 4-3-16,1-1 2 16,-6-4-10-16,-4 4-9 0,-7-4-13 15,-4-1 0-15,-3-1 3 16,0 0-8-16,0-3 3 16,-7-3-6-16,-4-4-1 15,-1-3-4-15,0 0-1 16,0-9-3-16,-4-5 0 15,1-7 2-15,0-5-1 16,0-6 2-16,5-5-1 16,5-2-6-16,5 0-46 15,0 7-40-15,15 7-65 16,-1 10-133-16,0 4-177 16</inkml:trace>
  <inkml:trace contextRef="#ctx0" brushRef="#br0" timeOffset="52001.245">12007 14489 450 0,'0'0'66'0,"0"0"106"16,3-89-65-16,-3 54 1 15,0 0-47-15,0-1-22 16,0 7-14-16,-9 6-10 15,-6 6-2-15,6 7-1 16,-4 10-12-16,-4 0 1 16,6 19-1-16,-2 10 0 0,6 5-6 15,5 3 2-15,2-2 0 16,0 0 4-16,5-1-1 16,7-3 1-16,4-4 4 15,1-7-2-15,2-6 4 16,0-7-3-16,1-5-2 15,-4-2 2-15,2-2-3 16,1-15 0-16,-4-3-51 16,-1-5-51-16,-5-2-84 15,-5-3-106-15</inkml:trace>
  <inkml:trace contextRef="#ctx0" brushRef="#br0" timeOffset="52630.282">12098 14219 592 0,'0'0'124'0,"0"0"-89"0,0 0 20 16,0 0 48-16,0 0-48 16,26 88-18-16,-9-59 3 15,1-3-10-15,-3-2-7 16,4-3-5-16,-7-5-4 16,-2-5-4-16,-2-4-4 15,-5-4-1-15,-3-3-1 16,0 0-1-16,0-3 11 15,0-14-14-15,0-7-1 16,0-6-12-16,-3-4 1 0,-3-1 7 16,1 4 4-1,1 6 1-15,1 9 0 0,3 6 0 16,0 7-2-16,9 3-3 16,8 0-2-16,3 16 7 15,4 0 0-15,-3 6 7 16,5-3-7-16,-3-6 3 15,3-4 2-15,-5-5-1 16,6-4 0-16,-4-1 0 16,-2-16 2-16,-1-7 0 15,-4-4-4-15,-4-2 0 16,-3-3 1-16,-8-2-1 16,-1-4 2-16,0 1-3 15,-17-3 0-15,-4-1 3 16,1 6-2-16,-1 7-1 0,4 5 1 15,3 12-1-15,5 6 0 16,2 4 0-16,4 2-2 16,1 0 1-16,2 14-3 15,0 10 2-15,0 8 1 16,5 2-1-16,13 3 4 16,1-3-1-16,0-1 5 15,2-6 1-15,1-3-1 16,-3-6-1-16,0-5-1 15,-4-8-2-15,3-5 0 16,-3 0 1-16,1-10 0 16,-4-10-4-16,1-5-38 0,-8-3-118 15,-5-2-265-15</inkml:trace>
  <inkml:trace contextRef="#ctx0" brushRef="#br0" timeOffset="52756.534">12469 13896 349 0,'0'0'416'0,"0"0"-409"0,0 0 11 0,0 0-18 15,0 0-99-15,64-94-322 16</inkml:trace>
  <inkml:trace contextRef="#ctx0" brushRef="#br0" timeOffset="54221.456">11537 15444 548 0,'0'0'79'0,"0"0"28"0,0 0-28 0,0 0-44 15,0 0 62-15,24 112-30 16,3-68-3-16,2-1-18 16,3 1-13-16,-2-2-14 0,1-3-7 15,-3-3-6-15,-4-6-1 16,-3-3-2-16,-5-5-3 16,-1-5 2-16,-3-3 0 15,-7-6-2-15,1-7-10 16,-3-1-41-16,1 0-57 15,-3-16-85-15,-1-5 15 16,0-4-132-16</inkml:trace>
  <inkml:trace contextRef="#ctx0" brushRef="#br0" timeOffset="54513.75">11483 15481 638 0,'0'0'25'16,"0"0"1"-16,0 0 16 15,17-77-7-15,11 60-16 16,10 7-6-16,0 7-1 16,7 3 8-16,-2 3-4 15,-3 14 4-15,-7 9-6 16,-9 5-5-16,-11 6 0 15,-8 1 8-15,-5 0 0 16,0-1-9-16,-8-9-4 0,-1-8-4 16,8-10 0-1,-1-10-59-15,2 0-91 0,0-25-58 16</inkml:trace>
  <inkml:trace contextRef="#ctx0" brushRef="#br0" timeOffset="54969.129">11798 15176 745 0,'0'0'23'0,"0"0"2"16,0 0 88-16,42 99-12 16,-14-70-42-16,2 0-19 15,-2-1 5-15,2 0-21 16,-2-2-7-16,-2-4-5 0,-3-5-8 15,-3-1-1 1,-5-5-1-16,0-3 1 0,-3 0 0 16,-5-4-3-16,-2-3-4 15,-2 1-11-15,-2-2-1 16,-1 0 5-16,0 0 8 16,0-10-22-16,0-6-7 15,-4-4 3-15,1-2 29 16,3-1 2-16,0-1-2 15,0 7 0-15,1-4 0 16,11 4 0-16,3 4 1 16,4 4 1-16,-2 2 5 0,4 6-3 15,-2 1 10-15,2 0-4 16,1 1-2-16,1 9 0 16,-4 0-2-16,0 1-5 15,-2-2 0-15,-2 1-1 16,-5-4-2-16,5-3-61 15,-3-3-137-15,-1-9-16 16,0-13-80-16</inkml:trace>
  <inkml:trace contextRef="#ctx0" brushRef="#br0" timeOffset="55899.085">12384 15015 497 0,'0'0'169'0,"0"0"33"0,0 0-32 0,0 0-76 0,0 0-46 0,0 0-42 15,-39 32 0-15,39 8 7 16,0 0-8-16,9-5-4 16,9-3-1-16,-3-5 0 15,3-4 1-15,-7-6-1 16,2-6-10-16,-7-2-24 16,0-7-7-16,-5-2-4 15,2-1-5-15,2-16 50 16,-4-7-6-16,1-3-3 15,-2 0 4-15,6 1 4 16,-5 1 1-16,-1 7 4 16,3 4 24-16,-3 6 2 0,6 3-5 15,0 5-19-15,9 0 2 16,-1 0 8-16,6 5-9 16,-2 3 4-16,2 2-2 15,-4-3-3-15,-4-1-2 16,2-3-2-16,-3-3 3 15,0 0-1-15,-5 0 5 16,3-14-4-16,-3-8-1 16,-3-4-2-16,-3-8 0 15,0-5 2-15,0-1-4 16,-3 0 3-16,-9 2-1 16,1 4-2-16,-1 5 4 15,4 4 0-15,0 7 17 16,2 8 1-16,3 6-8 0,0 1-3 15,3 3-11-15,0 3-12 16,0 14 12-16,0 6 8 16,9 0-8-16,6 1 0 15,6-2 0-15,1-4 0 16,-1 0 1-16,3-5 1 16,0-5-1-16,-3 1 2 15,-2-3-2-15,-1 1 0 16,-6 0 0-16,0 3-1 15,-6 1-2-15,-6 4-6 16,0-2-7-16,0 0 15 16,0-6 0-16,0-4-4 0,0-3-11 15,0 0 14-15,0-3-8 16,3-13-12-16,6-5 9 16,6-4 10-16,0-1 2 15,1 0 0-15,-4-1 1 16,0 1 0-16,-5-3-1 15,-4 1 0-15,-3-1 1 16,0 4 0-16,0 5 0 16,-9 5 1-16,-4 5-2 15,2 7 1-15,0 3 0 16,2 0 14-16,3 10-7 16,4 8-3-16,2 2 8 15,0 5 3-15,6 0 4 0,10-3-1 16,7-5 14-16,4-6-4 15,6-7 2-15,7-4-4 16,2-10-2-16,3-14-1 16,1-9-16-16,-4-4-7 15,-5 2-1-15,-9 4-38 16,-13 2-151-16,-15 6-635 16</inkml:trace>
  <inkml:trace contextRef="#ctx0" brushRef="#br0" timeOffset="59180.043">22025 7965 957 0,'0'0'17'0,"0"0"-16"0,0 0 10 0,0 0 30 16,0 0 9-16,0 86-14 15,3-74-14-15,3-4-3 0,4-4-4 16,6-4-8-16,9 0 1 16,21-29 51-16,26-22-19 15,26-27-25-15,31-19-9 16,20-17-2-16,15-12-4 16,18-1-11-16,12-4-31 15,-3-6-102-15,-20-1-324 16</inkml:trace>
  <inkml:trace contextRef="#ctx0" brushRef="#br0" timeOffset="66890.977">16066 11743 677 0,'0'0'9'0,"-116"-64"-9"0,56 38 21 0,-6 1 5 0,-2 6-14 16,-7 4 18-16,-5 7-8 15,-4 2 6-15,1 5-1 16,-2 0-5-16,1 1-3 15,-3 0-6-15,-5 0-7 16,-1 4-4-16,-4 7 0 16,-2 2-1-16,0 3 0 15,2-1 4-15,0 5-5 16,-1 2 1-16,-2 8 0 16,-2 7-1-16,7 8 0 15,4 8-1-15,6 12 1 16,6 6 0-16,4 7 0 15,11 8 1-15,9 2 3 0,9 3 8 16,11 3 1-16,14 5 7 16,12 4 4-16,9 5-2 15,2-1-4-15,23 3-5 16,8-6-2-16,10-5 0 16,8-5-5-16,6-10-3 15,4-8 1-15,6-11 2 16,8-10-2-16,14-11 7 15,18-11 10-15,16-7-7 16,13-12-2-16,10-9-11 16,4-5 3-16,3-10-4 15,2-19 3-15,0-9 0 16,2-10 1-16,-1-8 3 16,-5-9-2-16,-2-7-5 0,-13-7 0 15,-8-6 0-15,-8-3 0 16,-12-5 0-16,-12-7 1 15,-14-5 3-15,-10-4-3 16,-17-7 1-16,-13-1-1 16,-14-4-1-16,-16-8 2 15,-12 1 0-15,-4 3-1 16,-28 5 1-16,-11 8 1 16,-15 14-2-16,-14 15 1 15,-7 19 11-15,-10 14 13 0,-4 11-12 16,2 6-5-16,2 6-4 15,4 4-3-15,5 8-2 16,3 4 0-16,4 4-23 16,2 5-41-16,7 2-29 15,12-4-19-15,16-6-146 16,13-14-188-16</inkml:trace>
  <inkml:trace contextRef="#ctx0" brushRef="#br0" timeOffset="69838.255">16517 13092 669 0,'0'0'1'0,"0"0"40"0,0 0-13 0,0 0 15 16,-12 103 32-16,37-48-10 15,5 6-21-15,7-2-14 16,4-1-6-16,6-3-2 16,1-3-2-16,3 0-5 15,-5-2-6-15,-1-4-3 16,-8 1-3-16,-4-2-1 16,-3-1-1-16,-8-4 1 15,-5-1-2-15,-5-10-1 0,-6-8-17 16,-6-5-58-1,0-9-61-15,-3-3-85 0,-17-4-103 16</inkml:trace>
  <inkml:trace contextRef="#ctx0" brushRef="#br0" timeOffset="70183.743">16733 13927 547 0,'0'0'8'0,"0"0"2"16,0 0 49-16,0 0 16 15,0 0-14-15,100 60-21 16,-70-55 4-16,-3-2-14 0,1-3-9 16,-2 0-2-16,-3 0-5 15,0-8-6-15,-5-4-4 16,-2-2 2-16,-2-1-2 15,-1-5 2-15,-4-4-4 16,-3-6 0-16,-3-2 3 16,-3-2-4-16,0 0 1 15,0 3 2-15,0 1 13 16,-2 3 1-16,-2 8-7 16,1 5-10-16,0 7-1 15,3 4-7-15,0 3-116 16,0 0-268-16</inkml:trace>
  <inkml:trace contextRef="#ctx0" brushRef="#br0" timeOffset="70808.214">17667 14084 213 0,'0'0'298'0,"0"0"-182"0,0 0 7 0,0 0-80 15,0 0-13-15,0 0 44 16,5 103-30-16,5-61-11 15,5 0-4-15,-3 1 3 16,-1-5-12-16,-3-4-7 16,0 0-7-16,-2-4 1 15,-3-3-5-15,-2 1 0 16,2-6-2-16,-3-4-11 0,2-4-37 16,-1-7-43-16,5-7-85 15,-2 0-21-15,3-15-114 16</inkml:trace>
  <inkml:trace contextRef="#ctx0" brushRef="#br0" timeOffset="71077.921">18003 13968 340 0,'0'0'25'0,"0"0"68"0,16 95-6 16,-8-62-8-16,7-6-19 15,-3 2-22-15,2-5-17 16,-2-2-6-16,-1-2-8 16,-2-4-6-16,-5-2 5 15,2-3-6-15,-4-5-23 16,-2-5-77-16,0-1-47 15,0-1-90-15</inkml:trace>
  <inkml:trace contextRef="#ctx0" brushRef="#br0" timeOffset="71301.104">18028 13998 389 0,'0'0'24'0,"0"0"12"16,0 0 57-16,85 29-29 15,-49-13-7-15,0-2-19 16,6-3 4-16,-2-5-9 16,-3 0-15-16,3-3 5 15,-4-2-13-15,-6-1-5 16,-3 0-1-16,-4 0-4 16,-6-1-1-16,-3-9-54 15,1-3-71-15,-11-4-91 0</inkml:trace>
  <inkml:trace contextRef="#ctx0" brushRef="#br0" timeOffset="71609.31">18185 13407 505 0,'0'0'14'0,"0"0"28"16,0 0 7-16,0 0 22 16,-18 82-2-16,30-41-12 15,6 4 3-15,5-2 2 0,2 0-19 16,0-3-3-16,0 2-12 16,1-3-12-16,-1 2-7 15,2-3-5-15,-5-1-2 16,4-3 1-16,-6-8-3 15,0-6-8-15,-1-4-36 16,0-8-42-16,3-8-104 16,-2 0-55-16</inkml:trace>
  <inkml:trace contextRef="#ctx0" brushRef="#br0" timeOffset="72119.094">18736 13633 619 0,'0'0'63'16,"0"0"21"-16,0 0 18 16,0 0-43-16,0 0-43 15,-90 62 1-15,73-27-2 16,10 6-6-16,0-3-1 16,7-6 1-16,0 2-8 15,0-8-1-15,4-8 1 16,6-4 1-16,4-7-2 15,1-7 0-15,-2 0-3 16,2-1-13-16,-3-16 5 16,0-7-5-16,-3 1 4 15,0-4 4-15,-3 4 8 0,-1 0 2 16,0 4 0 0,-3 8 0-16,1 4 2 0,-3 3 5 15,4 4 1-15,1 0-3 16,1 0-3-16,5 12 21 15,0 7-6-15,0 7 9 16,0 1 7-16,0 0-6 16,0 4-4-16,3-2 1 15,-3-7-2-15,-1-5-8 16,-1-2-5-16,-1-9-2 16,-1-1-6-16,3-5 6 15,1 0 2-15,5-5 0 0,1-12-5 16,4-3-3-1,2-2-2-15,0-3-1 0,-1 1-9 16,-3 1-50-16,-3 7-54 16,-9 3-81-16,-7 4-373 15</inkml:trace>
  <inkml:trace contextRef="#ctx0" brushRef="#br0" timeOffset="72966.662">18838 14541 516 0,'0'0'59'0,"0"0"59"0,0 0-44 0,0 0-68 15,0 0 84-15,31 90-4 0,-2-47-27 16,-1 1-3-16,-2-4-25 16,-2 0-6-16,-2-5-9 15,0-5-6-15,-7-2-7 16,4-3 1-16,-6-2-3 16,-4-3 0-16,2-2-1 15,-6-6-5-15,2-3-33 16,-3-6-36-16,-1-3-49 15,2 0-67-15,-3-21 12 16,-2-8-165-16</inkml:trace>
  <inkml:trace contextRef="#ctx0" brushRef="#br0" timeOffset="73430.343">19103 14525 484 0,'0'0'15'0,"0"0"49"16,0 0-15-16,-19 93-7 16,16-54-4-16,-2 2-11 15,3-3-3-15,1-3-9 16,-2-5-6-16,0-6-2 16,-2-9-4-16,5-5 0 15,-1-6-2-15,1-1 1 16,-3-3 5-16,3 0 5 0,-4 0-11 15,1-9-1-15,3 0-1 16,0 1 1-16,0-1 0 16,0 3 7-16,11 5-5 15,8 1 6-15,3 0 19 16,1 3 4-16,3 10 1 16,2 3-9-16,-1 3 4 15,-2-1-7-15,5 2 2 16,-4-2-5-16,-1-1 2 15,-4-1 8-15,0-6 4 16,-2-4 3-16,-3-2 1 16,1-4-1-16,-4 0 0 15,5-13-7-15,3-11-9 0,0-6-8 16,4-5-8 0,-1 1-2-16,-3 0-27 15,-6 2-72-15,-10 2-104 0,-5 3-526 16</inkml:trace>
  <inkml:trace contextRef="#ctx0" brushRef="#br0" timeOffset="74648.255">19927 15382 584 0,'0'0'77'0,"0"0"45"0,0 0-22 16,0 0-76-16,0 0 17 0,26 106-3 16,-16-54-10-16,2 2 4 15,0-3-9-15,-1-1-8 16,-1-7-10-16,-3-4 0 15,4-6-3-15,-2-6-1 16,-5-7-1-16,1-7-34 16,-4-6-31-16,-1-5-45 15,0-2-33-15,0-4 22 16,0-17-27-16,-13-9-159 16</inkml:trace>
  <inkml:trace contextRef="#ctx0" brushRef="#br0" timeOffset="74924.521">19932 15387 422 0,'0'0'90'0,"0"0"29"15,0 0-65-15,0 0-4 16,0 0 42-16,100 38-24 16,-65-9-4-16,0 1-24 15,1 5 20-15,-3 0-26 16,-4-2-12-16,-2-4-6 15,-6 0-4-15,-3-4-3 16,-3-2-3-16,-6-4-3 16,-3-5-2-16,-3-2 1 15,-3-4 1-15,1-2-3 16,-1-3-15-16,0-3-31 16,0 0 3-16,-12-6-67 0,-7-9-130 15,-3-5-224-15</inkml:trace>
  <inkml:trace contextRef="#ctx0" brushRef="#br0" timeOffset="75682.43">20012 15704 228 0,'0'0'335'0,"0"0"-286"15,0 0 43-15,0 0-22 0,80-17-23 16,-43-11-32-16,3-6-9 15,5-7-6-15,3-3-49 16,2-2-87-16,-2 1-16 16,-2 3-4-16,-10 1 51 15,-11 8 73-15,-6 5 32 16,-16 6 24-16,-3 7 120 16,0 6 30-16,-14 9 2 15,-4 0-74-15,2 9 0 16,2 15-35-16,7 2-16 15,7 1-7-15,0 0-13 16,1-5-9-16,15-3-13 16,6 0-4-16,0-7 5 15,-3-2-9-15,-2-7-1 16,-1-3-3-16,-2 0-21 0,-1-7 7 16,-4-10 0-16,-2-4-10 15,-2-2-6-15,-5-4-1 16,0 1-9-16,0 2 3 15,0 0 12-15,0 6 27 16,-3 7 1-16,3 6 6 16,0 5 31-16,0 0-10 15,3 5-25-15,13 17 12 16,2 6 15-16,3 6 2 16,3 5-1-16,4 10 2 15,2 3-18-15,1 5 3 16,1 4-8-16,1-2 0 0,-1-1-5 15,3-6 2-15,-5-7 8 16,-5-6 12-16,-1-6 1 16,-8-4-2-16,-1-4-11 15,-4-3-6-15,-7-5 1 16,1-1-1-16,-5-5 1 16,0-2-4-16,0-2 5 15,-8-3-1-15,-4-2 2 16,-7-2-3-16,-3 0-3 15,-7 0 0-15,2-3-1 16,-1-10 2-16,2-4-2 16,1-3 5-16,4-5-5 15,8-4-2-15,1-6 3 0,8-1-5 16,4-7-1-16,0-2-21 16,11 0-41-16,12 3-58 15,2 0-107-15,3 9-269 16</inkml:trace>
  <inkml:trace contextRef="#ctx0" brushRef="#br0" timeOffset="76111.298">21700 15648 760 0,'0'0'57'0,"0"0"-48"0,0 0 37 0,0 0 42 0,-4 94-24 0,14-50-16 15,0 1-14 1,3 0-8-16,-5-2-11 0,1-6-6 16,-3-4 1-16,4-7-5 15,-5-8-3-15,1-7-2 16,-1-6-14-16,-5-5-59 15,3 0-26-15,-3 0-2 16,0-20-9-16,0-7-159 16,-3-10-34-16</inkml:trace>
  <inkml:trace contextRef="#ctx0" brushRef="#br0" timeOffset="76388.173">21707 15608 507 0,'0'0'92'0,"0"0"7"15,0 0-61-15,0 0 57 16,0 0 13-16,0 0-45 16,105 81-6-16,-77-56-13 15,-1 0 1-15,-2-1-13 16,-1-1-8-16,2-1-3 16,-4 0-11-16,2-4-3 15,-2-1-4-15,-2-2 1 16,-3-2-2-16,-3-2-1 15,-2-8-1-15,-5 1-9 16,-2 1-23-16,-2-5-28 16,0 0-7-16,-3 0-28 15,0 0-14-15,0-5-88 0,-12-9-161 16</inkml:trace>
  <inkml:trace contextRef="#ctx0" brushRef="#br0" timeOffset="76542.283">21782 15900 613 0,'0'0'58'0,"0"0"-38"15,0 0 54-15,0 0-42 16,0 0-5-16,0 0-27 16,86-48-36-16,-50 19-187 15,-3-3-201-15</inkml:trace>
  <inkml:trace contextRef="#ctx0" brushRef="#br0" timeOffset="77009.082">22080 15522 722 0,'0'0'84'16,"0"0"74"-16,0 0-48 16,0 0-83-16,0 0 35 15,19 72-16-15,3-38-21 16,5-3-10-16,1-4-4 15,-1-4-4-15,-4-3-3 16,-1-7 1-16,-5-3-3 16,-5-6 0-16,0-4 1 15,-4 0 3-15,2-4 4 0,-1-16-2 16,-3-4-5-16,-2-5-2 16,1-5 2-16,-5-3-2 15,0-2 0-15,0 1-1 16,0 4 1-16,0 7 1 15,0 11 0-15,0 5 19 16,0 6 9-16,0 5-6 16,3 0-24-16,5 16-3 15,2 8 3-15,3 7 4 16,4 2 0-16,2-2 3 16,4 0 2-16,-1-4 0 0,0-3-2 15,-1-7-1 1,-2-2 0-16,-3-7-5 0,1-4 2 15,-2-4 2 1,2 0-3-16,-4-8 0 0,0-6-2 16,0-3-5-16,-3 2-39 15,-4-7-97-15,-5-7-228 16</inkml:trace>
  <inkml:trace contextRef="#ctx0" brushRef="#br0" timeOffset="80834.742">21959 11955 298 0,'0'0'11'0,"-31"-120"-4"0,7 63 23 16,-7 4 22-16,-8 4 27 16,-8 3-7-16,0 5-22 15,-5 5 13-15,1 4-4 0,-10 10-38 16,-10 3-12 0,-9 11 5-16,-14 4-5 0,-8 4-7 15,-14 0 5-15,-12 15-4 16,-8 11 2-16,-10 6 2 15,3 6-6-15,-2 3 2 16,2-2-3-16,6 1 5 16,-5 2-1-16,5-3-1 15,-2 4 2-15,5 7 4 16,-2 5-3-16,8 7 4 16,6 6-5-16,6 2-2 15,11 1 1-15,11 7 2 0,6-4 2 16,13 1 7-16,9 3 3 15,16 5-3-15,9 2 5 16,14 4-2-16,16 0 3 16,11-2-4-16,11 6 4 15,27 3-4-15,12 0-3 16,10 0 5-16,6-2-10 16,4-5-1-16,6-7-7 15,2-6 4-15,10-11-1 16,16-9-1-16,19-10 4 15,17-15 7-15,15-10-3 16,6-10-8-16,-1-8 1 16,-1-3-1-16,-2-8-3 15,-4-21 4-15,7-13-1 16,-3-12 1-16,5-5-3 0,-8-6 0 16,-8-2-1-16,-8-5 3 15,-11-5-2-15,-11-3 0 16,-7-8 3-16,-5-5-4 15,-7-7 4-15,-6-5-4 16,-10-10-2-16,-17-4 2 16,-14 3-2-16,-14 0 2 15,-18 8-1-15,-16 7 1 16,-2 1 1-16,-18 4-1 16,-18 0 4-16,-10 3 0 15,-8-1-1-15,-8 3 2 16,-10-1 4-16,-7 9-5 0,-3 8 6 15,-9 17-8-15,-6 13-2 16,-6 11 0-16,-5 7 1 16,1 8-1-16,-1 8 0 15,8 5 1-15,-1 6 0 16,9 2-1-16,4 19 1 16,5 7-1-16,15 5 0 15,11 8-30-15,13 7-24 16,17 13-37-16,10 4-52 15,4 1-121-15,2-7-358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8:53:21.105"/>
    </inkml:context>
    <inkml:brush xml:id="br0">
      <inkml:brushProperty name="width" value="0.05292" units="cm"/>
      <inkml:brushProperty name="height" value="0.05292" units="cm"/>
      <inkml:brushProperty name="color" value="#FFC000"/>
    </inkml:brush>
  </inkml:definitions>
  <inkml:trace contextRef="#ctx0" brushRef="#br0">20505 17397 30 0,'0'0'449'0,"0"0"-436"0,0 0 2 0,0 0 10 0,0 0 36 0,0 0 10 16,-84-87-9-16,84 67-36 15,0-3-17-15,0 4 15 16,0-1-12-16,5 4 0 0,-1 12-3 16,-2 1-6-16,-2 3-3 15,0 0 0-15,0 26-23 16,0 12-20-16,0 7-77 15,-18-7-193-15</inkml:trace>
  <inkml:trace contextRef="#ctx0" brushRef="#br0" timeOffset="16324.311">5359 11794 204 0,'0'0'5'0,"0"0"4"0,0 0 31 0,0 0 23 15,0 0-17-15,0 0-19 16,0 0-25-16,-33-21 2 16,48 24 24-16,7 5-2 15,5-1 2-15,10-4 0 16,6 1-10-16,5-4-4 15,3 0 8-15,4 0-4 16,5-7 2-16,2-2-5 0,6-2 0 16,-3 1-6-1,1 3-2-15,-3 1 0 0,-4 4-2 16,-4-1-2-16,2 1 0 16,1-3-1-16,-4-1 2 15,3 1-1-15,-5-3 0 16,3 3 0-16,-4 1 0 15,0 2-2-15,-1 2 0 16,-2 0-1-16,0 0 3 16,-3 0-2-16,-3 8 1 15,-2-1 2-15,-3-2-2 16,3-1 0-16,-1-4 3 16,1 0-2-16,1 0 0 0,2 0-2 15,0 0-1 1,-2 2 0-16,0 2 3 0,-2 1-2 15,0 1 4-15,0 0 4 16,-2 0 2-16,0-1-3 16,-1-1-4-16,0-1 1 15,1 1-4-15,0 1 2 16,4-1-3-16,-4 0 2 16,-1-1-1-16,4 0-1 15,-3 1 3-15,-2-3-2 16,-1-1 3-16,-1 0-3 15,-2 0 0-15,4 0 4 16,-1 0 3-16,3 0-1 16,3 0 3-16,2 0-5 0,1-5 6 15,1 1-4-15,-2-4-4 16,-1 0 0-16,1-1-2 16,-3-1 0-16,7-1 0 15,-1 2-1-15,1-1 4 16,0 0-1-16,-3 0 2 15,-1 3-3-15,-3-2 0 16,1 4-1-16,-1-1-1 16,-3 0 2-16,3 3 0 15,-5 1-2-15,5-3 1 16,1 4 0-16,-2-1 1 16,-4 2 1-16,6-2-1 15,-7-1-1-15,1 2 2 0,-1-3-3 16,3-1 4-16,1 0-2 15,-1-2-1-15,3 1 1 16,-2 2-1-16,0-2-1 16,2 0 0-16,1 1 2 15,-2 0-1-15,-4 4 0 16,-1-2 0-16,1 0 4 16,2-2-2-16,1-1-2 15,5 0 0-15,-5 2 0 16,4 3-1-16,-4-1 0 15,-3 1 1-15,2-2 0 16,-5 2-1-16,4 1 2 0,-4-2-2 16,-1 2 2-16,0 0-2 15,-2 0 0-15,2 0 3 16,-2 0 0-16,0 0 1 16,-1 7-2-16,-1-1 0 15,2-1 4-15,-1 1-3 16,1-1-1-16,-1-2 5 15,0 2-2-15,0-2-1 16,0 3 1-16,1 0 0 16,-2-2-2-16,2 0-1 15,2 0 5-15,0 0-3 16,-1-1 3-16,3 1-2 16,1 1 3-16,-2-1 1 15,3 1-3-15,-2-2 2 16,-7 2-5-16,2-2 4 0,-2 3-1 15,0 0 5-15,-1-1 1 16,-1 1 0-16,-1-2 1 16,-1-1 1-16,-3-1-2 15,0 2-1-15,-5-3-2 16,3 2-3-16,-5-1 0 16,1 0-3-16,-5 0 2 15,2-2 0-15,-1 1 2 16,4 1 2-16,-5-1-3 15,-1 1 2-15,3-1-1 0,-2 0-2 16,1 0-1 0,0-1 2-16,-2 0-2 0,1 0 0 15,-4 0-1-15,0 2 2 16,0 0-4-16,1-2 2 16,-1 0 0-16,3 0 0 15,-1 0-3-15,2 0 0 16,-4 0 1-16,3 0 1 15,-3 0-2-15,3 0 1 16,-4 0-1-16,6 0 2 16,0 0 0-16,4 0-2 15,1 0 0-15,-1 0 0 16,3 0 1-16,-1-2-1 16,1-1 1-16,-2-1 0 15,1 1-1-15,-3-1 0 0,-2 0 0 16,-1-3 3-16,-2-2-2 15,3 3-1-15,-2-1 2 16,-2 0-2-16,1 3 0 16,-2-3-6-16,-1 4-4 15,0 0-15-15,-3-1-28 16,0 0-34-16,-12-1-115 16,-19-10-318-16</inkml:trace>
  <inkml:trace contextRef="#ctx0" brushRef="#br0" timeOffset="25144.626">8059 10518 437 0,'0'0'11'0,"-112"-29"-11"0,54 16 6 16,-3 0 5-16,-2 5 11 16,-1-1 6-16,0 0 2 0,-3 2-5 15,-5 1 2 1,-4 1-14-16,-6 1 2 0,-6 4-4 15,-6 0 2-15,-3 0 8 16,-6 0-2-16,1 0-1 16,-5 0-6-16,3 4-3 15,-2 3-2-15,4 0-1 16,-1 2 0-16,-7-2 6 16,4 1 3-16,-7 1-4 15,1 1-2-15,0 1 0 16,0 1-5-16,4-1 2 15,1 0-1-15,4-3 1 16,6 1 3-16,11-1 2 16,-1-2 8-16,4-2-4 0,3 1 1 15,3-1 2-15,7-1-6 16,1 2-7-16,-1 1 0 16,6 4-2-16,-2 1-2 15,2 4 1-15,3 1 2 16,-5 7-3-16,-1-2 2 15,1 4-3-15,5 1 1 16,3 2-2-16,6 3 2 16,4 1-1-16,2 1 0 15,4-1 0-15,2 0-1 16,3 1 2-16,1 1-1 16,0 2 0-16,0 4 0 15,6 0 1-15,2-2 0 0,4-4-1 16,5-2 0-16,10-3-1 15,3 1 1-15,1 4 0 16,5 4 0-16,0-1 0 16,0-3 0-16,14-2 1 15,7 4-1-15,7-1 0 16,6 3 0-16,8 0 0 16,7 2 0-16,5-3 0 15,7 0 2-15,6-1-2 16,8-4 2-16,10-2-1 15,9 4 0-15,3-5-1 16,5 0-1-16,-1-1 0 0,-3 0 2 16,-1 0-2-16,-3-2 2 15,-6-1-1-15,2-4 0 16,2-1 1-16,2-4 0 16,8-4-1-16,11-1 2 15,3 0-1-15,5 1-1 16,0 2 0-16,-6 2 0 15,-3 2 0-15,0 1 0 16,-9 1 0-16,0-3 0 16,-6-4 1-16,10-6 1 15,6-7-1-15,6 0 1 16,3 0 1-16,7 0-3 16,-6-1 0-16,-8-2-2 0,1 3 2 15,-9 0 2 1,-5 0-2-16,-2 0 2 0,-4 0-2 15,-2 0 2 1,-2-1 0-16,4-5 1 0,2-1-2 16,-4 0 12-16,1-2-12 15,-2 1 0-15,-2-1 2 16,-6-1-3-16,-1 5 0 16,-3 1-2-16,-3 3 2 15,0 1 3-15,-8 0-3 16,-1 0 3-16,2 1-3 15,4 7 0-15,8 0 1 0,2 2 1 16,2-2-2 0,2 0 0-16,-5-2-1 0,-1-4 1 15,-3-2 0-15,-3 0-2 16,1 0 2-16,-2-1 1 16,0-8-1-16,0 0 2 15,-3-3-1-15,6-3-1 16,-4-1 0-16,5 1 1 15,-1 1-1-15,-3-1 3 16,1 3-3-16,-9 0-2 16,1 0 0-16,-4-2 2 15,1-4 1-15,-2-2 0 16,-3-3-1-16,-1-2 0 16,-3-2 0-16,-5 0 0 15,2 2 0-15,-4 0 2 16,0-1-1-16,-4 3 0 0,-3 0-1 15,-1 0 0-15,-6 0 0 16,-2-5 1-16,-3-2-1 16,-1-7 0-16,3 3 0 15,-6-8 0-15,-5 2 1 16,-8-2-1-16,-8 2 2 16,-6-1-2-16,0-3 1 15,-8-1-1-15,-17-2 1 16,-6-1-2-16,-7 1 0 15,-1-3 1-15,-5 0 0 16,-4-2 0-16,-7-1 0 16,0 1 0-16,-5-4 0 0,-4 6 0 15,0-3 0-15,-8 3 0 16,-1-2 0-16,3 2 0 16,-2-1 0-16,-2 0 3 15,-3 1-3-15,3 1 0 16,-5 7 3-16,-2 4-3 15,2 3-2-15,0 2 1 16,0 2 1-16,-3 6 3 16,-2 1-1-16,-5 3 2 15,-2 1-2-15,3 5 4 16,-2-1-5-16,-5 5 2 16,5 2-2-16,-8 2 1 15,1 3-1-15,-2 2-1 16,-1 2 0-16,2 0 0 0,0 0 0 15,-1 3 0-15,-4 7 1 16,0 2-1-16,-1 3 0 16,-4 1 0-16,-2 6 0 15,-3 2 1-15,-1 5 1 16,-4-1-2-16,3 3 0 16,2 4-2-16,4 0 2 15,6 5 0-15,-4-2-1 16,2 1 1-16,7-3 5 15,1-5-1-15,9-6 4 16,7 0 6-16,2-6-2 16,3-1 4-16,0 2-2 0,4-1-2 15,4 0-6-15,6-1 0 16,10-2-4-16,7-2 0 16,4-1-2-16,10-3 0 15,5 1 0-15,10-3 0 16,5-4 0-16,7 3-34 15,4 6-45-15,0 3-32 16,15 4-84-16,5-2-146 16</inkml:trace>
  <inkml:trace contextRef="#ctx0" brushRef="#br0" timeOffset="31461.78">20272 13905 326 0,'0'0'16'0,"0"0"5"0,0 0-3 15,0 0 12-15,0 0-18 0,0 0-9 16,0 0 35-16,24-7-4 15,-2 5-3-15,3 1-5 16,8-3 1-16,5 2-5 16,5-1-5-16,11-1 3 15,8 0-6-15,7-5 2 16,9-1 9-16,6-3-9 16,6-1-5-16,5 0 1 15,3 1-6-15,-1 0-1 16,-6 3-1-16,-2 1-3 0,-7 1 1 15,-3 0-1 1,-4 1 0-16,-5 0 1 0,-3-1 1 16,-3 8-2-16,-1-1 0 15,-5 1 2-15,-4 0-1 16,-5 0 0-16,-4 0 2 16,-5 0-1-16,1 0 4 15,-4 0 3-15,1 0 6 16,1 0-4-16,-3-5-2 15,-3-1-2-15,-5-4 2 16,-5 3-2-16,-7 1-6 16,-6-3 1-16,-4 4 2 15,-4-1-2-15,-2 1 2 16,0 1-5-16,-6-1-29 16,-13 3-88-16,-8-1-58 0,-7 0-102 15</inkml:trace>
  <inkml:trace contextRef="#ctx0" brushRef="#br0" timeOffset="38983.523">14879 10156 703 0,'0'0'8'0,"0"0"70"0,0 0-22 0,0 0 32 0,0 0-61 16,-84 17-26-16,66 26 14 15,2 3-3-15,8 2 1 16,5-1 8-16,3-1 6 16,0-6-6-16,14-3-6 15,5-7 1-15,2-11-13 16,0-5 0-16,1-9 1 15,-1-5 0-15,0-7 3 16,-1-16 4-16,-3-5-7 16,-6-2-1-16,-2 0-1 0,-6 3-1 15,-3 2 1 1,0 2 0-16,-3 3 0 0,-12 3-2 16,-6 1 0-16,0 6-2 15,0 3 1-15,-1 4-3 16,1 3 4-16,4 0 5 15,4 0-4-15,6 0-2 16,1 0 0-16,6 3-4 16,0-3-23-16,0 0-40 15,4 0-110-15,15 0 159 16,4-7-35-16,4-11-24 16,-3 2 40-16,3 0 32 15,-7-4 5-15,-3 1 2 0,-2-2 4 16,-8 4 19-1,-1-1 27-15,-4 2 7 0,-2 1 3 16,0 3-5-16,0 4-5 16,0 4-5-16,0 2-7 15,0 2-9-15,1 0-17 16,5 0-13-16,4 7 3 16,6 9 26-16,0 0-5 15,0 2-8-15,4 2-5 16,-1-2-2-16,-1 0-3 15,1 1-2-15,-2 4-2 16,-1-5 2-16,-2 0-1 0,-1 2-1 16,-4 0 1-1,0-3-2-15,-4-2 0 0,-1-3-1 16,-3-2-5-16,-1-3-11 16,0-2-25-16,0-5-35 15,0 0-17-15,-3 0-42 16,-11-9-167-16</inkml:trace>
  <inkml:trace contextRef="#ctx0" brushRef="#br0" timeOffset="39172.026">14853 9848 660 0,'0'0'17'0,"0"0"71"0,0 0-2 16,0 0-68-16,0 0-18 16,0 0-6-16,-4 12-84 15,23-9-195-15</inkml:trace>
  <inkml:trace contextRef="#ctx0" brushRef="#br0" timeOffset="39471.993">15126 9738 638 0,'0'0'54'0,"0"0"86"0,0 0-47 16,0 0-5-16,10 79-25 16,12-41-15-16,6 1-4 15,0 5-15-15,4-1-6 16,-2 0-7-16,-4-2 0 15,0-3-1-15,-4 3-3 16,-1-6-6-16,-2-2-6 16,-5-6 3-16,-1-4-2 15,-4-7-1-15,-1-7 0 16,-4-4-9-16,-1-5-37 16,4 0-56-16,1-10-28 15,0-14-104-15,1-11-254 0</inkml:trace>
  <inkml:trace contextRef="#ctx0" brushRef="#br0" timeOffset="39761.947">15522 9769 154 0,'0'0'455'0,"0"0"-370"16,0 0 18-16,0 0-17 15,0 0-9-15,-9 94-27 16,28-64-6-16,5-2-9 16,-2 3-11-16,1-2-8 0,-4-2 2 15,-1 1-5-15,-1-2-7 16,-3-2-3-16,0-3-1 16,-2 2 0-16,-5-7-2 15,1-1 0-15,-4-5-26 16,-1-6-28-16,0-4-34 15,-3 0-84-15,0-2-16 16,0-18-343-16</inkml:trace>
  <inkml:trace contextRef="#ctx0" brushRef="#br0" timeOffset="39951.724">15499 10016 472 0,'0'0'70'0,"0"0"-27"0,0 0 65 16,0 0-57-16,0 0-19 15,0 0-20-15,99-34-12 16,-68 10-2-16,2-3-108 16,-6-5-147-16</inkml:trace>
  <inkml:trace contextRef="#ctx0" brushRef="#br0" timeOffset="40595.307">15847 9639 485 0,'0'0'81'0,"0"0"28"0,0 0-61 16,0 0 14-16,0 0 3 15,0 0-8-15,27 67-3 16,-11-47-9-16,2 0-8 15,0 3-8-15,0-2-5 16,0-1-4-16,-2-4-7 16,-1 0-8-16,-2-3-3 15,-3-2 0-15,-1-6-2 16,-2 2 2-16,-3-6-1 16,-4-1 0-16,0 0-1 15,0-7 7-15,0-10-5 0,0-7-2 16,0-4 1-16,0-3-1 15,0-1 1-15,0 3-1 16,0 2 1-16,0 7-3 16,0 6 2-16,0 6 0 15,0 5 1-15,0 3-1 16,11 0-6-16,5 0 5 16,1 17 1-16,2 1 2 15,-2 3-1-15,2 1 0 16,0-6-1-16,-2 3 0 15,0-6 1-15,0 0 0 16,-1-6 0-16,-2-5 0 16,1-2 0-16,-3 0-1 0,0 0 4 15,-1-4-4-15,-1-10 2 16,-1-2 1-16,-4-2-2 16,-2 0 0-16,-1-5 0 15,-2-2 3-15,0-1 7 16,0 4 11-16,-9-2-2 15,0 1 0-15,-2 2-8 16,0 1-4-16,0 5-5 16,1-1-1-16,5 8 0 15,-2 1 0-15,4 5-2 16,0 1 0-16,3 1-7 16,0 0-49-16,0 5-89 15,0 8-57-15,0-2-335 16</inkml:trace>
  <inkml:trace contextRef="#ctx0" brushRef="#br0" timeOffset="41592.084">16457 9392 667 0,'0'0'77'0,"0"0"103"0,0 0-52 0,0 0-53 16,0 0-34-16,-85-16-25 15,76 42-12-15,6 4 0 16,3 1-3-16,0-2 0 16,5 0-1-16,11-3 1 0,-1-2 0 15,1-2-1-15,-2-7 1 16,-2-2-2-16,-3-3-5 16,-2-6-11-16,-1-4-4 15,3 0 10-15,-3-7 10 16,0-13 1-16,0-3 0 15,1-4 1-15,-2 1-1 16,-1-4 2-16,-1 6-2 16,0 2 1-16,-1 6 0 15,-1 11 1-15,1-1 3 16,1 6 2-16,2 0-7 16,5 0 0-16,2 10 6 15,2 2-4-15,0 2 0 0,2 0 0 16,-1-3 0-16,0-2-2 15,-1-2 0-15,-1-3 2 16,2-4-1-16,-1 0-2 16,0-12 1-16,2-8-1 15,-3-7-2-15,-3-5 2 16,-1-6 1-16,-3-4 0 16,-5-5 0-16,-1 2 0 15,0 3 0-15,0-1 0 16,0 3 1-16,0 7 0 15,-8 4 3-15,-1 6 6 16,-2 5 4-16,-2 6 3 16,-1 4-3-16,5 4-9 15,-2 3 1-15,0 1-4 0,3 0-2 16,1 14-1-16,4 6 1 16,3 0-1-16,0 4 2 15,0 3 4-15,3-4-4 16,12 4 2-16,2-2-2 15,3 0 1-15,3 0-2 16,2-2 1-16,-2-2-1 16,0-2 0-16,3-6 0 15,-6-3 1-15,-1-1 0 16,0-7 0-16,-2-2-1 16,2 0 0-16,1-2 0 15,2-15 0-15,1-2 0 16,-2-4-1-16,-1-2 1 0,-2-2 0 15,-5 0-1-15,-3-5 1 16,-4 5-1-16,-6 4 0 16,0 3 0-16,0 4 0 15,0 8 1-15,-4 3 0 16,-1 3-2-16,1 2 1 16,-2 0-3-16,3 14-1 15,3 3 4-15,0 5 1 16,0-1 0-16,3-1 2 15,9-1-2-15,-2-6-2 16,5-2 2-16,-4-3 0 16,1-4 1-16,1-4-1 0,-1 0 0 15,3-2-5-15,0-12-31 16,-4-6-78-16,3-3-40 16,-5-5-89-16,-3 3-74 15,0-8 58-15</inkml:trace>
  <inkml:trace contextRef="#ctx0" brushRef="#br0" timeOffset="41931.173">17207 8929 157 0,'0'0'254'0,"0"0"-47"16,0 0-12-16,0 0-39 15,0 0-93-15,0 0-47 16,14-16 1-16,5 28 32 16,5 3-22-16,0 2-13 15,2 2 1-15,-1-1 5 0,-3 1 0 16,-5-3-2-1,-3 1-7-15,-6-3 3 0,-6-2-8 16,-2 1 0-16,0-5-1 16,0-2 1-16,-10-5-2 15,0-1-1-15,3 0 1 16,-1-7-1-16,1-11-3 16,-2-5 2-16,4-5 4 15,2-4-3-15,3 0-1 16,0-2 4-16,0 2-4 15,3 2-1-15,8 5 0 16,2 4-1-16,-1 2-1 0,3 7-6 16,-3 0-34-1,-2 7-43-15,-5 4-81 0,-5 1-196 16</inkml:trace>
  <inkml:trace contextRef="#ctx0" brushRef="#br0" timeOffset="42274.334">16580 9168 503 0,'0'0'56'0,"0"0"121"0,0 0-34 0,0 0-46 16,0 0-34-16,0 0-32 15,69-26 11-15,-27 5-20 16,6-3-1-16,0-1-3 16,1-4-7-16,-4 0-2 15,-6-1-6-15,-8 6-1 16,-4 1 1-16,-9 5-3 15,-9 6 0-15,-6 5-17 16,-3 4-72-16,0 3-69 16,-5 0-201-16</inkml:trace>
  <inkml:trace contextRef="#ctx0" brushRef="#br0" timeOffset="55142.004">15629 10612 442 0,'0'0'12'0,"0"0"16"0,0 0 41 16,0 0-34-16,0 0-31 15,0 0 13-15,0 0 26 16,105-1 12-16,-57 4-26 16,7-3-6-16,4 0 2 15,4-3 10-15,3-11-7 16,3-8-8-16,3-10-8 16,6-8-1-16,7-11-3 0,4-5-5 15,2-3 1-15,5 0 0 16,8 0-4-16,2 1 1 15,3-3 4-15,-4 1-5 16,-7-2 1-16,1 2-1 16,-7-3 1-16,-8 0 0 15,-3-7-1-15,-7 3 1 16,-5-4 0-16,-7 0-1 16,-8-2 0-16,-12-2 1 15,-8 3-1-15,-9-1 0 16,-4 2 3-16,-10 4-3 15,-4-1 2-15,-7 0-1 16,0 0 0-16,-13 0 0 16,-10-2 0-16,-5 1 4 15,-6 1-3-15,-8 8 3 0,-12 5-1 16,-4 4-2-16,-8 6 0 16,-2-1 3-16,-6 6-4 15,-2-1 3-15,-4 3-4 16,-7 8 0-16,-2 10 1 15,-8 12-1-15,-2 8 2 16,0 0-1-16,4 7-1 16,4 11-1-16,4 3-1 15,0 7-1-15,-3 3 1 16,-2 2 2-16,-4 5-3 16,-5 2 3-16,-2 5 0 15,-2 0 4-15,1 2-4 0,3 1 4 16,8-5-1-16,7 0-3 15,9-3 0-15,9 2 0 16,-1 2 0-16,4 1 0 16,-1 3 3-16,3 3-3 15,2 2 0-15,1 0 0 16,2 1 1-16,3-1-2 16,4 1 3-16,4 4-2 15,6 1 0-15,5-4 1 16,3 5-2-16,7-7 1 15,2-2 0-15,6 3 0 16,3-2 2-16,2 3-1 16,4-3-1-16,3-2 0 15,4-6 1-15,2-1 2 0,0-4 0 16,8 1-1-16,6-2 0 16,2 0 0-16,4 1 1 15,4-2-1-15,3 3-1 16,9-2 3-16,1 2-2 15,5-1 4-15,3-1-4 16,0 1 0-16,2 1-1 16,-2 2 6-16,3 1-5 15,-2-2 1-15,2-3 2 16,0-6-2-16,-1-4 1 16,-2-4-1-16,1-1 1 0,-2-3-1 15,3-4 1-15,3-4 1 16,5-4 1-16,4-3-2 15,1-5 2-15,-2 0-1 16,-3 0-1-16,-4 0 0 16,-3-6-4-16,-5 0 5 15,-5-1-4-15,-8 4 1 16,-5 0-2-16,-6-2 1 16,-2 4 0-16,-4-3 0 15,-1 1 1-15,-4 0 0 16,-3-1 0-16,-2 4-2 15,-3 0-8-15,0 0-51 16,-3 0-91-16,-28 0-173 16</inkml:trace>
  <inkml:trace contextRef="#ctx0" brushRef="#br0" timeOffset="60617.998">17350 9635 547 0,'0'0'5'0,"0"0"45"0,0 0 42 0,0 0-51 16,0 0-31-1,0 0 27-15,0 0 34 0,38 60-20 16,-14-29-16-16,5 0-4 16,0 5 4-16,3-3-11 15,-1 1-5-15,0-4-5 16,-2 1-5-16,-4-2 0 15,2-4-4-15,-4-3-1 16,-3 1 1-16,4-3-3 16,-6-2-1-16,-2-2 0 15,0-4 0-15,-6-1-1 16,0-2 2-16,-1 0-2 16,-5-7-3-16,-1 3-25 15,-1-5-30-15,-2 0-35 0,0 0-73 16,0 0-33-16,-8-5-214 15</inkml:trace>
  <inkml:trace contextRef="#ctx0" brushRef="#br0" timeOffset="60859.806">17548 10161 404 0,'0'0'22'16,"0"0"-13"-16,0 0 27 16,0 0 20-16,0 0 1 0,0 0 1 15,103 41-8-15,-73-41-13 16,1 0-19-16,-1-9-6 16,-2 1-9-16,-3 1-3 15,-2 2-23-15,-5-1-100 16,-8-1-109-16</inkml:trace>
  <inkml:trace contextRef="#ctx0" brushRef="#br0" timeOffset="61104.485">17858 9842 584 0,'0'0'70'0,"0"0"-68"15,0 0 20-15,0 0 18 16,-47 82 2-16,47-48 7 16,0 0 1-16,0 2-5 15,7-6-23-15,3-2-2 16,1-4-6-16,2 1-10 16,-4-3-1-16,-1-1-3 15,-2 0-23-15,-1-4-116 16,-5-2-129-16</inkml:trace>
  <inkml:trace contextRef="#ctx0" brushRef="#br0" timeOffset="61594.393">18548 9694 548 0,'0'0'109'16,"0"0"-98"-16,-81-57 64 0,55 48-9 15,3 9-35-15,0 0-18 16,4 3 12-16,4 13-9 15,4 6-4-15,7 3 7 16,4 3 3-16,0-1 3 16,10 4 5-16,14 0-5 15,4 2-2-15,1-2-9 16,5 4-6-16,-2-1 2 16,2 0-4-16,-3-4 1 15,1 5 1-15,-4-5 1 16,-3-3 3-16,-2-4-1 15,-2 0 0-15,-4-4-1 16,-5-3-2-16,-2-1-2 16,-5-6-1-16,0 1-1 0,-4-3-1 15,-1 0-1-15,0 0-2 16,-6 0-35-16,-12-3-25 16,1-4-30-16,-8 0-83 15,-3 0-172-15</inkml:trace>
  <inkml:trace contextRef="#ctx0" brushRef="#br0" timeOffset="61991.006">18424 10176 425 0,'0'0'160'0,"0"0"-140"16,0 0 31-16,0 0 0 0,67-95-14 15,-30 67-6-15,0-2-17 16,1-1-6-16,1 2-4 15,-5 3-2-15,-7 1-2 16,-7 7-6-16,-6 2-8 16,-7 1-2-16,-4 4 14 15,-3 4 1-15,0 0 1 16,0 0-2-16,-3 2 2 16,-4 3 15-16,3 1 7 15,0 1 19-15,4 0 7 16,0 0-17-16,0 0-26 15,0 15-4-15,12 7 27 16,5 1 2-16,2 4 0 0,2-3-3 16,0 0-9-1,3-4-5-15,-2-1-4 0,-4-2-3 16,1-3-3-16,-5-2 0 16,-1-5-3-16,-2 2 0 15,-5-5-16-15,0-3-79 16,-6-1-75-16,0 0-100 15</inkml:trace>
  <inkml:trace contextRef="#ctx0" brushRef="#br0" timeOffset="62156.272">18635 9646 761 0,'0'0'11'0,"0"0"15"0,0 0 1 0,0 0-27 16,0 0-53-16,0 0-44 16,32-41-205-16</inkml:trace>
  <inkml:trace contextRef="#ctx0" brushRef="#br0" timeOffset="62433.279">18737 9410 565 0,'0'0'71'16,"0"0"28"-16,0 0 14 16,0 0-55-16,0 0 26 15,0 0-10-15,30 103-37 0,1-67 0 16,5 0-8-16,-1 0-9 16,0 3-2-16,-4-4-3 15,2-1-8-15,-6-1-6 16,-6-2 1-16,1-3 3 15,-9-4-4-15,-2-1-2 16,0-5 1-16,-4-5-29 16,-1-7-47-16,-2-5-63 15,-2-1-103-15,-2-9-15 16,0-17-235-16</inkml:trace>
  <inkml:trace contextRef="#ctx0" brushRef="#br0" timeOffset="62710.906">19022 9361 582 0,'0'0'29'15,"0"0"20"-15,0 0 13 16,0 0-41-16,0 0 69 16,0 0-24-16,54 75-21 15,-27-44-7-15,-1 1 4 16,0 2-9-16,-1 0-14 15,2 0 2-15,-6-3-10 16,1 3-2-16,-4-5-4 16,-5-2-2-16,-3-4-1 15,-3-8-2-15,-3-6-5 0,-2-5-34 16,-2-4-36-16,0 0-30 16,0-1-9-16,0-18-198 15</inkml:trace>
  <inkml:trace contextRef="#ctx0" brushRef="#br0" timeOffset="62876.654">19095 9631 443 0,'0'0'104'0,"0"0"-81"16,0 0 63-1,0 0-70-15,0 0-16 0,0 0-25 16,37-70-93-16,-14 51-48 15,-4-1-54-15</inkml:trace>
  <inkml:trace contextRef="#ctx0" brushRef="#br0" timeOffset="63212.099">19249 9400 339 0,'0'0'103'0,"0"0"41"16,0 0-9-16,0 0-50 15,0 0-35-15,0 0 32 16,58 6-13-16,-31 17-24 15,2-1-8-15,-2 5-2 0,-3-3-4 16,0 3-13 0,-5-3-9-16,-5-3-4 0,1-2 0 15,-11-4-3 1,1-2 4-16,-5-6-6 0,0 0 3 16,0-5-2-16,0-2 9 15,-8 0 1-15,-8-6-8 16,-1-13-3-16,0 0 0 15,3-7-2-15,-1-3 2 16,9-3 1-16,3-2 3 16,3 1-2-16,0-1-2 15,0 3-2-15,12 4-24 16,5 4-41-16,1 5-16 16,5 5-55-16,3 1-118 0,2-2-152 15</inkml:trace>
  <inkml:trace contextRef="#ctx0" brushRef="#br0" timeOffset="63684.549">19720 9129 499 0,'0'0'91'15,"0"0"17"-15,0 0 12 16,0 0-39-16,0 0-29 16,-89 47-16-16,78-15 3 15,4 7-6-15,4 1-18 16,3-1-4-16,0-1-2 15,1-10-3-15,8 0-4 16,6-8-1-16,-3-5 2 0,2-7-3 16,0-4-10-1,1-4-12-15,2 0-17 0,1-11 7 16,1-9-2-16,-4-6-1 16,0-5-4-16,-8 2 22 15,3-4 0-15,-6 3 2 16,-4 3 10-16,0 2 5 15,0 3 1-15,-2 2 6 16,-5 4 16-16,2 5 11 16,1 5 5-16,4 1-10 15,0 4 9-15,0 1-10 16,0 0-26-16,0 7 1 0,4 9 9 16,10 7 0-16,-2 4 0 15,4 0 3-15,-3 1-4 16,2 0-5-16,-3-4-3 15,0-1-2-15,-2-6 1 16,-2-3 1-16,0-6-3 16,-2-4-13-16,2-4-59 15,0-4-82-15,1-18-77 16,-4-12-194-16</inkml:trace>
  <inkml:trace contextRef="#ctx0" brushRef="#br0" timeOffset="63946.417">19940 8921 734 0,'0'0'9'0,"0"0"22"0,0 0 37 0,0 0 17 16,0 83-22-16,17-56-16 15,1 0-10-15,0 1-11 16,3-4-9-16,-3 0-1 15,-2 0-6-15,-2-6-5 16,-2-1-3-16,-6-2-2 16,0-3-9-16,-3-4-35 15,-2-3-33-15,1-4-28 16,-2-1-18-16,0 0 16 16,-6-3-259-16</inkml:trace>
  <inkml:trace contextRef="#ctx0" brushRef="#br0" timeOffset="64361.791">19927 9144 535 0,'0'0'56'15,"0"0"50"-15,0 0-25 16,0 0-27-16,18-76-15 16,-1 60-27-16,2 3-7 15,-2-1-5-15,3 4-4 16,0-1-32-16,-5 2-17 15,1 0-3-15,-5 2-16 16,-5-3 12-16,0-2 50 16,-6-1 10-16,0 0 2 0,0 1 6 15,0-3 27-15,0 4 16 16,-3 1 11-16,-2 1-1 16,1 5 7-16,4 3 1 15,-2 1-9-15,2 0-30 16,0 2-30-16,0 15 5 15,6 6 14-15,7 3 3 16,-1 1 2-16,6 1-3 16,-3 1-2-16,1-2 0 15,-2 0-4-15,-2-7-9 16,-2-1-2-16,-1-1-3 0,1-5-1 16,-3-1-2-1,-1-5-69-15,-3-3-46 0,-3-4-103 16,0 0-145-16</inkml:trace>
  <inkml:trace contextRef="#ctx0" brushRef="#br0" timeOffset="64517.863">19996 8764 226 0,'0'0'503'0,"0"0"-503"0,0 0 29 15,0 0-29-15,0 0-12 16,0 0-64-16,27 35-151 16</inkml:trace>
  <inkml:trace contextRef="#ctx0" brushRef="#br0" timeOffset="64907.879">20287 8911 736 0,'0'0'9'0,"0"0"86"16,0 0 22-16,13 73-50 16,1-53-23-16,1-5-28 15,2-1-11-15,2-1-2 16,-2-4-1-16,0-4 0 16,1-2-2-16,-3-3 0 0,1 0-16 15,-4-8-5-15,1-8-1 16,-4-2 3-16,-4-4-7 15,-3-3 18-15,-2-3 4 16,0 0 1-16,-2-2 3 16,-12 2 2-16,-2 6 1 15,-4 3 21-15,3 4 11 16,-2 6-4-16,-1 3-6 16,1 6-7-16,-4 0-10 15,4 10-1-15,-5 8-4 16,6 3 0-16,2-2-3 15,8 2 0-15,5-1 0 16,3-4-5-16,0-3-70 16,14-5-96-16,2-5-143 0</inkml:trace>
  <inkml:trace contextRef="#ctx0" brushRef="#br0" timeOffset="65356.262">20600 8701 784 0,'0'0'0'0,"0"0"66"15,0 0 35-15,0 0-40 16,-1 88-11-16,13-66-30 16,1-4-4-16,-1-1-5 15,-1-3-4-15,-1-3-4 0,-4-2 0 16,-2-5-1-16,0-1-2 15,-4-3-1-15,0 0-10 16,0 0-1-16,0-9-16 16,-2-9-24-16,-9-2 21 15,1-2 19-15,1-4 1 16,5 1 11-16,-1 0 1 16,5-1 8-16,0 5 2 15,3 4-7-15,8 3 7 16,-1 7 0-16,3 4 0 15,4 2 3-15,1 1 10 16,4 0-3-16,0 4-4 16,1 8 0-16,2 4 7 0,-2 1-6 15,-1-1-5-15,-4-2-7 16,-5-1-1-16,1-2-1 16,-5-2-4-16,0-2-31 15,-5 0-66-15,1-4-74 16,-5-3-265-16</inkml:trace>
  <inkml:trace contextRef="#ctx0" brushRef="#br0" timeOffset="66211.823">21145 9440 726 0,'0'0'63'0,"0"0"25"0,0 0 10 0,0 0-86 0,0 0 33 15,0 0 1-15,45 66-20 16,-26-43-5-16,-6-5-6 15,-2-1-4-15,-1-3-2 16,-4-5-2-16,-1 1-3 16,-4-3-1-16,1-3-1 15,-2-2-2-15,0-2-10 16,0 0-3-16,-9-5-8 0,-7-10-12 16,0-3 25-16,3-1-9 15,7-1 16-15,5 2 2 16,1 1 9-16,0 4 3 15,7 3-2-15,12 2-3 16,5 4 0-16,5 2-2 16,-1 2-1-16,0 0-2 15,2 0-3-15,-4 6 2 16,-4 2-2-16,-6 4 0 16,-5-1 0-16,-5 2-11 15,-3-2-19-15,-3 0-9 16,0-4-9-16,0-5 3 15,-9-2 12-15,-2 0 0 0,-5-9-26 16,2-6 40 0,3-5 19-16,5-2 7 0,0 1 24 15,6-5 12 1,0 5-9-16,0-2-5 0,7 3-5 16,12 5-2-16,1 2-3 15,4 5-5-15,0 3-3 16,1 5 4-16,2 0 0 15,-5 0 1-15,-1 9-1 16,-2 3-6-16,-5 4 2 16,-2-1 1-16,-6 5-3 15,-2 0-4-15,-2 0 1 16,-2-6-6-16,0-3-4 16,0-3-81-16,0-6-106 0,0-2-289 15</inkml:trace>
  <inkml:trace contextRef="#ctx0" brushRef="#br0" timeOffset="66541.903">21848 9158 739 0,'0'0'36'0,"-25"-72"112"0,9 41-68 15,1 4-14-15,-3 9-20 16,3 3-17-16,-2 9-5 0,-3 6-11 16,5 0-10-16,-1 14-3 15,2 11 3-15,10 7-3 16,2 7 0-16,2-1 0 16,0 1 4-16,14-2-2 15,7-6 9-15,4-6-4 16,3-5-4-16,4-9 0 15,0-9 2-15,3-2-5 16,-1-9-5-16,-2-13-53 16,-1-9-37-16,-6-1-89 15,-7-8-164-15</inkml:trace>
  <inkml:trace contextRef="#ctx0" brushRef="#br0" timeOffset="66796.232">22058 8778 806 0,'0'0'43'16,"0"0"72"-16,0 0-16 16,0 0-39-16,0 0-54 15,0 0 20-15,-3 64 2 16,21-34-2-16,3 2 4 16,0 1-4-16,2-6-2 15,-3 1-10-15,1-3-2 16,-3-5-8-16,-5-5-3 15,3-4-1-15,-5-2-8 16,0-4-29-16,-3-5-46 16,-2 0-39-16,-3 0-51 0,-3-7-48 15,0-8-238-15</inkml:trace>
  <inkml:trace contextRef="#ctx0" brushRef="#br0" timeOffset="67443.094">22088 8984 607 0,'0'0'103'16,"0"0"33"-16,0 0-25 16,0 0-64-16,0 0-29 15,0 0-18-15,37-86 0 16,-4 60 0-16,4 0-34 16,-6-2-26-16,5-3-44 0,-6 0 15 15,-5-3-22-15,-11 1 15 16,-11 2 62-16,-3 2 29 15,-8 3 5-15,-12 4 14 16,-6 5 68-16,1 4 47 16,-4 4 8-16,6 4-12 15,8 1-38-15,4 4-13 16,7 0-19-16,4 7-41 16,0 14-13-16,7 8 27 15,13 7-5-15,6 1 7 16,3-1-11-16,2 0-4 15,-1-1 0-15,-2-6 3 16,-5 1-6-16,-1-5-4 0,-3-2-5 16,-8-5-1-1,0-2-1-15,-7-6 3 0,0-5-4 16,-1-2-2-16,-1-1-5 16,-2-2-5-16,0 0 4 15,0 0 3-15,0-6-5 16,0-8-13-16,0-4 0 15,0-4 3-15,0 0 12 16,0-2 3-16,6 1 3 16,-2 2 2-16,1 1 0 15,-1 4 2-15,2 3-2 16,3 2 3-16,-3 3-3 16,5 5 4-16,2 1-3 15,2 2 4-15,4 0-3 0,-2 3-1 16,4 8 0-16,-1 6 0 15,-3 0 2-15,-1 1-2 16,-4 0 0-16,-2-2-1 16,0-3 0-16,-4-3-10 15,0-6-54-15,-2-4-123 16,2 0-104-16,-2-17-87 16</inkml:trace>
  <inkml:trace contextRef="#ctx0" brushRef="#br0" timeOffset="67774.295">22699 8574 773 0,'0'0'54'0,"0"0"109"0,0 0-84 0,0 0-57 15,0 0-5-15,0 0-1 16,4 84-8-16,13-61-3 16,-2-6-2-16,3-4 1 15,-6-6-3-15,3-7 0 16,-3 0 1-16,-1 0 1 15,-3-17 0-15,0-3 1 16,-2-4-3-16,-5-1 2 16,-1-4-3-16,0 3 3 15,0 2 2-15,-10 4 18 16,-3 4 32-16,-3 6 5 16,-1 6-7-16,-1 4-35 0,-3 0-15 15,4 5-3-15,1 11 0 16,5 3-1-16,7-1-9 15,4 2-49-15,0-4-48 16,7-3-91-16,9-4-160 16</inkml:trace>
  <inkml:trace contextRef="#ctx0" brushRef="#br0" timeOffset="68244.516">22998 8396 432 0,'0'0'466'15,"0"0"-315"-15,0 0-12 16,0 0-84-16,0 0-32 0,-91 58-9 16,83-24-7-16,6-1-1 15,2 2-6-15,2-6 1 16,10-4 0-16,7-8-1 16,1-5-16-16,2-11-15 15,-1-1-7-15,2-4-11 16,-2-16-10-16,-2-7-10 15,-7-4 12-15,-1-3 4 16,-7-2 20-16,-4-4 11 16,0-2 14-16,-15-1 7 15,3 2 1-15,-10 4 29 16,4 5 58-16,0 8 18 0,2 8-10 16,6 6-35-1,4 5-13-15,3 5-12 0,3 0-18 16,0 15-13-16,0 12-4 15,0 12 16-15,6 1-3 16,10 2 14-16,1 1 1 16,4-2-3-16,2-3 9 15,-1-2-5-15,3-4-5 16,-3-6-13-16,-3-1-5 16,0-7-5-16,-4-5-1 15,0-6-2-15,-2-5-17 16,1-2-51-16,-1 0-78 15,2-20-160-15</inkml:trace>
  <inkml:trace contextRef="#ctx0" brushRef="#br0" timeOffset="68395.42">23523 8366 762 0,'0'0'296'0,"0"0"-169"16,0 0-49-16,0 0-58 15,0 0-20-15,0 0-13 16,-42-24-178-16,48 13-470 16</inkml:trace>
  <inkml:trace contextRef="#ctx0" brushRef="#br0" timeOffset="76921.802">14403 13641 177 0,'0'0'25'0,"0"0"-15"15,0 0 9-15,0 0 11 16,0 0 12-16,0 0 13 16,80 38-8-16,-57-37 2 15,2-1-18-15,6 0-8 16,2 2-6-16,3-2-1 16,1 0-5-16,2 0 1 15,1 0 1-15,2 0-4 16,4 0 1-16,1 0 4 15,3 0-5-15,-5 0-1 0,7 0 3 16,-4 0-2 0,0 2-2-16,2 1-2 0,-3 0 3 15,2-2-1-15,-4 1-2 16,2-2 2-16,2 0-2 16,3 0 1-16,3 0-2 15,1 0-1-15,-2 0-2 16,1-2 1-16,-1 0-1 15,-3-1-1-15,0 0 0 16,1 0 0-16,1 0 3 16,2 1-2-16,-4-1 1 15,3 3 2-15,-2 0-3 16,-1 0 3-16,0 0-1 16,-1 0 1-16,0 0-1 15,-1 3-1-15,-1-2 2 0,1 2 2 16,-4-2-4-16,4 2 4 15,-3 1-5-15,3 4 2 16,0-2-2-16,-1 2 1 16,1-4-1-16,0 3 2 15,0 0-1-15,-3-4-2 16,-1 6 0-16,-2-5 1 16,1-1 0-16,0 1 4 15,5-2-2-15,-2-1 2 16,5 1-2-16,-5 0 2 0,3-2-2 15,-3 0-2-15,0 1 0 16,-3 0-1-16,3 1 3 16,-1 0-2-16,-1 0 0 15,1-1 2-15,-3-1-2 16,2 0 3-16,1 0 2 16,-2 0 0-16,2-1 1 15,-1-5 0-15,2 2 0 16,4 0-3-16,-6 1 3 15,1-1-2-15,-1-1-1 16,-3 1 1-16,-1-1 1 16,-1 4 2-16,-2-4 3 15,2 4 3-15,2-2-3 16,-2 3 0-16,1 0 1 16,-3 0 1-16,-2 0 2 0,-2 0-1 15,-2 0 2-15,0 0 1 16,-2 7-5-16,-1-4 2 15,-3 1 2-15,-2-3 0 16,0 5-3-16,0-1 2 16,-3-3 2-16,-3 2 0 15,-2-3-6-15,-4-1 4 16,-5 0-7-16,0 0-1 16,-6 0 0-16,-1 0-3 15,0 0 3-15,0 0 2 16,0 0-1-16,0 0-3 15,3 0 0-15,-3 0-1 0,0 0-1 16,0-1-3-16,0-4-42 16,0-7-82-16,-3-3-135 15,-16-4-486-15</inkml:trace>
  <inkml:trace contextRef="#ctx0" brushRef="#br0" timeOffset="80474.322">8335 17455 497 0,'0'0'8'0,"0"0"-5"0,0 0-3 0,0 0 0 0,0 0-31 15,0 0-80-15,0 0-90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8:55:34.290"/>
    </inkml:context>
    <inkml:brush xml:id="br0">
      <inkml:brushProperty name="width" value="0.05292" units="cm"/>
      <inkml:brushProperty name="height" value="0.05292" units="cm"/>
      <inkml:brushProperty name="color" value="#FFC000"/>
    </inkml:brush>
  </inkml:definitions>
  <inkml:trace contextRef="#ctx0" brushRef="#br0">6022 4477 394 0,'0'0'254'0,"0"0"-242"16,0 0-11-16,0 0-1 15,0 0-1-15,0 0-7 16,0 0-3-16,0 0 5 16,86 16 6-16,-36-12 41 15,7-4-28-15,4 0 3 0,6 0 5 16,-1 0 2 0,-2-4-5-16,2-5-4 0,-3-1-5 15,-4 0-4-15,-1-1 2 16,-9 1 1-16,-7-1 4 15,-9 3 0-15,-12-2-3 16,-6 5-2-16,-9 3-3 16,-6 0 2-16,0 2 3 15,-9 0-9-15,-24 0-62 16,-23 3-254-16</inkml:trace>
  <inkml:trace contextRef="#ctx0" brushRef="#br0" timeOffset="365.698">6116 4720 640 0,'0'0'2'0,"0"0"2"16,0 0 5-16,0 0 7 15,0 0 31-15,0 0-26 16,11-4-9-16,22-3 25 15,9-4-6-15,5-5-10 16,5 0-9-16,4-1 1 16,2-1-7-16,-1 0 1 0,-2-1-1 15,-2-1-2 1,0 2-2-16,-1 3-2 0,0-2 1 16,-7 1 1-16,-9 4-1 15,-3 0 3-15,-8 2-3 16,-9 4 5-16,-7 1-3 15,-6 3-2-15,-1 2 3 16,-2 0 0-16,0 0-2 16,0 0-2-16,0 0-23 15,-24 0-114-15,-13-4-306 16</inkml:trace>
  <inkml:trace contextRef="#ctx0" brushRef="#br0" timeOffset="1020.9">6414 3027 416 0,'0'0'56'0,"0"0"30"0,0 0 46 0,0 0-102 16,0 0-12-16,19-109-1 16,11 55 11-1,7-7-1-15,12-3-7 0,2-5-8 16,9 0 5-16,2 2 18 16,0 9-24-16,-6 12 0 15,-8 12 0-15,-9 7-2 16,-11 6-4-16,-3 6 7 15,-7 8-8-15,-6 4-4 16,-6 3-20-16,-3 0 20 16,-3 8 10-16,0 9-10 15,-12 4-28-15,-10 2-42 16,-5-6-53-16,0-3-51 0,3-11-49 16,8-3 8-16</inkml:trace>
  <inkml:trace contextRef="#ctx0" brushRef="#br0" timeOffset="1250.955">6856 2284 358 0,'0'0'46'16,"0"0"44"-16,0 0-14 15,0 0-32-15,0 0-4 16,0 0-31-16,26-42-1 16,-8 52 15-16,1 5 12 15,5 8 3-15,0 2 6 16,-2 3 4-16,2-2 0 15,-4-1-18-15,-1 0-10 0,0-3-7 16,-4-3-4-16,-4-1-5 16,1 3 0-16,-6-4-4 15,-2-5-6-15,-4 1-101 16,0-10-191-16</inkml:trace>
  <inkml:trace contextRef="#ctx0" brushRef="#br0" timeOffset="1715.462">7237 1938 490 0,'0'0'123'0,"0"0"-110"0,0 0 6 15,34 92 21-15,-16-55 22 16,2 1-8-16,-1 2 3 16,5-4-34-16,-6 0-16 15,4-4 1-15,-4-1-5 16,-6-5-1-16,0-6-2 15,-3-3-8-15,-3-9-51 16,-5-8-40-16,-1 0-66 16,0-12-85-16</inkml:trace>
  <inkml:trace contextRef="#ctx0" brushRef="#br0" timeOffset="1950.036">7353 2007 476 0,'0'0'63'0,"0"0"-16"16,0 0-36-16,0 0 39 16,0 0 30-16,94 23-41 15,-61-11-6-15,0-1-10 16,-2-1-11-16,-1 0-1 16,-3-5-6-16,-3 0-1 15,-3 0-1-15,1-5-3 16,-4 0-34-16,-3 0-37 15,-4-6-43-15,-4-9-45 0,-7-10-209 16</inkml:trace>
  <inkml:trace contextRef="#ctx0" brushRef="#br0" timeOffset="2233.559">7331 1504 392 0,'0'0'40'16,"0"0"65"-16,0 0-31 16,0 0-71-16,0 0-1 15,0 0 43-15,33 76 35 0,-5-43-3 16,2-1-2-16,7 3 2 16,-1-2-21-16,1 2-14 15,-4-1-12-15,1 1-9 16,-1-1-9-16,-4-2-3 15,-1-2-7-15,-7-5 2 16,-2 0-4-16,-5-6 0 16,2-3-49-16,-5-7-76 15,-3-7-188-15</inkml:trace>
  <inkml:trace contextRef="#ctx0" brushRef="#br0" timeOffset="2765.473">7947 1926 523 0,'0'0'35'0,"0"0"20"16,0 0 3-16,-4-74-41 15,20 60 11-15,5 6-13 16,3 3-5-16,4 5-2 16,0 0-8-16,1 12 0 0,-8 11 1 15,-3 5 15 1,-6 3-13-16,-4 0 3 0,-5 0-4 16,-3 0 3-16,0-6-2 15,-4 0 0-15,-6-9 1 16,2-6-2-16,1-4 3 15,-2-5 3-15,3-1 2 16,-2 0 8-16,2 0 19 16,3 0-10-16,0-3 20 15,2-6-32-15,1 4-5 16,0 0 2-16,0-3-6 16,0 3-3-16,10-2-2 15,7 0-1-15,1 1 3 16,1-1-3-16,1 4 6 15,0-2-5-15,1 3 2 0,0 1-2 16,0 1 3-16,-2 0-1 16,-4 0-3-16,0 0 0 15,-1 0 1-15,-4 0-1 16,3-6-23-16,-2-3-107 16,-5-6-96-16</inkml:trace>
  <inkml:trace contextRef="#ctx0" brushRef="#br0" timeOffset="3095.488">8347 1330 607 0,'0'0'39'0,"0"0"70"0,0 0-50 15,0 0-28-15,0 0 23 16,0 0 17-16,46 94-15 16,-13-73-19-16,0 1-7 15,-2 1-7-15,0-1-4 16,-4 3-8-16,-4-5-5 16,-2 3-2-16,-2-6 0 15,-4 0-2-15,-3-1 0 16,-2-4 0-16,-4-1-2 0,-1-4-8 15,-2-1-33-15,0-5-31 16,-3-1-22-16,0 0-14 16,-12-4-276-16</inkml:trace>
  <inkml:trace contextRef="#ctx0" brushRef="#br0" timeOffset="3276.665">8404 1608 656 0,'0'0'94'16,"0"0"27"-16,0 0-38 15,0 0-51-15,0 0 5 16,0 0-27-16,92-59-10 0,-56 24-18 16,6-2-215-16,-7-2-234 15</inkml:trace>
  <inkml:trace contextRef="#ctx0" brushRef="#br0" timeOffset="3659.29">8866 1092 640 0,'0'0'96'16,"0"0"77"-16,0 0-110 15,-83 102-10-15,71-66-15 16,4-2-17-16,8 1-9 15,0-4-8-15,14 1-4 0,6-7-1 16,5-4 1 0,0-5 5-16,0-5-3 0,2-7-2 15,-2-4-11-15,-1 0-7 16,0-13-6-16,-3-5 24 16,-2-5 7-16,-7-3-1 15,-4-6-3-15,-5 1-1 16,-3 0 3-16,0-3-3 15,-3 0 6-15,-15 1-5 16,-9 2 11-16,2 8 30 16,-4 4-22-16,4 4 15 15,5 8-27-15,3 3-6 16,6 4-2-16,-2 0-2 0,10 15-20 16,3 10-88-16,0 1-76 15,0 5-222-15</inkml:trace>
  <inkml:trace contextRef="#ctx0" brushRef="#br0" timeOffset="4145.252">9203 1274 557 0,'0'0'9'0,"0"0"88"0,0 0-70 0,0 0-13 16,0 0-10-16,0 0 11 15,50-15-8-15,-25 29-3 16,2 2 19-16,-3 5 5 16,-8 6-14-16,-1 1-3 15,-6 3-6-15,-4 3 3 16,-5-4-3-16,0 0-2 15,-5-3 0-15,-10-6 0 16,-1-6 1-16,-4-6-1 16,2-7 2-16,-2-2-1 0,4 0 6 15,0 0 62 1,4-1-13-16,3-7-27 0,2 0-9 16,4 5 16-1,3-2-21-15,0 5-18 0,0 0-5 16,3 0 4-16,18 0 1 15,4 0 3-15,0 0-2 16,2 0-1-16,0 0 2 16,-3 3-5-16,-3 2 1 15,-3-1-13-15,-3-2-23 16,-5-2-44-16,3 0-54 16,-5-1-67-16,0-17-266 15</inkml:trace>
  <inkml:trace contextRef="#ctx0" brushRef="#br0" timeOffset="4431.743">9433 874 610 0,'0'0'28'0,"0"0"87"0,0 0-70 0,0 0-10 0,0 0 36 16,15 78 11-16,12-54-18 16,1 0-20-16,6 2-7 15,-2-6-9-15,1 2-16 0,-4-4-5 16,-3-1-3-16,-4-3-1 16,-4-1-3-16,-6-4-5 15,-2-6-50-15,-5 0-35 16,-2-3-96-16,-3 0-121 15</inkml:trace>
  <inkml:trace contextRef="#ctx0" brushRef="#br0" timeOffset="4595.547">9446 958 472 0,'0'0'402'16,"0"0"-327"-16,0 0 27 0,0 0-77 15,0 0-15 1,0 0-10-16,111-59-7 0,-57 33-143 16,-1-3-204-16</inkml:trace>
  <inkml:trace contextRef="#ctx0" brushRef="#br0" timeOffset="5152.619">8847 2406 467 0,'0'0'111'0,"0"0"80"0,0 0-47 0,0 0-61 16,0 0-10-16,0 0-16 15,-76-6-31-15,68 33-15 16,1 6-8-16,7 16 5 15,0 1 12-15,0 4-2 16,3-4-3-16,13-7-10 16,5-6-2-16,3-9-1 15,3-11-1-15,4-6-1 0,4-10-32 16,0-1-68 0,4-19-47-16,-5-16-112 0,-4-11-285 15</inkml:trace>
  <inkml:trace contextRef="#ctx0" brushRef="#br0" timeOffset="5520.797">9068 2345 654 0,'0'0'69'16,"0"0"62"-16,0 0-90 16,-30 87-2-16,30-53-8 15,16-4-16-15,11 0-6 16,4-7-5-16,5-3 1 15,-1-1 3-15,-1-6-8 16,-4-7-16-16,-8-3-31 0,5-3-17 16,-9-3 7-16,-3-16 24 15,-6-5 26-15,-2-6 7 16,-3 1 2-16,-4-3 6 16,0 0 5-16,-7 3 34 15,-11 0 27-15,-6 2-19 16,-2 3-5-16,-4 2-1 15,-2 6-25-15,3 3-1 16,0 7-4-16,4 2-12 16,5 4-4-16,3 0-3 0,1 15-4 15,0 9-2 1,4 9-11-16,2-3-54 0,10 0-113 16,0-6-68-16</inkml:trace>
  <inkml:trace contextRef="#ctx0" brushRef="#br0" timeOffset="6364.535">9446 2333 631 0,'0'0'54'0,"0"0"146"15,0 0-137-15,0 0-16 0,0 0-32 16,0 0-10-16,11-3 2 16,4-1 3-16,-2 2 0 15,-4 1 0-15,0 1-6 16,0 0 0-16,-4 0 1 16,-1 0-5-16,-2 0-6 15,-2 0 4-15,0 0 2 16,0 0 11-16,0-3 0 15,0 0-7-15,-2-1 4 16,-2 1 33-16,4 3 5 16,0-3-9-16,0 2-27 15,0 1-7-15,10-3-3 16,8 3 1-16,6 0 0 16,-6 0-1-16,1 0 0 0,-4 7-4 15,-3 0-17-15,-6-1-2 16,-6-1-8-16,0 0 8 15,0-3 14-15,-6-2 9 16,-13 0 3-16,-1-3 2 16,-2-11-2-16,3-6-3 15,3-1 16-15,3 4 22 16,6 1-5-16,4 4-18 16,3 2-6-16,0 2-9 15,7 4-3-15,14 4 2 16,9 0-3-16,4 0 1 15,-1 15 2-15,4 2 1 16,-5 3 0-16,-7 2-4 0,0 4-14 16,-11 1 1-16,-4-1-3 15,-10 0 8-15,0 2 1 16,0-1 2-16,-15 0 1 16,-3-5-4-16,-1-5 0 15,0-4 12-15,2-8 1 16,2-5 5-16,2 0 26 15,7 0 14-15,-1 0-24 16,7 0 3-16,0 0-21 16,0 0-2-16,0 0-4 15,0-2-2-15,19 2 4 16,3-1-1-16,5 1 1 0,1 0-3 16,-2 0 6-16,5 0-3 15,-2 0 1-15,-4 0 1 16,-1-4-2-16,-5-3 1 15,-2-5 2-15,0-4 2 16,-3-1-3-16,-1-4-2 16,-5 0-56-16,-2-3-53 15,-6-7-81-15,0-6-340 16</inkml:trace>
  <inkml:trace contextRef="#ctx0" brushRef="#br0" timeOffset="7612.508">8878 687 206 0,'0'0'60'0,"-130"-35"12"0,68 21 23 0,-1-1-17 0,3 7-23 16,-2-1-24-16,-4 4 18 16,2 3-31-16,-2 2-10 15,-4 0 3-15,-3 2-1 16,-3 17-3-16,-5 6-1 15,1 4 7-15,2 6 1 16,-1 7 34-16,1 2-3 16,-5 6-39-16,1 4-3 15,4-1-2-15,-1 4 4 16,5-1-1-16,-4 7 2 16,2 1-1-16,6 4 4 15,0 2 2-15,4 7 3 16,2 6-6-16,3 0 1 0,3-1 3 15,7-2-1 1,3-5-4-16,11 0 5 0,7 0 5 16,9 0-4-16,9-1 7 15,6 4-2-15,6-1 6 16,0 4 0-16,15 4-11 16,9 4-2-16,9-1 7 15,6 3-3-15,8-4-5 16,7-5 4-16,6-1 0 15,4-5-8-15,3-6 3 16,2-3-1-16,4-8-5 16,3-3 3-16,2-5-2 15,0-1-2-15,-1-6 1 16,0-1-2-16,-1-7-1 0,3-1 10 16,-1-10 2-16,4-1 2 15,9-7 0-15,6-7-6 16,10-9 4-16,-1-1 1 15,-1-7-6-15,2-13 2 16,-1-8-2-16,0-2 4 16,-3-6-4-16,-4-6 1 15,-1-4-6-15,-8-3 3 16,8-2 0-16,-6-1-4 16,2-3 0-16,-6 0 2 15,-2-3-3-15,-3-4-3 16,0-2-3-16,-2-2 6 15,0-3 5-15,-8-3-4 0,-2-3 1 16,-10-5-2 0,-1 1 0-16,-9-2-2 0,-6 3-5 15,-11 2-6-15,-6-1 11 16,-8-2-3-16,-8 0 5 16,-6-2 0-16,-5 1-3 15,-1 1 3-15,0 1 7 16,0-2-5-16,-4-1 1 15,-14-3 2-15,0-1 2 16,-9 0 7-16,-1 3-14 16,-10 2 0-16,-6 3 2 15,-6 2-1-15,-6 6 3 0,-6 4-2 16,0 12-1 0,-7 3 1-16,-1 5-2 0,-3 5 4 15,3 2-2-15,-5 5-2 16,-1 3 11-16,-4-2-11 15,-5 3 0-15,7 1 4 16,2 3-5-16,1 4 1 16,-5 10 0-16,5 4 0 15,-7 5 2-15,1 2 1 16,-2 0-2-16,-5 7 1 16,0 9 0-16,3 3-2 15,3 2 0-15,1 3 2 16,5 4-1-16,0 2-1 15,6 3 0-15,10 0-3 16,18-7 3-16,17-10-7 0,12-3-34 16,8 12-61-16,-1 7-151 15,-9 0-80-15</inkml:trace>
  <inkml:trace contextRef="#ctx0" brushRef="#br0" timeOffset="108716.092">13860 9647 97 0,'0'0'213'0,"0"0"-202"0,0 0 1 15,0 0-1-15,0 0 28 16,0 0 19-16,0 0-25 16,12 59-2-16,1-50 8 15,4 0-13-15,-1 0-2 0,3 0 8 16,2-5-4-1,2 3-5-15,0-4-1 0,0-2 1 16,7-1-4-16,4 0-7 16,2 0 4-16,7 0 12 15,3 0-6-15,1-4-9 16,0-4-9-16,-2 1 1 16,1-2-2-16,1 2 3 15,3-3 4-15,1 2-2 16,3-2-4-16,2 2 3 15,1-4-1-15,1 5 2 16,-4-3-1-16,3 0-2 16,-5 2 3-16,0 1-3 0,-6 1 2 15,2-1 0 1,-2 0-3-16,0 0-1 0,-2 3-2 16,-1 1-1-16,-3 2 0 15,1 1 4-15,0 0-4 16,3 0 1-16,-1 0 0 15,3 0 0-15,2 0-1 16,0 0 1-16,-3 0-1 16,-2 0 0-16,-3 0-1 15,2 0 1-15,1 0 0 16,-3 0 0-16,6 4 2 16,-4 0-2-16,-1 3 0 0,0 2 1 15,0-2 0 1,-1 2 1-16,2-3-2 0,-3 4 3 15,-1-2-2-15,0 2 0 16,2-1 0-16,-1 0-1 16,0 1 7-16,1-2-7 15,2 2 0-15,-4-1 2 16,1 0-1-16,-2 1 2 16,-2 1 0-16,-1-2-1 15,2-1 1-15,0 2-2 16,1-3-1-16,5-2 2 15,-2 1 1-15,2-1 1 16,3-3-1-16,-5 2 5 0,1-2-4 16,-2 2-3-1,-1-1 3-15,-4 0-2 0,4 1-1 16,0-3 0-16,-1 1 1 16,1-1 0-16,-2-1 0 15,1 3 0-15,0-2-1 16,-1 1-1-16,1-1 4 15,-1 0-3-15,0 1 0 16,0 0 0-16,1-1 0 16,-1-1 0-16,-2 3-1 15,2-2 4-15,1 5-1 16,0-1-1-16,1-2 1 16,-4 5-1-16,2 0 3 15,-2-1-4-15,5 1 1 0,3 3-2 16,-2-6 2-16,2 0 0 15,1 0 2-15,2-1 2 16,1 0-2-16,-3-1 0 16,3 1 4-16,-4 1-3 15,4-1 2-15,-1-1-2 16,4-2 3-16,3-1 5 16,0 0-5-16,0 0-2 15,-4 0-1-15,-2 0 0 16,-3 0 1-16,2-3-3 15,-3 0 2-15,4 1 1 16,-3 0 0-16,2 1-2 16,-1 1 1-16,-3 0-1 0,-4 0 1 15,-1 0 0-15,0 0-2 16,-4 0 2-16,0 0-1 16,1-2-2-16,0 1 1 15,-1-2-2-15,3 0 0 16,-5 3 2-16,-1-3-1 15,1 3 1-15,0 0-3 16,-3 0 0-16,1 0 0 16,-4 0 1-16,2 0-1 15,-4 0 0-15,2 0 1 16,-5 0-1-16,2 0 0 16,1 0 0-16,-3 0 0 0,1 0 0 15,-4 0 1-15,0 0 0 16,-3 0-1-16,2-1 1 15,0-2-1-15,1-1 1 16,2-1 0-16,-1 1-1 16,-1 1 1-16,-3 1-1 15,5 0 1-15,-4 0-1 16,0 2 0-16,0 0 0 16,1 0 1-16,1 0 1 15,1 0-1-15,1 0 2 16,1 0 3-16,1 0-4 15,-3 0 4-15,6 0-6 16,-5 0 2-16,3 0 1 16,-2 0 0-16,-4 0 0 0,4 0 2 15,-4 0-4-15,2 0 2 16,-5 0 2-16,1-2 0 16,0 2-1-16,0-3 1 15,0 3-2-15,-1 0 0 16,4 0-2-16,-2 0 1 15,5 0 0-15,-4 0-1 16,3 0 3-16,-5 5-2 16,-3-3-1-16,1 2 0 15,-2-3 3-15,1 1 2 16,-2 0-1-16,-2-2 0 16,-1 0 0-16,-2 0-3 15,0 2 6-15,1-2-5 0,-1 0 6 16,-3 0-5-16,1 0 3 15,1 2 1-15,-2-2-3 16,1 0 4-16,-1 0-5 16,0 0 2-16,0 0-4 15,0 0-1-15,0 0 0 16,0 1 0-16,0-1-1 16,2 2-1-16,1 1 1 15,1-2 0-15,2 6 0 16,0-3 1-16,0 1-1 15,0-2 0-15,-1 4 0 16,-1-4 0-16,-1 1 1 16,2-1-1-16,0-2 0 0,-3 2 0 15,1-2 1-15,-2 0-1 16,2 1 0-16,-1 0 0 16,-1-1 1-16,1-1 0 15,-2 1-1-15,3 1 0 16,-2-1 2-16,1-1-2 15,-2 0 0-15,0 2 1 16,3-1 0-16,-3-1 1 16,0 1 0-16,0 1 0 15,0-2-1-15,2 0 1 16,-2 0-1-16,0 0 2 16,0 0 1-16,0 3 0 0,0-3 3 15,0 1-1-15,0 2-1 16,0-3-2-16,3 0 1 15,-3 1 2-15,0-1-3 16,4 0 1-16,-4 0 0 16,0 0 1-16,0 3-1 15,0-3-1-15,0 0-1 16,0 0 0-16,0 0 1 16,0 0-1-16,0 0 0 15,0 0 0-15,0 0 0 16,0 0-1-16,0 0 0 15,0 0 0-15,0 0 0 16,0 0-1-16,0 0 1 0,0 0 0 16,0 0 0-1,0 0-1-15,0 0 2 0,0 0-2 16,0 0 1-16,0 0 0 16,0 0 2-16,0 0-2 15,0 0 2-15,0 0 1 16,0 0-1-16,0 0 0 15,0 0 0-15,0 0 1 16,0 0-3-16,0 0 1 16,0 0-2-16,0 0 0 15,0 0-1-15,0 0 1 16,0 0 0-16,0 0 0 16,0 0 0-16,3 0 0 15,1 3 0-15,-1-3 0 0,-3 4 0 16,3-4 0-16,0 1-1 15,-1 2 1-15,-2-3 0 16,4 5 0-16,-1-5 0 16,-1 3 0-16,3 0 0 15,-3-3 0-15,-2 5 0 16,3-5 0-16,-3 3 0 16,2-2 0-16,-2-1 0 15,0 3 0-15,1-2 0 16,-1-1 0-16,0 0 0 15,3 4-1-15,-3-4 1 16,2 2 0-16,-2-1 1 16,1-1-1-16,-1 3-1 0,0-3 1 15,2 2 0-15,-2-2 0 16,1 0-2-16,-1 0-1 16,0 0-2-16,0 0-4 15,0 0-4-15,2 0-9 16,-1 0-12-16,1 0-15 15,-2 0-39-15,0 0-40 16,0 0-67-16,-3 0-126 16,-20-12-329-16</inkml:trace>
  <inkml:trace contextRef="#ctx0" brushRef="#br0" timeOffset="111138.9">13663 9938 220 0,'0'0'16'0,"0"0"-9"0,0 0 11 0,0 0-3 0,0 0 7 16,0 0-1-16,0 0 6 15,19-8 34-15,-9 8-25 16,1 0-12-16,4 0 3 16,3 0 6-16,3 0-5 15,5 0 0-15,6 0-6 16,5 0 0-16,5-2-6 15,4 2 4-15,2-3 2 16,1 2 0-16,2-3 2 16,3-1 2-16,5 0-5 15,4 1 2-15,3-1-7 16,-2 3-7-16,3 0 1 0,-3-1-2 16,3-1 6-16,3 3 3 15,5-5-7-15,-4 5 0 16,4-3-1-16,-3-2-3 15,-5 5 2-15,-5-2 2 16,0 3-1-16,-4 0 0 16,-3 0 1-16,0 0-2 15,2 0-1-15,1 0 3 16,5 3 1-16,1 1-5 16,-1-1 1-16,1-2-7 15,0-1 3-15,-1 0 0 16,4 0 0-16,-3 0-2 15,-2 0 3-15,1 0-1 16,-5 0 0-16,-1-4 0 16,-2 1 0-16,-1 2-1 0,-3 1-2 15,-5 0 0-15,-1 0 2 16,0 0-1-16,-5 0-1 16,0 8 2-16,-3 2-1 15,-1-2-1-15,0 1 2 16,0 3-2-16,2-2 1 15,1 0-1-15,-1 0 0 16,2-1 1-16,-1-1-1 16,-7-1-1-16,-2-1 1 15,2-2 2-15,-3 0-2 16,3-1-1-16,-1-3 1 16,3 0 0-16,1 0 0 0,-1 0 1 15,5 0-1-15,0 0 0 16,-5-3 0-16,5 2 1 15,-3-2-1-15,-2 2 0 16,1 1 0-16,-1 0 1 16,1 0-1-16,-3 0 0 15,0-3 0-15,1 3 0 16,0-2 0-16,2 1 2 16,0 0-2-16,1-2 2 15,4 0-2-15,1-2 0 16,1 0 1-16,4-3 0 15,2-2-1-15,5 0 0 16,-1-2 0-16,6 0 1 16,-2-1-1-16,-4 3-1 15,0-1 1-15,-2 5 0 0,-3 0 0 16,0 1-1-16,0 1 1 16,0 1 0-16,0 3 0 15,-2 0 0-15,-2 0 0 16,-2 0 0-16,-5 0 0 15,-4 1 0-15,0 6 0 16,-2 0 0-16,-1 1 0 16,1-1 0-16,2-2 1 15,-4 1-2-15,-1-1 1 16,2 0 0-16,-2 2 1 0,2-3-1 16,-3 0 0-1,0 2 0-15,-4-2 0 0,2 2 0 16,-2-2 2-16,4 0-3 15,-1 0 2-15,2 1-1 16,2-2 0-16,2-1 0 16,-1 1 0-16,4 0 0 15,3 1 1-15,-3-1-2 16,-1 1 2-16,0-2-2 16,-3-1-1-16,1-1 2 15,-2 0 0-15,-3 0 0 16,4 0 0-16,0 0 1 15,3-1-1-15,-3-7 0 16,2 3 0-16,0-2 0 16,1 1 0-16,0 1 0 0,-4 0 1 15,4 1 0 1,-3 1-1-16,0-1 0 0,-2 1 0 16,0 0 0-16,-2 2 0 15,1-1 1-15,-3 2 2 16,-3-1 0-16,-2-1 3 15,2 0 6-15,0 2 0 16,-3-2-3-16,-2 0 1 16,1 1-4-16,-3-1 1 15,2-2-3-15,-3 4 3 16,-1-2 1-16,-2 2 2 16,-1 0 6-16,-1-3-2 0,-1 3-4 15,0 0 3-15,1 0-5 16,-2 0 3-16,-2-1-8 15,1-2 4-15,-2 3-2 16,-1 0-1-16,-1 0 1 16,-1-1-2-16,0-2 0 15,0-1-3-15,0-3 0 16,-6-5-60-16,-6-3-75 16,-12-9-166-16</inkml:trace>
  <inkml:trace contextRef="#ctx0" brushRef="#br0" timeOffset="162277.799">17366 12940 384 0,'0'0'6'0,"0"0"24"0,0 0 52 16,0 0-18-16,0 0-5 15,0 0-14-15,0 0-17 16,-20 7 0-16,25-7-10 15,16-7-3-15,7-10 9 16,8-5-10-16,7-2 0 16,2-3-1-16,2-2-6 15,3-1-4-15,-1 1 3 0,-3-1-3 16,0 1 2-16,-2-1-2 16,0 1 3-16,0 1 2 15,2-1 3-15,6-2 2 16,1 2 2-16,-1-4-10 15,-4 4 2-15,-4 1-3 16,-6 3 0-16,-9 7-3 16,-5 6 1-16,-9 2 0 15,-7 6-2-15,-7 2 0 16,2 1-1-16,-3 1-18 16,0 0-71-16,-6 0-74 0,-16 0-260 15</inkml:trace>
  <inkml:trace contextRef="#ctx0" brushRef="#br0" timeOffset="162765.534">17985 12272 549 0,'0'0'3'15,"0"0"10"-15,0 0-1 16,0 0-5-16,0 0 57 15,0 0-12-15,103 35-25 16,-57-25-4-16,-3-4-5 0,0 0 6 16,1-3-10-16,-4-2-7 15,-1-1-2-15,-6 0-2 16,-2 0-3-16,-7 0 4 16,-2 0-3-16,-8 0 1 15,-4 0 1-15,-4 0-1 16,-3 0 0-16,-3 0 0 15,0 0 1-15,0 0 3 16,0 0 24-16,0 0-6 16,0 0-8-16,0 13-7 15,-10 6 7-15,-5 7 14 16,4-2 3-16,2 2 0 0,-1 3-5 16,3-1-4-1,-1-1 2-15,2-1 2 0,1-3-6 16,2-3-3-16,1-3-10 15,0-3-2-15,2-7-3 16,-3-3-2-16,3-3-2 16,0-1 2-16,0 0-2 15,0 0 0-15,0-2-8 16,0-12-52-16,0-3-119 16,0-3-191-16</inkml:trace>
  <inkml:trace contextRef="#ctx0" brushRef="#br0" timeOffset="163276.655">19291 11529 450 0,'0'0'60'0,"0"0"-16"0,0 0 90 16,0 0-41-16,-91-40-18 15,65 54-23-15,2 12-3 16,0 9 0-16,9 7-13 16,0 6 0-16,6 4 2 15,6 1-3-15,0-2 0 16,3-1-7-16,0-1-6 15,0-5-3-15,0-3-7 16,11-6 0-16,0-6-6 16,6-4-3-16,-2-7 0 15,2-4 1-15,5-5-4 0,1-6-28 16,8-3-41-16,2 0-40 16,4-6-71-16,-1-10-126 15</inkml:trace>
  <inkml:trace contextRef="#ctx0" brushRef="#br0" timeOffset="163838.975">19559 11780 610 0,'0'0'25'0,"0"0"98"15,0 0-7-15,0 0-62 0,0 0-42 16,0 0-7-16,-28 49 11 15,26-21 0-15,2 1-5 16,0-1-3-16,0 0 1 16,0-1-2-16,2-3-5 15,5-3-1-15,0-3 2 16,-2-6-2-16,4 0 3 16,-3-2-4-16,9-3 1 15,-2-2 2-15,4-3-2 16,2-2 4-16,3 0-3 15,2 0 0-15,0-4-2 16,-6-7 0-16,4-3 0 16,-4-2-1-16,-4-1 1 0,-4 0 0 15,0-2 2 1,-3-1-1-16,-6 1 1 0,-1 1-1 16,0 5 0-16,0 2 0 15,-1 4 0-15,-9 2 3 16,-1 2 4-16,-3 3-5 15,-2 0-1-15,-1 0-2 16,-2 7 1-16,-5 7-1 16,3 2 0-16,0 3 1 15,-4 3 2-15,4 0 2 16,8-3 1-16,-2 0 2 16,4-5 2-16,7-1-7 0,1-6 0 15,3-3-3-15,0 0 0 16,0-3 0-16,1-1-10 15,13 0-46-15,7 0-67 16,1-15-138-16,2-5-391 16</inkml:trace>
  <inkml:trace contextRef="#ctx0" brushRef="#br0" timeOffset="164183.607">19859 11426 527 0,'0'0'25'0,"0"0"62"16,0 0-35-16,0 0 31 0,0 0 5 15,0 0-24-15,59 78-12 16,-45-52 5-16,2 6-18 15,-4 2-13-15,1 0-1 16,-2-2-5-16,-2 0-12 16,0 0-5-16,0-4 4 15,-5-2-5-15,4-7-1 16,-5-3 1-16,0-5-2 16,0-5-2-16,0-6-35 0,4 0-23 15,1-6-18-15,1-16-55 16,-1-9-93-16,-3-9-162 15</inkml:trace>
  <inkml:trace contextRef="#ctx0" brushRef="#br0" timeOffset="164467.837">20089 11325 448 0,'0'0'34'16,"0"0"77"-16,0 0 11 15,0 0-92-15,0 0 2 16,0 0 23-16,13 53-7 16,-1-34 7-16,4 4-13 0,-1 1 5 15,1 1-9-15,-2 0-15 16,2 0-11-16,-4 0 4 16,1 0-11-16,-3-2 1 15,-1-3-4-15,-3-4 0 16,0-4-2-16,-2-1-2 15,1-3-35-15,-2-6-36 16,-3-2-57-16,0 0-78 16,0 0-118-16</inkml:trace>
  <inkml:trace contextRef="#ctx0" brushRef="#br0" timeOffset="164670.897">19975 11630 613 0,'0'0'21'0,"0"0"4"15,0 0 35-15,0 0-13 16,0 0-4-16,0 0-16 16,40 7-13-16,-10-21-14 15,5-3-1-15,-1-3-125 16,-3-1-178-16</inkml:trace>
  <inkml:trace contextRef="#ctx0" brushRef="#br0" timeOffset="164947.829">20336 11378 516 0,'0'0'36'0,"0"0"23"0,0 0-9 15,0 0 54-15,0 0-30 16,0 0-6-16,37 95-13 16,-22-68 1-16,-1-1-14 15,2 1-11-15,-4 0-9 16,0-2-10-16,0-4-8 16,-4-1-2-16,0-4 1 15,-2-2-1-15,-4-5-2 0,4-2-32 16,-4-5-45-16,-1-2-61 15,-1 0-96-15,0-9-184 16</inkml:trace>
  <inkml:trace contextRef="#ctx0" brushRef="#br0" timeOffset="165494.265">20467 11435 146 0,'0'0'357'0,"0"0"-331"16,0 0 78-16,0 0-17 0,0 0-22 15,0 0-29-15,66-42-5 16,-46 42 6-16,-1 11 1 16,-1 5-12-16,-8-1-8 15,-2 8-7-15,-4 1-2 16,-4 1-2-16,0 1-2 15,0 2-2-15,-6-3 2 16,-6-3-4-16,4-4 1 16,-2-5-1-16,4-4-1 15,3-4 0-15,2-4 3 0,1 2-1 16,0-3 0 0,0 0 6-16,0 0 19 0,0 0 5 15,0 0-19-15,0-8-9 16,0 1-3-16,7-3 1 15,6 1 4-15,0 1 3 16,2-1-1-16,1 2 4 16,-1 1-4-16,0 2 4 15,2 0-6-15,-4 2 3 16,2 1-1-16,-2 1 2 16,1 0-2-16,-1 0-1 15,-3 0-2-15,3 0 1 16,0 0-2-16,-1 0-1 15,1 0-2-15,-4 0 2 16,2 0 0-16,-4-3-3 16,0-7-1-16,-1-2-49 0,0-5-65 15,-1-6-88-15,0-8-227 16</inkml:trace>
  <inkml:trace contextRef="#ctx0" brushRef="#br0" timeOffset="165952.329">20851 11012 643 0,'0'0'39'0,"0"0"112"16,0 0-40-16,0 0-52 0,0 0-21 16,0 0-19-16,-76 42-1 15,76-20-1-15,0 1 3 16,10 1 3-16,4-3-5 15,4 4-4-15,1-2-5 16,2-4-3-16,-2-4-5 16,3-2 1-16,-3-4 1 15,4-7-2-15,0 0 1 16,-2-2-2-16,-2 0 0 16,0-6-4-16,0-10 0 15,-5 0 2-15,-3-4 2 16,-4-1 0-16,-2-3 0 15,-5-2 0-15,0 0 0 0,0-1 2 16,-11 0-2 0,-4 3 1-16,-1 2 1 0,-3 1 6 15,1 5 3 1,0 0 4-16,4 8-2 0,1 1-7 16,-1 3-2-16,5 4-4 15,-2 0-1-15,2 0 1 16,1 6-19-16,3 10-37 15,1 5-33-15,4-1-87 16,0-4-219-16</inkml:trace>
  <inkml:trace contextRef="#ctx0" brushRef="#br0" timeOffset="166447.697">21284 10939 626 0,'0'0'12'0,"0"0"21"0,0 0 48 16,-8 89-5-16,8-53-8 16,0-1-29-16,6 1-8 15,5 2-6-15,2-4-1 16,-1-5-9-16,1-5-3 15,2-1-4-15,0-2-6 16,-4-6 0-16,1-3-1 0,2-4 0 16,-3-3-1-1,1-5 2-15,1 0 6 0,1 0-6 16,2-13 3-16,-1-3-4 16,-3-2 2-16,2-1-2 15,-4-3 2-15,-4 2 4 16,-3-1 4-16,-3 2 4 15,0 3 14-15,0 3 11 16,-11 2-4-16,-2 7 2 16,-2-2 10-16,-4 6-2 15,-4 0-18-15,1 0-8 16,-4 11-10-16,1 5-5 16,4 3 0-16,3 0-5 15,4 0 1-15,1-1 1 0,6-6-2 16,3 3-12-16,4-9-57 15,0-6-76-15,16 0-215 16</inkml:trace>
  <inkml:trace contextRef="#ctx0" brushRef="#br0" timeOffset="167447.437">20499 12272 611 0,'0'0'28'0,"0"0"60"0,0 0 18 0,-87-12-56 16,63 21-6-16,5 11-11 16,1 3 3-16,9 6-3 15,2 5-9-15,4 3-1 16,3 4 3-16,0-2-3 15,4-2-12-15,14-4-2 16,1-4-4-16,4-3 4 16,2-4-7-16,1-5 5 0,-1-6-2 15,-1-4 0-15,-2-4 0 16,4-3-1-16,-3 0 2 16,0-4 1-16,-5-9-5 15,4-1-2-15,-4-2-8 16,-2-3-49-16,4-5-49 15,-5-1-83-15,-1-8-212 16</inkml:trace>
  <inkml:trace contextRef="#ctx0" brushRef="#br0" timeOffset="167617.555">20881 12098 614 0,'0'0'15'16,"0"0"-3"-16,0 0-12 15,0 0-31-15,0 0-154 16</inkml:trace>
  <inkml:trace contextRef="#ctx0" brushRef="#br0" timeOffset="167782.414">21088 12382 632 0,'0'0'31'15,"0"0"129"-15,0 0-53 16,0 0-89-16,0 0-18 16,0 0-1-16,15-21-140 15,-3 4-248-15</inkml:trace>
  <inkml:trace contextRef="#ctx0" brushRef="#br0" timeOffset="168141.176">21320 11867 741 0,'0'0'41'16,"0"0"120"-16,0 0-47 16,0 0-69-16,0 0-39 15,0 0 12-15,22 12 27 16,-3 10-11-16,-2 5 3 16,0 2 2-16,0 5-9 15,-1 1-3-15,-1 1-9 16,0-1-7-16,-1 0-5 15,-1-5-2-15,-3-2-2 16,1-6-1-16,-2-2 0 16,-3-6-1-16,4-5-14 0,-5-4-35 15,3-5-21-15,-1 0-38 16,0-11-38-16,-2-12-165 16,-2-9-243-16</inkml:trace>
  <inkml:trace contextRef="#ctx0" brushRef="#br0" timeOffset="168452.299">21544 11826 439 0,'0'0'77'16,"0"0"21"-16,0 0 42 16,0 0-19-16,0 0-49 0,0 0-62 15,0-27 13-15,14 39 26 16,4 2-12-16,-2 2 5 15,4 4 4-15,-2 3-6 16,0 0-9-16,-2 2-7 16,0-1-2-16,-5 0-6 15,-1 0-11-15,-1-3 0 16,-3-4-2-16,3 3-3 16,2-6 1-16,-4-3-1 15,2-4-14-15,3-1-15 16,-3-5-14-16,0-1-38 15,0 0-24-15,-6 0-70 16,0-7-100-16</inkml:trace>
  <inkml:trace contextRef="#ctx0" brushRef="#br0" timeOffset="168655.461">21551 12085 87 0,'0'0'529'0,"0"0"-502"15,0 0 94-15,0 0-76 16,0 0-18-16,0 0-19 16,86-86-8-16,-65 67-18 0,1-4-187 15</inkml:trace>
  <inkml:trace contextRef="#ctx0" brushRef="#br0" timeOffset="168830.703">22008 11551 556 0,'0'0'93'0,"0"0"-14"16,0 0-8-16,0 0-65 15,0 0-6-15,0 0-6 16,-10 57-110-16,25-33-154 16</inkml:trace>
  <inkml:trace contextRef="#ctx0" brushRef="#br0" timeOffset="168990.074">22125 11871 636 0,'0'0'83'0,"0"0"98"15,0 0-33-15,0 0-68 16,0 0-44-16,0 0-27 16,13-1-9-16,-5-8-26 15,0-1-119-15,0 0-176 16</inkml:trace>
  <inkml:trace contextRef="#ctx0" brushRef="#br0" timeOffset="169580.841">22408 11279 417 0,'0'0'302'15,"0"0"-279"-15,0 0 77 16,0 0 3-16,0 0-74 15,0 0-27-15,0-21 10 16,11 27 10-16,-5 0 4 0,-1-1 7 16,-1-1-2-1,-1 0-1-15,-3 3 2 0,0 0 4 16,0 6-2-16,0 5-14 16,0 3-5-16,0 5-7 15,1 2-1-15,10 0-3 16,2 3 0-16,4 0-2 15,-2-3 0-15,4-3-1 16,-3-2 0-16,-1-6 1 16,-1-5-2-16,2-7 1 15,-1-5 1-15,1 0-2 16,4-7 0-16,-2-13-5 0,0-3 1 16,-3-4-1-1,-2-2 1-15,-3-1 3 0,-3-6 1 16,-7 1 0-16,0-2-1 15,0 2 3-15,-11 1 0 16,-5 4 5-16,-4 9 15 16,-4 3 31-16,4 4-17 15,-2 5-9-15,2 5-2 16,0 4-11-16,4 0-7 16,-3 7-4-16,3 10-1 15,2 4 0-15,2 0-2 16,4 5-2-16,2-2-9 15,6 1-45-15,0-1-75 16,0-5-106-16,0-6-486 16</inkml:trace>
  <inkml:trace contextRef="#ctx0" brushRef="#br0" timeOffset="170498.139">21431 12875 666 0,'0'0'15'16,"0"0"34"-16,0 0 65 0,-13 96-22 15,31-58-23-15,4 1-16 0,3 2-22 16,-2 0-13-16,2-3-6 15,1-4-8-15,-1-2 1 16,0-6-4-16,1-6 0 16,-1-2 1-16,-3-5 0 15,2-5-1-15,-6-5 1 16,3-3 1-16,0 0 2 16,-4-14-3-16,-1-7 0 15,-6-5 0-15,-5-2-1 16,-4-3 1-16,-1 3 0 15,0-1-2-15,-10 2 4 16,-11 4-4-16,-2 6 1 16,-2 7-1-16,-2 6 2 0,2 4-2 15,-2 0 0-15,2 5 2 16,2 14 0-16,4-1 0 16,5 1 2-16,3-3 3 15,3 1 3-15,4-3 1 16,1 1-5-16,3-7-5 15,0 2 1-15,0-6-2 16,0-2 1-16,0-2-2 16,6 0-18-16,6 0-32 15,10-9-53-15,2-13-101 16,1-7-248-16</inkml:trace>
  <inkml:trace contextRef="#ctx0" brushRef="#br0" timeOffset="170680.745">22034 12644 725 0,'0'0'30'0,"0"0"120"0,0 0-107 0,0 0-41 15,0 0-2-15,0 0-36 16,27-2-192-16,-8 12-425 15</inkml:trace>
  <inkml:trace contextRef="#ctx0" brushRef="#br0" timeOffset="170840.737">22256 12873 700 0,'0'0'45'0,"0"0"166"16,0 0-125-16,0 0-28 15,0 0-35-15,0 0-23 16,-8-1-14-16,21-10-112 16,0-5-180-16</inkml:trace>
  <inkml:trace contextRef="#ctx0" brushRef="#br0" timeOffset="171160.987">22502 12361 818 0,'0'0'105'16,"0"0"53"-16,0 0-89 16,0 0-11-16,0 0-46 15,0 0 41-15,17 30-7 16,2-9-1-16,-1 4-7 15,2-1-9-15,-1 6-10 16,-2-4-4-16,0 3-2 16,-3-4-4-16,-3 2-7 0,0-4 0 15,0-2-1-15,-1-3-1 16,-1-4-17-16,-1-4-33 16,3-5-54-16,-3-5-84 15,-1 0-169-15</inkml:trace>
  <inkml:trace contextRef="#ctx0" brushRef="#br0" timeOffset="171646.268">22810 12289 600 0,'0'0'21'0,"0"0"88"16,0 0-14-16,0 0-19 15,0 0-37-15,0 0-11 16,55-36-7-16,-31 50-5 16,-2 6 6-16,-1 5-7 15,-6 6-4-15,-6 1-7 16,-2 2-4-16,-7 0 5 16,0-2-2-16,0-3-2 15,-3-4 1-15,-8-3-1 16,0-6 1-16,-1-3-1 15,5-6-1-15,-1-1 1 16,2-6-1-16,2 0 0 16,-2 0 1-16,2 0 1 15,-1-6-1-15,5 2 0 0,0-3-1 16,0 1 0-16,0 2 1 16,5-2 0-16,6 2 2 15,1 4-1-15,0 0 1 16,8 0 4-16,-3 0-2 15,2 0 1-15,0 3 2 16,-3 0-6-16,1 1 4 16,-1-4-2-16,0 0-1 15,2 0-3-15,-4 0 0 16,3-7-33-16,-1-6-75 16,-4-5-116-16,1-8-251 0</inkml:trace>
  <inkml:trace contextRef="#ctx0" brushRef="#br0" timeOffset="171825.358">23290 11932 726 0,'0'0'23'0,"0"0"14"0,0 0 29 16,0 0-47-16,0 0-12 15,0 0-7-15,23 64-100 16,-6-44-250-16</inkml:trace>
  <inkml:trace contextRef="#ctx0" brushRef="#br0" timeOffset="171996.259">23459 12287 67 0,'0'0'684'0,"0"0"-619"15,0 0 130-15,0 0-68 16,0 0-87-16,0 0-37 16,12-9-3-16,3-3-7 15,-2-5-109-15,-1-5-162 16,6-6-403-16</inkml:trace>
  <inkml:trace contextRef="#ctx0" brushRef="#br0" timeOffset="172460.905">23620 11737 797 0,'0'0'65'0,"0"0"34"16,0 0-23-16,0 0-6 15,8 82-10-15,9-50-19 16,1 4-5-16,6 2 3 15,-2 3-8-15,1-2-16 16,-5-2-9-16,1-6-1 16,-5-3-4-16,2-5-1 15,1-6 4-15,-1-6-2 0,-3-5-1 16,4-4 1-16,-4-2 0 16,3 0-1-16,0-3 0 15,-2-10 2-15,-3-1-2 16,-4-1 0-16,2 1 0 15,-7-1 1-15,-2 0-1 16,0-1 5-16,0-1-5 16,-6 3 5-16,-3 1 20 15,-6 0 14-15,-1 5-6 16,3 4-11-16,0 1-10 0,4 3-7 16,-3 0-2-1,-1 3-4-15,-2 10 1 0,3 3-1 16,0 1 0-16,6-3-7 15,1 5-34-15,1-2-51 16,0-1-91-16,-8 0-201 16</inkml:trace>
  <inkml:trace contextRef="#ctx0" brushRef="#br0" timeOffset="173287.613">22646 13512 578 0,'0'0'62'0,"0"0"58"0,0 0 17 0,0 0-43 0,0 0-12 16,0 0-42-16,4-29-33 15,16 50 45-15,5 4 7 16,0 5-8-16,2 1-1 0,-4 0-15 16,2 0-7-1,-4-3-12-15,-5 1-5 0,-2-4-7 16,-1-1 1-16,-7 0-2 15,6-4 0-15,-8-3-2 16,1-3 0-16,1-6 2 16,-1 1-3-16,0-4 0 15,-3-5-2-15,-2 0 0 16,0 0-33-16,0 0-19 16,1-14-35-16,2-5-68 15,0-5-86-15,2-8-243 16</inkml:trace>
  <inkml:trace contextRef="#ctx0" brushRef="#br0" timeOffset="173447.529">23032 13374 660 0,'0'0'18'0,"0"0"8"16,0 0-9-16,0 0-17 15,0 0-111-15,0 0-115 16</inkml:trace>
  <inkml:trace contextRef="#ctx0" brushRef="#br0" timeOffset="173608.979">23238 13615 580 0,'0'0'67'0,"0"0"68"15,0 0-47-15,0 0-49 16,0 0-29-16,0 0-10 16,1-33-3-16,7 27-147 15,0-2-271-15</inkml:trace>
  <inkml:trace contextRef="#ctx0" brushRef="#br0" timeOffset="174532.349">23430 13162 112 0,'0'0'562'15,"0"0"-508"-15,0 0 77 16,0 0-42-16,0 0-44 16,0 0-31-16,59-47 19 15,-33 66 8-15,-1 4 3 16,-3 0-2-16,-6-1-7 16,-2 3-11-16,-7-6-9 15,-4-3-3-15,-3-3-5 0,0-4-2 16,0-3-1-16,-1-5 0 15,-8-1 5-15,-5 0-2 16,-2-1-1-16,1-12-4 16,0-4 0-16,4 2-1 15,5 0 1-15,2 6-1 16,4 3-2-16,0 2 1 16,0 4-3-16,0 0-5 15,15 0 8-15,-1 3 0 16,-1 4 3-16,-3 0 2 15,-2-2-3-15,-1-3-3 16,-4 0 2-16,-1-2-1 16,-2 0 4-16,0 0-1 0,0 0 7 15,0 0-8-15,-5-9-1 16,-7-5-2-16,8-5 1 16,-1-1 0-16,1 2 0 15,4 1 0-15,0 5 0 16,0 2 0-16,7 2-1 15,9 6 0-15,3 2-1 16,3 0-3-16,-1 10 3 16,0 7 2-16,-2 6 1 15,-4 1 0-15,-3 1-1 16,-5 1 1-16,-3-1-1 16,-4 1 2-16,0-2-2 0,-4 0-5 15,-8 0-8-15,-5-1-14 16,-3-2 10-16,8-5 0 15,-1 0 10-15,4-5 6 16,3-4 2-16,0-1-3 16,4-4 4-16,-1-2-2 15,3 0 5-15,0 0 5 16,0 0-7-16,8-8-1 16,1 3-1-16,3 0 1 15,0 4-2-15,1 1 3 16,2 0 2-16,3 0-1 15,-1 0 3-15,2 4 0 16,-3 3-3-16,2-4 0 0,0-3 0 16,-2 0-2-1,-3 0 0-15,0 0 2 0,-3 0-4 16,2-11-2-16,0-3-50 16,-6-2-78-16,2-5-88 15,-5-4-294-15</inkml:trace>
  <inkml:trace contextRef="#ctx0" brushRef="#br0" timeOffset="174711.24">23951 12995 788 0,'0'0'148'0,"0"0"30"0,0 0-95 0,0 0-22 16,0 0-48-16,0 0-13 15,-15-8-1-15,23 8-29 16,4 0-129-16,-3 0-209 16</inkml:trace>
  <inkml:trace contextRef="#ctx0" brushRef="#br0" timeOffset="174950.954">24167 13128 386 0,'0'0'168'0,"0"0"-52"15,0 0 41 1,0 0-47-16,0 0-35 0,0 0-11 16,19 30-8-16,-12-30-24 15,-4 0-18-15,-2-1-8 16,-1-3-3-16,0-2-3 15,0 2-32-15,0-2-117 16,0-3-195-16</inkml:trace>
  <inkml:trace contextRef="#ctx0" brushRef="#br0" timeOffset="175348.888">24391 12585 877 0,'0'0'14'0,"0"0"105"16,0 0-38-16,0 0-21 15,0 0 14-15,0 0-21 16,71 91 2-16,-46-56-8 15,-1 6-7-15,-1 0-8 16,-3 0-10-16,2 0 4 16,-4-5-4-16,-6-3-2 0,3-6-4 15,-3-3 0-15,-4-7-2 16,-1-3-6-16,-4-6 4 16,1-5-9-16,-4-3 4 15,0 0-3-15,0 0 2 16,0 0 2-16,0-3-8 15,0-8-6-15,0-2-33 16,0-2-35-16,-8-2-42 16,-14-7-183-16,-7-4-670 15</inkml:trace>
  <inkml:trace contextRef="#ctx0" brushRef="#br0" timeOffset="178230.734">20351 13112 329 0,'0'0'30'0,"0"0"-29"0,0 0 24 0,0 0 15 16,0 0 24-16,0 0 3 0,64 16-13 16,-20-29 13-1,9-7-36-15,7-3-17 0,4-2 10 16,3-3-6-16,9-5-8 16,5 0-3-16,9-6 3 15,5 0-2-15,-2-2 1 16,-1 0-1-16,-4 0-3 15,-2 0-1-15,1-1-2 16,-4 0 1-16,1 0 0 16,3 4-3-16,-1 3 3 15,-1 0 1-15,-3 1 0 16,0 0 1-16,0 0-4 16,-1 3 1-16,-2-1 0 15,-1 3-2-15,-5 1 0 0,-5 3 2 16,-4 1-2-16,-1 1 3 15,-2 0-3-15,0-2 0 16,1 0 1-16,-4-2 0 16,1 0 0-16,3-3 2 15,0 1-2-15,4-2-1 16,-5-3 0-16,-3 1 1 16,-3 1-1-16,-4 0 1 15,1 1 1-15,1-2 4 16,-7 3 4-16,-3-5 2 15,-6 3 0-15,-2-2 4 0,-4-1-1 16,-3 1-2 0,-2-3-1-16,-5 6-6 0,-5 0-1 15,-5 2-1-15,-7 0 1 16,-4 1 1-16,0-3 5 16,-6-3 8-16,-14-4-5 15,-3 1-6-15,-4-5-3 16,-1-2-2-16,-2 1-3 15,0-4 2-15,2 1-1 16,-1 3 3-16,4 1 5 16,1 1-1-16,-1 3 0 15,-2 0-3-15,-3-1 1 16,-3 3 2-16,0 5-2 16,0 1 25-16,1 2-17 0,2 7 1 15,0 3-6-15,3 2 0 16,0 4 0-16,-1 1 0 15,0 6 2-15,1 2-2 16,-1 3-5-16,6 0 1 16,-4 4-1-16,-1 11-3 15,-3 1 2-15,2 5-3 16,-7 2 0-16,-4 5 0 16,-4 4 2-16,-5 3-1 15,-4-1-1-15,-4 8 3 16,-4-2-3-16,-1 0 0 15,-3 0 1-15,-2-3-1 16,-1 1 1-16,0-1-1 0,-3 0 1 16,3-2 1-1,4-1-2-15,0 2 1 0,-1 0-1 16,-3-2 4-16,1-2-4 16,6 1-1-16,2-5 0 15,5-1 1-15,-1 1 0 16,2 2 0-16,-1-1 0 15,-2 2 0-15,3-2 0 16,-2-1 0-16,-1-1 1 16,0-1-1-16,-2-3 0 15,2-1 1-15,0 1-1 16,-3 1 3-16,-4 0-3 0,3 0 0 16,-5 2 2-1,4-1-2-15,-3 2 2 0,-1 2-2 16,1 0-1-16,2 0 1 15,3-1-1-15,1 1 0 16,5-1-1-16,1 0 2 16,-2-2-1-16,2 1 1 15,6-1 0-15,-1 0 0 16,1-2 0-16,5-2 0 16,0-2 1-16,6 0 1 15,2-3-2-15,1 1-1 16,0-1 1-16,2-2 2 15,-1 0-1-15,6-1-1 16,-3-1 0-16,4-2 0 16,2-1 0-16,4-2 0 0,6-3 0 15,3 1 0-15,3-3 0 16,5 0-2-16,0 1 0 16,0 3-1-16,0 2 2 15,8 1 1-15,5 4 0 16,4 1 0-16,4 2 1 15,0 3 0-15,4 3 1 16,2 2 2-16,0 3-1 16,1 5 1-16,2 0 4 15,0 5 1-15,-1 1 1 16,-2 0 0-16,0-2-1 16,-1-3 0-16,-4-3-1 0,0-3 2 15,-4-3-2-15,2-1-2 16,-4-1-4-16,-3-3 0 15,2-1 3-15,-3 1 0 16,-1-1-1-16,0-2 0 16,-3-2-2-16,-2-2 0 15,2-2 1-15,-3-6 0 16,-2 2-1-16,2-2-1 16,-4-2 0-16,-1-1 1 15,0 0 0-15,0-1 0 16,0-1-1-16,0 0 2 15,3 0-2-15,2 0-1 16,3-4-3-16,3-8-34 16,4-4-55-16,0-2-88 15,2-3-278-15</inkml:trace>
  <inkml:trace contextRef="#ctx0" brushRef="#br0" timeOffset="180439.983">22753 14119 298 0,'0'0'29'0,"0"0"47"0,0 0 0 0,0 0-11 15,0 0 7-15,0 0-13 16,0 0-48-16,-22 0 9 16,55 0 5-16,10-6 6 15,9-7 0-15,14-7 4 16,11-6-9-16,8-2-3 16,1-4 14-16,2-4-31 15,1 0-4-15,1-2-1 16,4-5 3-16,0 7-3 15,-2-1 0-15,1-1 0 16,-2 8 1-16,-4-6-1 16,0 0-1-16,1 1 2 0,-6-2-1 15,6-1 2-15,-6 2-3 16,-3 0 1-16,-1-1-1 16,-3 2 0-16,0 1 0 15,-3 1 1-15,-2 1-1 16,-4 3 0-16,-9-1 2 15,-4 1 0-15,-5 0 1 16,-6 1 0-16,-6-2 5 16,-6 7 1-16,-10-3 0 15,-3 4 2-15,-8 0 3 16,-5 2 4-16,-4-1 4 16,0-1-4-16,0-2 1 0,-9-3-4 15,-6-5-8-15,0-4-6 16,-2-5 3-16,-4-7-2 15,0-4 4-15,-2-2-5 16,-2 4-1-16,1 3 1 16,-3 4-1-16,0 3 1 15,-4 2-1-15,0 4 1 16,-5 2-1-16,0 2 0 16,-3 3 0-16,3 3 0 15,-2 2 0-15,-1-1 5 16,3 4-2-16,3 1-2 15,4 6 5-15,2 2 2 16,3 1 0-16,0 5 1 16,0 4-6-16,-4 0-3 15,2 0 1-15,-2 0-1 0,-2 12 2 16,-3 3-2-16,-4 3 0 16,-3 3 0-16,-2 5-1 15,0 0 1-15,-1 5 0 16,-5 2 0-16,-2 2 2 15,-4 3-4-15,-3 2 4 16,-3-1-2-16,1-2 0 16,-3 0 0-16,1 3 0 15,0-3 0-15,1 2 1 16,-1-3 0-16,2 0-1 16,5-2 3-16,0-4-3 15,0-1 2-15,5-2-2 0,1-2 0 16,-1 0 1-16,-1 1 0 15,5-1-1-15,0 0-2 16,2-1 2-16,2-1 0 16,4-1 0-16,0-1-1 15,1 2 1-15,2-1 0 16,-2-2 0-16,-1 0-1 16,-5 0 1-16,2 2 0 15,2 0 0-15,-1-1 1 16,-5 3-2-16,3 0 1 15,-2 0 0-15,2 0 3 16,-1 2-3-16,-3-4 0 16,9-1 0-16,0-1 0 0,3-2-1 15,4-2 1-15,5 2 0 16,0-3 0-16,4 1 0 16,0-5-1-16,6 1 2 15,1-3-2-15,4-1 1 16,3-2 0-16,1-2-1 15,1 0-1-15,1 1 1 16,3 0 0-16,0 3 0 16,0 0 1-16,0 4 0 15,0 2-2-15,9 2 2 16,1 1 0-16,1 3 2 16,2 3-1-16,-2 1-1 0,3 3 2 15,0 2-1-15,1 4 3 16,0 0 3-16,0 3-4 15,0 0 0-15,-3-3 2 16,-1 3 0-16,0 0 0 16,1-2-2-16,0 3 1 15,-2-4 0-15,-1 2 1 16,6-2 3-16,-3-4-2 16,1-5 0-16,1-1-1 15,1-5-2-15,-2-2 0 16,4-3-1-16,-4 0 0 15,2-2-2-15,0-1 2 16,1 0-2-16,-2-2 2 0,2 3-1 16,-2-3 0-1,2-1 0-15,-1-2 0 0,1 0-1 16,2-3 1-16,0 0 0 16,0-2 1-16,4 0-1 15,1 0 1-15,3 0-1 16,3-6 0-16,-2-2 0 15,8-2-1-15,-6-1 0 16,7 2 1-16,-5-2-1 16,2 0 1-16,3-2 0 15,0-3-1-15,3-2 0 16,4-2 2-16,0 1-1 0,0-1-1 16,-3 0 1-16,-4 2-2 15,-3 1-3-15,-6 4-13 16,-5 6-37-16,-14 7-83 15,-8 0-246-15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8:59:41.489"/>
    </inkml:context>
    <inkml:brush xml:id="br0">
      <inkml:brushProperty name="width" value="0.05292" units="cm"/>
      <inkml:brushProperty name="height" value="0.05292" units="cm"/>
      <inkml:brushProperty name="color" value="#FFC000"/>
    </inkml:brush>
  </inkml:definitions>
  <inkml:trace contextRef="#ctx0" brushRef="#br0">6621 12871 301 0,'0'0'269'0,"0"0"-259"0,-115-39-6 0,73 29 5 0,-2 2 8 16,-3 1 8-16,1 0 22 16,3 3-18-16,-1 1-7 15,-5 3 19-15,0 0-20 16,3 0-6-16,-8 12-3 16,3 10 2-16,-3 6-6 15,-2 7 2-15,-4 8-6 16,7 6-2-16,3 6-2 15,7 3 3-15,6 2 1 0,2 4-1 16,7 0 1-16,4 0 3 16,6 1 5-16,6-1-5 15,8-1 5-15,4 1 5 16,0 4 0-16,4 4-2 16,17 7-4-16,4 4-3 15,8-1-1-15,3-5-3 16,5-5 1-16,3-3-2 15,3-3 1-15,5-1-3 16,0-7 1-16,0-5 0 16,6-8 2-16,-1-7-4 15,4-9 2-15,2-2 0 0,-2-9-2 16,5-9 4 0,-4-4-1-16,3-5 1 0,-1 0-1 15,-3-5 0 1,9-10 0-16,0-5-1 0,2-5 2 15,-5-3-2-15,0-2-2 16,-9-4 0-16,-6-3 1 16,2-5 0-16,-5-4 2 15,4-6-3-15,-7-3 0 16,-9 3 0-16,-4-6 2 16,-8 3 0-16,-7-7-2 15,-6-3 4-15,-9-3-3 16,-3 1 1-16,-8-5 1 0,-20 3-2 15,-15-5 3 1,-8-2-1-16,-10-2-1 0,-3 2-2 16,-2 2 3-16,5 2-3 15,3 8 5-15,0 2 3 16,-2 10 7-16,5 3 5 16,-2 5 4-16,4 4-2 15,5 2-11-15,0-2 2 16,3 7-4-16,3 2-1 15,-1 2 4-15,9 5-3 16,1 4 0-16,5 4 1 16,-1 1-1-16,4 4 6 0,0 1-4 15,2 4-2 1,1-2-2-16,0 3 1 0,3 0-2 16,0 1 1-16,0 2 0 15,5 0-2-15,2 1-2 16,-1 1 1-16,1 0 1 15,7 0-3-15,-2 0-1 16,3 0 1-16,2 0-2 16,2 0 0-16,-1 0 0 15,1 0 1-15,0 0-1 16,0 0 0-16,0 0 0 16,0 0-1-16,0 0 0 15,0-2-16-15,0 1-14 16,0 0-13-16,0 1-39 15,3 0-67-15,13-3-129 0,2-3-91 16</inkml:trace>
  <inkml:trace contextRef="#ctx0" brushRef="#br0" timeOffset="1169.905">7858 12662 532 0,'0'0'12'0,"-84"-25"-12"0,50 20 40 0,0 3 24 0,-2 2-37 0,-3 0 4 15,1 12 7 1,-2 10-15-16,0 10 0 0,-6 10-2 16,-2 7-1-16,-4 12-3 15,-5 5-6-15,-1 7-9 16,4 8-2-16,2 1 10 15,7 2-6-15,15 1 6 16,5-1 6-16,9 3-3 16,10-4 9-16,6-3-8 15,0-3 0-15,22 2-7 16,12-2 0-16,11-3-3 16,9-5 0-16,7-5-3 15,8-7 3-15,2-2-1 16,4-5-3-16,1-5 8 15,0-4-4-15,3-7-3 16,0-6 5-16,8-5-1 0,1-8 0 16,1-4 2-16,-5-6-1 15,-4-5-4-15,-8 0-1 16,-2-5 2-16,-6-14-1 16,-3-7 0-16,-8-11-2 15,-6-2 2-15,-6-6 2 16,-7-7-2-16,-4 0-2 15,-3-7 1-15,-8 4 0 16,-4-6 0-16,-8-1 0 16,-5-4 1-16,-2-1 0 15,0-2-1-15,0-3 0 0,-15-2 0 16,-9 3 3 0,-10 1-3-16,-11 3 5 0,-4 0 6 15,-8 2 7-15,-4 3 5 16,-3 4 3-16,-5 6-5 15,-4 4-2-15,-3 6 5 16,0 2-5-16,0 2-2 16,7 3-5-16,8 5 3 15,12 7-1-15,15 5-3 16,5 4 4-16,5 4 16 16,3 3-16-16,2 2-14 15,4 2 1-15,2 2-2 16,2-1-1-16,1 2 0 0,5 0-6 15,-2 0 2 1,7 0-1-16,-3 0-17 0,3 0-38 16,0 2-24-16,0 18-13 15,0 6-50-15,10 1-198 16</inkml:trace>
  <inkml:trace contextRef="#ctx0" brushRef="#br0" timeOffset="2255.747">9758 12719 319 0,'0'0'253'0,"-110"-28"-250"0,52 21 27 0,-2 0 22 0,-4 4 2 16,0 3 10-16,-3 0 3 15,-7 5-15-15,2 12-16 16,-2 6-2-16,3 10-15 0,-2 11-6 16,-2 7-2-16,3 5 0 15,-1 0-5-15,8 8 0 16,2-2 0-16,6 7-1 15,4 5-1-15,8 1 5 16,4-2 4-16,7 1-1 16,10 0-8-16,8 0 1 15,10 1 0-15,6 0 0 16,11 2 5-16,17 0 0 16,16 1 2-16,9-1-5 15,11-5-2-15,6-4-1 16,8-4-2-16,5-5 0 0,5-10 0 15,2-10 1-15,4-9 3 16,3-11 0-16,3-10 2 16,-2-7 7-16,5-2-4 15,-6-5-5-15,-3-15-1 16,0-9-3-16,-9-4 1 16,-4-8-1-16,-8-8 3 15,-3-6-5-15,-6-6 4 16,-10-11-2-16,-6-1-1 15,-11-9 0-15,-12-1 1 16,-7-3 0-16,-12 0-2 16,-6-3 2-16,-1-3-1 15,-25 1-1-15,-11-2 1 16,-7 6 0-16,-6 3-1 0,-7 6 1 16,5 9 0-16,-8 7 2 15,-4 5 3-15,-1 4 5 16,-6 5 3-16,-2 4-5 15,0 6 4-15,3 4 2 16,3 6-7-16,6 5 0 16,6 3 0-16,5 4 0 15,6 5 2-15,5 5-4 16,4 3-5-16,7 3-1 16,4 0-3-16,5 4 2 15,2 16 0-15,4 11-16 16,1 9-20-16,9 10-17 15,3 9-42-15,3-2-23 0,30-5-89 16,4-11-188 0</inkml:trace>
  <inkml:trace contextRef="#ctx0" brushRef="#br0" timeOffset="3127.462">10566 12716 696 0,'0'0'4'0,"-126"-70"-4"0,70 43 21 0,-1 8 18 0,12 4 8 0,-1 8 27 16,1 7-32-16,-4 0-21 0,1 25-4 15,-4 14-6 1,-3 16 0-16,2 13-4 0,3 14 4 16,-2 11-8-16,10 13 0 15,3 7 2-15,7 8-2 16,10 4-2-16,15-8 1 16,7-6 0-16,7-9 2 15,23-1-2-15,13-11 3 16,8-5 0-16,12-13-4 15,4-10 1-15,13-6 4 16,4-9 2-16,1 0-4 16,3-6 4-16,0-11-5 15,6-5 0-15,-3-8 3 0,0-7-2 16,6-10 0-16,-3 0-2 16,-3 0 0-16,-3-5 0 15,-10-10-1-15,-4 0-1 16,-10-9 3-16,-7-4-2 15,-9-10 2-15,-4-10 0 16,-9-8-2-16,-4-11 2 16,-10-12-2-16,-12-10-1 15,-9-8 1-15,0-7 2 16,-24-1-2-16,-4-5 1 16,-6-5-1-16,2 4 3 15,-2 4-1-15,-8 10-1 16,-9 9 2-16,-2 12 19 15,-2 9 24-15,-8 4-18 0,0 11-6 16,-5 8 0 0,-7 10-8-16,2 7-5 0,0 7-5 15,2 6-1-15,0 5 0 16,5 3-3-16,7 3-1 16,6 3-1-16,12 0-1 15,11 0-6-15,9 6-21 16,11 6-32-16,10 5-47 15,0 7-24-15,6-3-143 16,8-1-353-16</inkml:trace>
  <inkml:trace contextRef="#ctx0" brushRef="#br0" timeOffset="3967.584">11871 12829 173 0,'0'0'365'0,"-85"-49"-358"0,39 38 23 0,1 8 62 0,-1 3-21 15,-1 23-27-15,1 17-9 16,1 17-12-16,-1 12 3 16,3 16-7-16,5 15 0 0,9 14 1 15,6 15-4 1,14 9 2-16,9 6-6 0,3 10-4 16,32-3-2-16,15-5-2 15,14-9 0-15,14-20-2 16,18-15 6-16,8-21-4 15,4-14 1-15,6-17-3 16,-3-15 1-16,7-15-3 16,0-11 3-16,-2-9-2 15,-7 0 2-15,-3-19-2 16,-11-9 1-16,-4-11 1 16,-6-7-2-16,-4-6 1 15,-5-8 2-15,-12-4-3 16,-9-10-1-16,-18-2 0 15,-11-5 0-15,-13-6 0 0,-13-5 1 16,0-6 6-16,-22-7 15 16,-17-1-1-16,-14-3-3 15,-3 1-2-15,-2-3-7 16,-3 0 2-16,-2 11-4 16,-8 12 6-16,-7 20 19 15,-2 15 5-15,-7 12 2 16,-1 9-13-16,0 7-4 15,3 5-8-15,6 6 4 16,9 4-11-16,10 2-2 16,12 3-3-16,8 2 3 15,9 3-3-15,4 0-2 0,10 0 0 16,1 7-4-16,4 3-21 16,9 9-32-16,1 1-39 15,2 3-62-15,0 1-154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00:08.283"/>
    </inkml:context>
    <inkml:brush xml:id="br0">
      <inkml:brushProperty name="width" value="0.05292" units="cm"/>
      <inkml:brushProperty name="height" value="0.05292" units="cm"/>
      <inkml:brushProperty name="color" value="#FFC000"/>
    </inkml:brush>
  </inkml:definitions>
  <inkml:trace contextRef="#ctx0" brushRef="#br0">17850 7118 364 0,'0'0'8'0,"0"0"10"0,0 0 29 15,0 0 3-15,0 0-29 16,0 0 54-16,0 0-30 15,83-19-12-15,-36 8-9 0,8-2-1 16,11-1 12-16,6 3-6 16,8-4 5-16,10 4-7 15,4-4 3-15,6 1-9 16,3 0-2-16,-4 1-5 16,0 1 8-16,1-3 4 15,2 1 0-15,0 1-4 16,3 1-6-16,-3 0-9 15,2 2 3-15,-9 0-5 16,-4 2 0-16,-7-1 1 16,-5 1 2-16,-7 2 4 15,-9 1 1-15,-8 2 3 0,-9 0-3 16,-10 3-1 0,-10 0-1-16,-11 0-6 0,-5 0 1 15,-6 0-5-15,-4 0 1 16,0 0 2-16,0 0 9 15,0-3-1-15,-6-2 3 16,-8-4-15-16,-5-3-4 16,-2-4-91-16,-3-4-49 15,0-7-151-15,-5-5-184 16</inkml:trace>
  <inkml:trace contextRef="#ctx0" brushRef="#br0" timeOffset="658.32">19589 5112 231 0,'0'0'280'0,"0"0"-244"0,-90-80 38 16,51 62 8-16,-1 6-18 16,-1 2-37-16,-1 4 32 15,6 6-19-15,3 0-10 16,8 0 1-16,4 7-1 16,9 14-7-16,2 10-8 15,7 3 5-15,3 7 4 16,0 5 7-16,10-1-6 0,5 3-4 15,7 0-4-15,2-2-4 16,0 3 5-16,3-4-9 16,-2 4 2-16,0-3 1 15,-1 1-1-15,-4-2-1 16,-2 0 0-16,1-4 0 16,-4-6-5-16,-3-1 2 15,1-2-3-15,-4-6-4 16,-1-2 1-16,-1-5 1 15,-2-7 0-15,-4-6-1 16,-1-3 1-16,0-3-1 16,0 0 6-16,0-7 1 15,0-9-8-15,-8-9-32 0,-5-2-25 16,0 2-71-16,-8-2-45 16,-3 2-71-16,-6 2-165 15</inkml:trace>
  <inkml:trace contextRef="#ctx0" brushRef="#br0" timeOffset="1152.838">19095 5697 255 0,'0'0'170'0,"0"0"-68"0,0 0 46 16,0 0-58-16,0 0-64 15,0 0-18-15,22-12 54 16,13-7-42-16,5-3-11 15,6-2 2-15,5-4-8 0,1 0-3 16,-3-2 3-16,-5 1-3 16,-7 3 2-16,-7-1-2 15,-6 3-1-15,-4 1 1 16,-8 4 1-16,-4 3-1 16,-5 5 1-16,-3 4 4 15,0 3 2-15,0 4 37 16,0 0-5-16,0 0 2 15,-3 4-32-15,2 12 2 16,-3 3 7-16,4 7-3 16,0-3 6-16,4 5 3 15,9-1-5-15,0-1 1 0,3 2-8 16,3-1 1-16,0 1-2 16,-2-1-5-16,3-1 0 15,-1-1 0-15,-2-4-2 16,-1 0-2-16,-4-1-2 15,0-5 2-15,-3-4 1 16,-3-2-3-16,-1-5 0 16,-2-4 0-16,-2 0-19 15,-1 0-23-15,0-4-5 16,0-11-45-16,0-3-66 16,-10-9-94-16,-9-4-238 0</inkml:trace>
  <inkml:trace contextRef="#ctx0" brushRef="#br0" timeOffset="1430.882">19474 5221 603 0,'0'0'31'0,"0"0"80"0,0 0-7 0,0 0-72 0,0 0-14 16,0 0 73-16,27 15-44 15,-11-2-4-15,-2-2-16 16,-3 0-4-16,-5 0-2 16,-4 1-6-16,-2-2-15 15,0 2 6-15,0-3 12 16,-15-2-8-16,0 2-5 16,3-3-5-16,5-5-37 0,4-1-17 15,3 0-68-15,0 0-116 16,9 0-356-16</inkml:trace>
  <inkml:trace contextRef="#ctx0" brushRef="#br0" timeOffset="2120.01">19893 5402 619 0,'0'0'49'0,"0"0"65"16,0 0-51-16,0 0 8 15,37-85-13-15,-16 78-13 16,1 7-11-16,-2 0-11 16,1 1-5-16,-4 17-8 15,-3 6 5-15,0 3-4 16,-10 4 2-16,2 0-1 15,-6 6-4-15,0-3-3 16,-6-2-2-16,-4-5-3 16,-1-1 0-16,0-8 5 15,3-8-5-15,3-5 0 16,2-4 0-16,-1-1 11 0,1 0-2 16,0-11-9-16,3-6 0 15,0-1 1-15,0-4 3 16,6-2-3-16,6 0 1 15,4 0-1-15,5-2-2 16,-1 2 2-16,5 2-1 16,-3-1 0-16,-4 4 1 15,2 3-1-15,-7-1 0 16,-3 3 0-16,-2-1 1 16,-4 4 1-16,-2 2-2 0,-2 2 2 15,0 0 2 1,0 5 4-16,0-1 10 0,-5 2-3 15,-1 1-5-15,-1 0-4 16,-2 0 0-16,5 8-4 16,-2 7 1-16,2 2 2 15,4 2 2-15,0 2 9 16,0 1 2-16,4 2 5 16,6-2-5-16,-1-1-1 15,7-2 2-15,-2-1-9 16,1-4-1-16,-2-3-5 15,1-2-2-15,1-2 1 16,-1-3-1-16,1-3-2 16,-1-1-20-16,1 0-87 15,-1 0-72-15,2-11-261 0</inkml:trace>
  <inkml:trace contextRef="#ctx0" brushRef="#br0" timeOffset="3133.066">20544 5387 164 0,'0'0'499'0,"0"0"-367"0,0 0-53 16,0 0-6-16,0 0-15 15,50-77-13-15,-30 51-1 0,-1-2-12 16,-5 3-6-16,-4-1-2 15,-7 1-4-15,-3 2-2 16,0 1-1-16,0 1-4 16,-13 5-5-16,-1 3 0 15,-5 7 3-15,-1 6-6 16,1 0-5-16,-3 0 0 16,4 13-1-16,0 7 1 15,3 3 0-15,2 6 0 16,5-2 1-16,3 3-1 15,5-2 5-15,0-1 1 16,0-3 2-16,11-3-1 16,2-4 0-16,-1-3-2 0,9-3 1 15,-1-4-3 1,8-7 2-16,-1 0-1 0,4 0-4 16,-3-5-4-16,2-10-38 15,2-3-31-15,0-5-54 16,4-6-53-16,3-4-94 15,0-4 27-15,-3-5 45 16,-7 3 201-16,-2 1 1 16,-10 6 197-16,-9 5-55 15,-3 7 48-15,-5 6 6 16,0 4-60-16,-12 6-44 16,-4 4-10-16,-7 0-41 15,3 9-21-15,-3 16-5 16,1 3 0-16,4 1-5 15,6 5-5-15,6-2-5 0,4-2 0 16,2-1 0-16,0-5 3 16,2-5-3-16,9-8-1 15,-1 0-4-15,5-11-6 16,4 0-19-16,2-9 3 16,4-12-28-16,-1-9-12 15,-2-5-6-15,-8-4-24 16,-3-3 16-16,-10-4 29 15,-1-5 2-15,-4 1 19 16,-14-3-2-16,-5 5 23 16,1 7 10-16,2 8 52 15,3 8 24-15,1 10 1 0,3 8-7 16,4 3-12 0,3 4-2-16,2 0-1 0,4 1-35 15,0 17-11-15,0 8 13 16,3 4 6-16,12 2-8 15,3 2 10-15,1-2 1 16,5 1 1-16,1-1 3 16,1 2-3-16,-1-2-11 15,-4 0 2-15,0-2-6 16,-2 0 0-16,-1-3-4 16,-3 0 1-16,0-5-3 15,-2-3-3-15,-4-2-6 0,0-5 5 16,-3-3-7-1,1-2 3-15,1-3-2 0,-5-1 0 16,0-3-1-16,-1 0-4 16,-1 0-9-16,-1-10-20 15,0-11-69-15,0-12-164 16,-12-9-421-16</inkml:trace>
  <inkml:trace contextRef="#ctx0" brushRef="#br0" timeOffset="3643.786">21958 4163 628 0,'0'0'64'0,"0"0"-10"0,0 0-5 0,0 0 83 15,28 93-45-15,-10-51 26 16,5 1-58-16,0 0-13 16,4-3-16-16,0 0-7 15,-4-1-4-15,-1-6-8 16,-3-3-3-16,-4-4 1 15,-1-5-2-15,-4-3-1 16,-2-4-2-16,-1-4-17 16,-3-5-31-16,1-3-42 15,-5-2-17-15,0-2 15 16,0-16-73-16,-13-3-138 0,-8-6-55 16</inkml:trace>
  <inkml:trace contextRef="#ctx0" brushRef="#br0" timeOffset="4109.738">22008 4379 281 0,'0'0'53'16,"0"0"75"-16,-36-94-24 16,36 62-63-16,0 1 8 15,7 1 20-15,11 4-1 16,6 0-47-16,2 4 7 16,3 7-4-16,1 7-6 15,-4 8-9-15,-3 0-9 0,-2 12 3 16,-5 11-3-16,-5 5 0 15,-7 6 22-15,-4 0-8 16,0 3 8-16,-4-5-14 16,-14 2-3-16,1-3-3 15,-2-6 1-15,2-3 0 16,3-8-1-16,5-3 0 16,3-6-1-16,2 0 0 15,4-4-2-15,0-1-8 16,0 0-8-16,2 0 17 15,10 0 15-15,7 0-12 16,3 2 7-16,4 0 4 16,4 1 8-16,0 3-1 0,1 1 3 15,-1 4-2 1,0 1 10-16,-2 0-7 0,-2 0-7 16,-4-3-5-16,-4-3-5 15,0 3-5-15,-3-7 2 16,0-2-1-16,-2 0-2 15,3 0-2-15,0-8-43 16,1-9-36-16,0-7-70 16,2-6-90-16,-2-5-177 15</inkml:trace>
  <inkml:trace contextRef="#ctx0" brushRef="#br0" timeOffset="4535.697">22668 4160 385 0,'0'0'289'0,"0"0"-121"0,0 0-21 0,0 0-99 0,0 0-1 16,-85 33-15-16,75-7 2 16,2-1-11-16,8 2-7 15,0-3-8-15,0-1-1 16,5-5-3-16,4-2-2 16,4-4 3-16,-1-3-5 15,-1-3-1-15,2-6 0 16,-1 0 1-16,2 0-3 15,0-13-18-15,-2-5-13 16,1-2-1-16,-3-5 11 16,-7 2 6-16,1 0 17 15,-4 2 1-15,0 4 6 0,0 3-5 16,0 8 10 0,0 3 17-16,0 2 2 0,0 1-8 15,6 0-22-15,0 1 3 16,6 8 0-16,1 3 4 15,2-2 1-15,0 0-3 16,2-1 0-16,0-2-1 16,-3-4-3-16,1-3 2 15,-3 0-3-15,1 0-26 16,3-13-30-16,4-6-41 16,-5-6-61-16,3-5-40 15,-5-5-89-15</inkml:trace>
  <inkml:trace contextRef="#ctx0" brushRef="#br0" timeOffset="4858.395">22930 3753 555 0,'0'0'102'0,"0"0"-7"0,0 0 34 0,0 0-39 16,0 0-36-16,0 0-30 15,-38-7-11-15,38 27 22 16,0 2 6-16,0 3-9 15,9-1 3-15,1 1-10 16,1 0-3-16,5 1 5 16,-2 2-1-16,2-1 0 0,-2 0-8 15,2-1-8 1,-3-2-2-16,2-1-5 0,-3-2 0 16,3-3-1-16,-2-2-2 15,0-5 1-15,1-1-1 16,-2-4-9-16,2-2-25 15,-2-4-36-15,0 0-19 16,-1 0-16-16,-3-8-10 16,-3-8-61-16,-5-2-106 15</inkml:trace>
  <inkml:trace contextRef="#ctx0" brushRef="#br0" timeOffset="5064.948">22916 4041 531 0,'0'0'61'0,"0"0"-14"16,0 0-43-16,0 0-4 16,88-88-1-16,-58 69-21 15,-2 1-42-15,-4-2-68 16,-5 6-42-16,-4-2-15 15</inkml:trace>
  <inkml:trace contextRef="#ctx0" brushRef="#br0" timeOffset="5293.335">23138 3807 213 0,'0'0'131'15,"0"0"41"-15,0 0-19 0,0 0-38 16,0 0-34-16,0 0-23 16,0-19-44-16,0 22-10 15,0 10-1-15,9 7 20 16,0 2-1-16,3 4 4 15,4 2 1-15,-2-1 0 16,2 1 2-16,-1-4-9 16,-2-1-6-16,0-2-8 15,-3-7-2-15,2-3-2 16,-2-5-2-16,2-5-18 16,-3-1-53-16,0 0-25 15,-1-3-32-15,-5-15-130 16</inkml:trace>
  <inkml:trace contextRef="#ctx0" brushRef="#br0" timeOffset="5443.109">23123 3584 631 0,'0'0'12'15,"0"0"128"-15,0 0-112 16,0 0-28-16,0 0-85 15,0 0-182-15</inkml:trace>
  <inkml:trace contextRef="#ctx0" brushRef="#br0" timeOffset="5839.978">23344 3794 419 0,'0'0'197'0,"0"0"-139"15,0 0 51-15,0 0-48 16,30 95-24-16,-15-74-13 16,3 1-19-16,1-2 4 15,2-3-6-15,3-2-3 16,0-6-8-16,-1-6-29 16,0-3-6-16,2 0 2 0,2-12 13 15,-3-9 16 1,-3 0 12-16,-6-3 4 15,-5 2 12-15,-1-4 3 16,-9 1 19-16,0-3 29 0,-1 2 8 16,-17-1 4-16,0 2 14 15,-5 5-32-15,4 2-25 16,0 2-14-16,1 10-9 16,2 1-7-16,-3 5-5 15,2 0-1-15,0 11-2 16,-1 6 0-16,5 2-34 15,4 1-32-15,8 0-57 16,1-7-94-16,0-6-110 16</inkml:trace>
  <inkml:trace contextRef="#ctx0" brushRef="#br0" timeOffset="6366.908">23623 3746 258 0,'0'0'87'0,"0"0"27"0,0 0-79 0,70 93-13 0,-55-71-11 16,-3-6 0-16,-4 2-6 15,-1-6 1-15,0-3-6 16,-4-6-6-16,2-3-20 15,-4 0 0-15,1 0 26 0,-2-12 0 16,0-3 5-16,0-5 7 16,0-3 18-16,0-1 31 15,0-3 23-15,0-1-2 16,-2 1-33-16,1 2-23 16,1 2-4-16,0 5 4 15,0 4-5-15,0 1-2 16,0 5 7-16,0 1-2 15,0 3-6-15,1 1 1 16,4 3-6-16,4 0-8 16,0 0 5-16,0 11 5 15,5 3 8-15,0 3 8 16,-1 1 0-16,1 4-4 0,-2-1 0 16,-2-1 4-16,-1 0-7 15,0-4 1-15,0-2-8 16,-2-5-2-16,-2-2-8 15,4-5-3-15,1-2-4 16,4 0-3-16,8 0-36 16,9-16-66-16,8-17-124 15,7-18-580-15</inkml:trace>
  <inkml:trace contextRef="#ctx0" brushRef="#br0" timeOffset="10000.998">23824 3634 419 0,'0'0'22'0,"0"0"62"0,0 0 24 16,0 0-55-16,-92-9 3 16,76 16-23-16,-1 7-10 15,1 3-2-15,-1 4 2 16,2 5 5-16,2 1-1 0,-4 3-5 15,4 3 0 1,1 1-7-16,5-1-4 0,4 3-1 16,0-2 2-16,3 0-2 15,0-5 1-15,13-4-5 16,3-4 1-16,7-5 9 16,2-6-3-16,2-5-5 15,5-5 8-15,-1 0-8 16,0-3-1-16,2-14-2 15,-3-6-1-15,0-2-2 16,-5-5-1-16,-3-1 2 16,-4 2-2-16,-3 2 3 0,-9-2-3 15,-4 3 1 1,-2-3 2-16,0 2-2 0,-5 3 1 16,-10 1-1-16,0 1-2 15,-2 2 0-15,-2 2 3 16,0 3-2-16,-3 1 0 15,1 4-1-15,-3 1 6 16,-1 5-4-16,-2 4 0 16,6 0-2-16,-3 0 1 15,-1 2-1-15,4 10-1 16,1 2 1-16,-1 6 0 16,-1 1 0-16,4 5 3 15,-1 0 2-15,5 1 5 16,6 1 3-16,5-1-6 15,3-4 2-15,0-2 0 0,3-4-7 16,10-4-2-16,5-2 2 16,4-4-4-16,6-6-11 15,8-1-73-15,0-8-188 16</inkml:trace>
  <inkml:trace contextRef="#ctx0" brushRef="#br0" timeOffset="28915.112">25073 7943 670 0,'0'0'29'16,"0"0"16"-16,0 0 62 0,0 0-1 0,0 0-24 15,0 0-69-15,0 0-12 16,-12 39 42-16,24 3-2 16,4 6-3-16,1 5-5 15,1 0-8-15,-3 1-7 16,1-1-6-16,-2-7-8 15,-3-3 1-15,3-6 1 16,-5-4-4-16,-2-8-1 16,1-4-1-16,-4-7-3 15,-1-5-13-15,-3-6-44 0,3-3-23 16,-3-3 26-16,2-15-54 16,-1-10-128-16,1-5 15 15,-2-6-99-15</inkml:trace>
  <inkml:trace contextRef="#ctx0" brushRef="#br0" timeOffset="29210.476">25240 7964 406 0,'0'0'75'0,"0"0"47"16,0 0-4-16,0 0-55 15,0 0-50-15,0 0 56 0,34 34 1 16,-15-8-14-16,0 3-12 15,-3-1-3-15,4 2-21 16,-4-2-4-16,-2-1-3 16,-1 1-3-16,-3-2-3 15,1-1-3-15,1 0-1 16,-6-2-1-16,-5-2 0 16,2-2 0-16,-1 0-2 15,-2-3-8-15,0-5-37 16,0-2-26-16,0-7-47 15,0-2-36-15,-6 0-20 16,-8 0-169-16</inkml:trace>
  <inkml:trace contextRef="#ctx0" brushRef="#br0" timeOffset="29413.24">25194 8372 489 0,'0'0'182'0,"0"0"-167"16,0 0 72-16,0 0-29 15,0 0-13-15,0 0-36 16,25-16 28-16,11-5-37 16,2-1-56-16,-1-1-121 15,0 0-157-15</inkml:trace>
  <inkml:trace contextRef="#ctx0" brushRef="#br0" timeOffset="30385.38">25598 8181 530 0,'0'0'169'0,"0"0"-118"16,0 0 103-16,0 0-82 15,0 0-15-15,0 0-36 16,2 0-8-16,2 0-6 15,4 0-2-15,-2 0 1 16,-2 0-3-16,-2 0-2 16,2 5 3-16,1 1-2 0,-5 0-1 15,1 2 0 1,-1-6 4-16,0-1-1 0,0-1 2 16,0 0-1-16,0 0 14 15,0 0 11-15,0 0-5 16,3 0-7-16,-3 0-8 15,3 0-7-15,-2 5-3 16,1-1 3-16,1 2 2 16,1-1-2-16,-2 1-2 15,0 1-1-15,-2 1 5 16,0 1-3-16,0-3 2 16,0-1 1-16,0-1-4 15,0-4 5-15,-2 0 1 0,-3 0-3 16,1 0-1-16,1-5-2 15,0 1 5-15,0 4 4 16,3 0 11-16,0-2-4 16,0 2-17-16,0 0-6 15,7 0 6-15,6 0-1 16,0 0 1-16,-3 7 0 16,-4 2 1-16,2-2-1 15,-5 0 0-15,-2-3-1 16,1-1-1-16,-2-2-12 15,0-1 10-15,0 0 4 16,-3 0 11-16,-9-12-11 0,0-1-1 16,5-3 1-1,1 1 3-15,3 2-3 0,3 2 1 16,0-1 1-16,7 7-2 16,11 4 0-16,4 1 0 15,1 0-1-15,5 12 0 16,-1 8-1-16,-2 4 2 15,-1 3 0-15,-6 6 0 16,-5 1 0-16,-7 3 0 16,-6 1 0-16,0 1-2 15,-3-3-5-15,-16-1-6 16,-3-5 4-16,-4-8-8 16,-1-5 11-16,0-5 0 15,-1-9 4-15,6-3 2 16,1 0 1-16,5-3 2 0,3-13-3 15,5 1-2-15,3-5-1 16,5 0 1-16,0-1-1 16,0 4 2-16,15 2 1 15,-1 2-2-15,3 2 2 16,1 2 1-16,2 5-1 16,0 0 0-16,2 4 3 15,0 0-2-15,2 7-1 16,-2 4 5-16,2 2-4 15,0-1 0-15,-2 1 0 16,-1-2-1-16,0-1 0 16,-3-3-1-16,0-2-6 15,0-5-74-15,-2 0-58 16,4-1-194-16,-3-20-216 0</inkml:trace>
  <inkml:trace contextRef="#ctx0" brushRef="#br0" timeOffset="30665.511">26191 7967 392 0,'0'0'427'0,"0"0"-412"0,0 0 54 15,0 0-24-15,0 0 22 0,0 0-31 16,11 97 9-16,12-69-10 15,-1 1 5-15,-1-1-20 16,-3 1-7-16,-3-1-5 16,-3-5-4-16,-2-2-1 15,-4-4-3-15,-1-4-2 16,-2-4-43-16,-3-5-42 16,0-3-66-16,0-1-61 15,0 0-40-15</inkml:trace>
  <inkml:trace contextRef="#ctx0" brushRef="#br0" timeOffset="30842.943">26108 8145 708 0,'0'0'35'0,"0"0"111"15,0 0-79-15,0 0-47 16,0 0-3-16,83-10-6 15,-39-4-11-15,3 0-91 16,0-3-168-16,-3-3-175 16</inkml:trace>
  <inkml:trace contextRef="#ctx0" brushRef="#br0" timeOffset="31262.87">26665 7892 745 0,'0'0'113'0,"0"0"58"16,0 0-122-16,0 0 0 0,0 0-23 16,0 0-6-16,-64 102-10 15,64-69-2-15,1 3-6 16,14 1 1-16,2-1 3 16,-2-2-4-16,1-3-1 15,-1-6-1-15,1-5-2 16,1-7-23-16,2-7-5 15,0-6-14-15,1 0 25 16,5-8 17-16,-1-13 2 16,-2-8 0-16,-2-7 4 15,-2 0 0-15,-8-2-3 0,-4-2 3 16,-6 4 13 0,0-1 17-16,-4 3 9 0,-13 4-2 15,-7 2-11-15,-1 8-7 16,-2 4-16-16,-1 4-1 15,1 7-5-15,2 5-1 16,-4 0 0-16,2 5 0 16,1 10-1-16,2 5-34 15,7 2-25-15,6 2-65 16,9-3-121-16,2-4-253 16</inkml:trace>
  <inkml:trace contextRef="#ctx0" brushRef="#br0" timeOffset="32132.784">27111 8018 610 0,'0'0'51'0,"0"0"109"0,0 0-62 0,0 0-23 16,0 0-21-16,0 0-23 0,66 3-16 15,-57 0-9-15,-2 0 0 16,-4 2-5-16,0-1 3 16,-3 0-4-16,0-1-28 15,0-1 2-15,0-2 12 16,0 0 14-16,0 0 10 15,0 0-5-15,-1-2 14 16,-1-1 6-16,2 1 9 16,0 2 3-16,0 0-24 15,0 0-13-15,15 0 0 16,3 7 0-16,1 5 0 16,-4 5 2-16,-1 1 0 15,-7-1-2-15,-2 0-3 16,-5-1-20-16,0-5-11 0,0-3-2 15,0-6 8 1,-5-2 25-16,-4 0 3 0,-3-18 2 16,2-3 1-16,-1-8 2 15,3 1 18-15,3 1 7 16,4 5-3-16,1 5-1 16,0 4-14-16,0 3-1 15,16 7-5-15,2 3-6 16,4 0-3-16,3 6 2 15,1 11 0-15,-5 7 1 16,0 5-1-16,-6 4 1 16,-5 5-7-16,-4 3-8 15,-6 2-1-15,0-4 2 0,-3-1 14 16,-15-6 0-16,0-5 1 16,-6-3-1-16,-1-7-4 15,0-3 2-15,-2-7 2 16,4-5-2-16,1-2 4 15,3 0 7-15,4-6 13 16,3-8-3-16,4-1-12 16,4-3-4-16,2 3-3 15,2 1 2-15,0-1-2 16,0 5 0-16,6 1 0 16,6-1-1-16,3 6 1 15,3 2-2-15,0 2 0 0,4 0 0 16,1 0 0-16,-2 9 2 15,1 2-1-15,-3 2 1 16,-2 0 0-16,-1-2 0 16,-5 0-1-16,-1-1-12 15,0-3-38-15,0-3-69 16,-1-2-206-16</inkml:trace>
  <inkml:trace contextRef="#ctx0" brushRef="#br0" timeOffset="32561.947">27611 7901 499 0,'0'0'59'0,"0"0"81"0,0 0-47 0,0 0-41 15,0 0-29-15,0 0-3 16,82-11 6-16,-39 3-19 16,4-2 1-16,9-4-5 15,8-1 0-15,8-2 2 16,7-3 0-16,1 2-2 0,-2 1-2 15,-4-2 0-15,-5 1-1 16,-5-1 0-16,-4 3 2 16,-9-1 2-16,-6 1 4 15,-12 4 5-15,-11 2 1 16,-7 1-4-16,-7 6-4 16,-7 0 0-16,-1 2-6 15,-1 1-24-15,-21 0-102 16,-1 0-51-16,-7 0-165 15</inkml:trace>
  <inkml:trace contextRef="#ctx0" brushRef="#br0" timeOffset="32935.618">28369 7560 502 0,'0'0'20'16,"0"0"7"-16,0 0 76 15,0 0-34-15,0 0-6 16,0 0-16-16,36 75 5 16,-8-66-21-16,5-8-19 15,1-1-3-15,2 0-5 16,-3 0-4-16,-8 0-22 16,-1 0 3-16,-8-1-1 15,-4 1 14-15,-5 0 1 0,-2 0 1 16,-3 1 4-16,-2 8 5 15,0 5 30-15,0 4 5 16,0 2 1-16,-2 2 8 16,-7 2 0-16,0 2-13 15,0-2-7-15,-4-2-9 16,1 1-11-16,-3-2-3 16,5-3-2-16,-1 0-4 15,1-5-37-15,8-5-61 16,-1-8-136-16,3 0-266 15</inkml:trace>
  <inkml:trace contextRef="#ctx0" brushRef="#br0" timeOffset="33432.911">29209 7041 583 0,'0'0'103'0,"0"0"-32"0,0 0-11 0,0 0 68 0,7 95-45 16,4-57-23-16,2 1 0 15,4 1-6-15,-2-4-10 0,1 1-6 16,-2-2-17 0,-1-2-3-16,-3-3-12 0,0-5-3 15,-5-3 0 1,1-3-3-16,-1-5-3 16,-2-4-39-16,0-5-36 0,0-5-36 15,4 0-71-15,3-11-21 16,1-14-23-16</inkml:trace>
  <inkml:trace contextRef="#ctx0" brushRef="#br0" timeOffset="33693.865">29491 6985 650 0,'0'0'85'0,"0"0"84"0,0 0-89 16,0 0-53-16,0 0 1 15,0 0 30-15,35 79-18 16,-19-47 8-16,0 1-13 16,0-3-7-16,-1-3-5 15,-1 2-9-15,-1-5-9 16,-4-4 1-16,-1-1-5 16,-2-3-1-16,-1-2-9 15,0-4-44-15,-2 1-48 16,-2-2-38-16,-1-6-120 15,0-1-130-15</inkml:trace>
  <inkml:trace contextRef="#ctx0" brushRef="#br0" timeOffset="33880.889">29354 7347 669 0,'0'0'69'0,"0"0"115"16,0 0-134-16,0 0-32 16,0 0-9-16,86-39-9 15,-41 16-46-15,3-1-174 16,-5-2-164-16</inkml:trace>
  <inkml:trace contextRef="#ctx0" brushRef="#br0" timeOffset="34750.697">29832 7077 616 0,'0'0'120'0,"0"0"43"0,0 0-81 16,0 0-30-16,0 0-23 16,0 0 17-16,50 11-6 15,-36 2-9-15,-3-2-18 16,-3 3-1-16,-1-1-8 15,-6-1 2-15,-1 1 2 16,0-2 0-16,0-1-6 16,-10-3-2-16,-3-4-18 15,-2-3-2-15,3 0 4 0,0 0 11 16,5-9 4 0,2 0 1-16,2-3 1 0,3 3 12 15,0 0 7-15,0 5 8 16,0 0-12-16,1 1-10 15,11 3-5-15,0 0-1 16,0 5 1-16,-2 5 0 16,0 3 0-16,-6-3-1 15,-2 1 0-15,-2-1-6 16,0-3-12-16,0-3-6 16,-6-2 12-16,-4-2 2 15,-1 0 4-15,2-12 6 0,0-7-9 16,2-5 7-16,5-2 2 15,2-2 1-15,0 3 8 16,2 2 0-16,11 6-1 16,0 7 0-16,4 1-2 15,-1 9-3-15,3 0-3 16,1 0 0-16,-2 18 2 16,1 5-1-16,-2 2 2 15,-3 3-3-15,-2 2 1 16,-3 1-1-16,-4 5 0 15,-4-3 0-15,-1 0 1 16,0 3 1-16,-6 1-1 0,-10-1-1 16,-3 1 2-1,0-6-2-15,0-6-8 0,4-9-2 16,0-7 3-16,2-4 7 16,0-5 5-16,1 0-5 15,1-4 3-15,2-10-3 16,2-1 0-16,4 0-1 15,1-2-1-15,2 2 1 16,0-1-2-16,0 1 3 16,3 0-3-16,6 1 3 15,4 2 3-15,0 1 4 16,1 5-4-16,1 0 0 16,5 5 4-16,-4 1-6 0,4 0-1 15,-1 0 1 1,-3 8 0-16,1 3 0 0,-4-1 0 15,-2 0-1-15,0-3 2 16,2-3-2-16,0 1-4 16,3-5-34-16,5 0-59 15,4-8-151-15,1-10-152 16</inkml:trace>
  <inkml:trace contextRef="#ctx0" brushRef="#br0" timeOffset="35244.007">30341 6899 417 0,'0'0'295'0,"0"0"-232"0,0 0 68 0,0 0-87 16,0 0 0-16,0 0-22 16,-76-2-11-1,76 16-2-15,0 4 8 0,5 4-12 16,7 2-1-16,2 0-2 15,1 1 1-15,2 1-1 16,-2-4-1-16,1-4 3 16,-1-5-1-16,1-4-3 15,3-7 0-15,1-2 6 16,1 0-2-16,0-4 4 16,0-11-7-16,0-2 3 15,-5-3-1-15,2-2 0 0,-6-1 10 16,0 0 24-16,-6-2 9 15,-2 1-3-15,-2 0 12 16,-2 0-9-16,0 1 0 16,0 1 0-16,-3 2-13 15,-9 3-2-15,-3 5-17 16,-4 3-7-16,-1 5-3 16,-4 2-4-16,-2 2 1 15,-4 0 0-15,0 9-1 16,2 2 0-16,1 6 0 15,4-3 0-15,4-1 0 16,2-2-2-16,4-2-16 0,4-1-36 16,1-1-72-1,0-5-122-15,-3-2-400 0</inkml:trace>
  <inkml:trace contextRef="#ctx0" brushRef="#br0" timeOffset="37126.691">25461 8774 525 0,'0'0'38'0,"0"0"26"0,0 0 12 15,0 0-5-15,-5 75 34 16,5-34-18-16,16 4-18 16,3 2-15-16,2 2 2 15,0-1-7-15,2-5-19 16,0-1 1-16,-1-1-2 16,-1-2-10-16,-6-1-7 15,-2 1-4-15,-5-4-2 16,-3-8-1-16,-1-2-5 0,-1-8 3 15,-3-6-3-15,0-2-7 16,0-4-39 0,0-4-34-16,0-1-37 0,0 0-14 15,-16-1-189-15,-11-9-247 16</inkml:trace>
  <inkml:trace contextRef="#ctx0" brushRef="#br0" timeOffset="37426.183">25436 9317 42 0,'0'0'687'15,"0"0"-682"-15,0 0 33 16,0 0 46-16,50 86 6 16,-26-67-21-16,5-1-22 0,-4-2-12 15,5-7-2-15,-6-2-4 16,-1-3-12-16,-6-4 2 15,-2 0-2-15,-2-2 1 16,-1-16-5-16,0-2-6 16,-3-4-1-16,-1-5-1 15,-3 0-2-15,0-4-2 16,-1 5 2-16,-1 2-3 16,-1 3 0-16,1 10-16 15,-1 2-67-15,-1-1-121 16,1-3-576-16</inkml:trace>
  <inkml:trace contextRef="#ctx0" brushRef="#br0" timeOffset="52669.038">12723 8992 73 0,'0'0'0'0,"0"0"18"0,0 0 23 0,88 16-9 16,-55-14 10-16,3-1-6 15,1 1-1-15,6 0 5 16,-1 0-18-16,4-2 22 16,-1 0-7-16,-1 1-1 15,-2-1-4-15,-1 0-12 16,2 1 0-16,-1 1-7 0,3-1 5 15,5-1-4 1,5 0 9-16,3 0 29 0,4-4-22 16,-3 0-15-16,-1 0 0 15,-5 2-4-15,2 1-2 16,-3 0-1-16,-2-1 0 16,0-1-1-16,1 1 0 15,-2-3-4-15,3 1 3 16,3 0 1-16,2 0-1 15,-1 2-4-15,0 2 0 16,-4 0 0-16,-5 0 0 16,-6 0-2-16,-3 0 0 15,-5 0 2-15,-4 6-2 16,3 2 2-16,-2-1 0 0,1-2-1 16,2-3 3-16,0 1-2 15,-1-3 2-15,3 2-2 16,-4-2-1-16,2 1 1 15,-2 0-1-15,-1 1-1 16,0 0 0-16,-2 1 2 16,2 0 1-16,-3 1 0 15,0-1 0-15,-2 2 0 16,2 0 0-16,-4-1 0 16,3 2 0-16,1-3-1 15,0-2-2-15,1 3 5 16,1-4-2-16,-3 0-3 15,-2 0 5-15,3 0-3 0,2 0-1 16,2 0 0-16,0-5-1 16,6 0 1-16,-1-2-1 15,5 4 2-15,1-2-1 16,0 1 0-16,-1-1 2 16,-1 1-2-16,2 0 2 15,-2 0-2-15,2-2 3 16,0 2-2-16,0-1 1 15,2 0 0-15,0 0-1 16,3-2-1-16,1 4 4 16,0-4 3-16,1 4-4 15,5-3 1-15,-2 0-1 0,0 2-2 16,5 0-2 0,1-1 27-16,0 0-24 0,-1-1-1 15,-2-1 0-15,-1 2 2 16,3-1-4-16,1 4 2 15,0 0 2-15,-1 1-1 16,-5-1-2-16,-3 2 1 16,2 0-2-16,-5-1 1 15,3 1 0-15,2-3 2 16,-3 2-3-16,-2-1 1 16,0 1 1-16,-1 1-2 15,-3 0 0-15,-2 0 0 16,0 0 0-16,1 0 2 0,-4 0-2 15,3 0 2-15,2 0 1 16,-2 3-3 0,2 1 0-16,0 0 1 0,1 0-1 15,0-1 0-15,1 0 4 16,1 1-4-16,7-3 0 16,1 0 0-16,-1 1 0 15,1-2 0-15,-1 0 0 16,-3 0 0-16,-1 0 0 15,2 2 0-15,2-2 0 16,1 0 0-16,4 0 1 16,-2 2-1-16,-3 0 0 15,0 0 1-15,2-1-1 16,-3 0 0-16,-3 0 0 0,1 1 0 16,-4 0 0-16,4 0 1 15,-6 1 1-15,-2 0 3 16,-3-3-1-16,-4 2 2 15,-1 0 2-15,0-1-3 16,-3-1-3-16,-3 3 0 16,-1-3 1-16,-7 0-2 15,0 2 3-15,-5-2-4 16,-1 2 1-16,-6 0-1 16,-5 4-7-16,-2 6-25 0,0 7-76 15,-42 6-242 1</inkml:trace>
  <inkml:trace contextRef="#ctx0" brushRef="#br0" timeOffset="110845.149">12604 10287 435 0,'0'0'48'0,"0"0"-39"0,-72-95 10 0,47 64 19 0,-2 0 18 0,0 4 5 15,-1 2-5-15,2 3-5 16,-5 2-1-16,-8 4-22 15,-3 3-8-15,-1 2 2 16,-5 7-1-16,-1 1-8 16,3 3 0-16,-5 0 2 15,-1 0-6-15,-4 8-5 16,-5 6-3-16,3 3 5 16,-3 1 1-16,3 1-3 15,4 3 0-15,5 3 4 0,-2 5-2 16,2 1-5-16,1 1 6 15,-1 2-6-15,6 5 1 16,-5 1 0-16,6 3 0 16,0 7 3-16,4 1-4 15,5-3 3-15,13-2 5 16,6-1 6-16,3-2-4 16,6-1-2-16,2 6-1 15,3-2 3-15,0 7-2 16,0-3 5-16,8 4 1 15,9-4 1-15,5-2-2 16,3 0-6-16,2-3 2 0,6 0-8 16,-2-1 2-1,5-1 0-15,0-2-4 0,3-1 1 16,2-5 1-16,1-2 3 16,1-4-5-16,1 1 1 15,-1-6 3-15,6-2-3 16,5-3 1-16,1-4-2 15,5-1 2-15,-5-4 3 16,-1-3-5-16,-4-3 1 16,3-4-1-16,2 0 0 15,0 0 1-15,2 0-1 16,-6-7 2-16,-1 0-1 16,-5-1-1-16,1-5 3 15,2-1-3-15,-2-1 1 16,3-1 1-16,1-2-2 0,5 0 0 15,3-5 0-15,-4 2 1 16,2-2 0-16,-5-4 0 16,1-2 2-16,0-6-3 15,-2-6 0-15,0 1 2 16,-3-4-2-16,-4 1 1 16,-7-1-1-16,-3-3 0 15,-7 2 1-15,-2 1-1 16,-6-1-1-16,-1-3 1 15,-5 2 1-15,-3-2-1 0,-1 4 2 16,-5 0-2 0,-3 0 1-16,0 2 2 0,0-2-3 15,-4-1 0-15,-11 1 2 16,-4 0-2-16,-7-1 1 16,-5 4 1-16,-6 2-2 15,-5-1 5-15,-3 1-3 16,-5-1 2-16,-1 3 4 15,3 2 0-15,5 7 7 16,4 2 0-16,0 3 3 16,0 1-3-16,-4 7 1 15,-3 3 6-15,-5 5-13 16,-1 2 0-16,-2 4 2 16,-1 1-1-16,-3 0-6 15,-8 13-1-15,-1 6-2 0,-6 9 0 16,1 4 2-16,10 0-3 15,7 5-7-15,11 2-55 16,1 6-58-16,-9-7-212 16</inkml:trace>
  <inkml:trace contextRef="#ctx0" brushRef="#br0" timeOffset="113540.006">11085 12647 652 0,'0'0'7'0,"0"0"-7"15,-103-50 4-15,61 31 7 0,-4 1 7 16,-2 4 6-16,3-3 1 16,-1 2 9-16,3-2 5 15,-5 2-5-15,-1 4 1 16,-5 4 1-16,-3 2-10 16,1 1-9-16,5 4 4 15,5 0-3-15,2 0-9 16,0 9 0-16,-3 14-6 15,-3 6-2-15,-4 6-1 16,2 10 1-16,1 3 0 16,-1 9-1-16,5 4 3 15,3 4-1-15,5-1 1 0,2 0 2 16,5 5 2-16,4-1 0 16,4 4-2-16,2 1 2 15,11-1-3-15,4-1 2 16,7-1 0-16,0-5 2 15,12 0-1-15,13-4-3 16,5-2 3-16,9-4 2 16,4-4-4-16,2 0 1 15,1-6 0-15,-1-6-2 16,2-5 0-16,3-6-1 16,-1-5 0-16,3-9 0 0,4-7-1 15,2-7 5 1,4 0-4-16,10-13 0 0,1-13 0 15,7-12 0-15,-3-9-3 16,-7-5 1-16,0-4 1 16,-5-1-2-16,-2-1 1 15,-2-2-1-15,-8-3 2 16,-6 0-2-16,-3-1 0 16,-10 5 3-16,-10-4-3 15,0 3 1-15,-10-6 0 16,-6 1-1-16,-8 1 1 15,0 3 1-15,-19 0-1 16,-14-1 1-16,-11 0-2 16,-11 2 4-16,-10 4-3 15,-10 7 8-15,-1 6 0 0,-3 8 1 16,3 2 5 0,-3 5-1-16,9 2 0 0,4 1-4 15,9 3-3-15,11 7 8 16,7 1-3-16,10 2-4 15,6 5-1-15,5 3-3 16,2 2-3-16,10 0 1 16,1 2-1-16,2 0-1 15,3 9-4-15,-1 11 1 16,1 11-28-16,0 3-28 16,9-1-76-16,13-8-101 15,-3-11-336-15</inkml:trace>
  <inkml:trace contextRef="#ctx0" brushRef="#br0" timeOffset="127785.348">10712 14359 523 0,'0'0'5'0,"0"0"22"0,0 0 32 0,-91 11 3 15,73 16-16-15,7 4-23 16,2 5-13-16,8 0 3 16,1 1-3-16,0-5 5 15,1-5-7-15,14-7-1 16,3-7-4-16,-1-5 1 0,2 0-2 15,-1-2 0 1,0 0 2-16,1-2-3 0,-2 3-1 16,0 3 0-16,-3 0 4 15,-1 3 9 1,-4 0 15-16,-1 2 7 0,-5 3 6 16,0 1-8-16,-3 2 12 15,0 0-15-15,-14 2 0 16,-8 0-15-16,-5 0-10 15,-1-2 1-15,-2-6-2 16,1-6-1-16,-3-3 0 16,6-6 2-16,-2 0-1 15,-2-10-4-15,5-10-8 0,-2-5-32 16,8-5-36 0,13 0-68-16,6-3-91 0,6 0-321 15</inkml:trace>
  <inkml:trace contextRef="#ctx0" brushRef="#br0" timeOffset="129051.177">10788 14506 590 0,'0'0'31'0,"0"0"17"0,0 0 4 0,0 0 34 15,0 0-51-15,64 99-17 16,-39-75-9-16,5-5-3 15,-1-1-4-15,0-4 4 16,-2-7-3-16,-5-5 1 16,-6-2-3-16,0 0 4 0,-7-11 9 15,-8-9-6-15,-1-5-3 16,0 1-1-16,0-3-1 16,-10 2 2-16,-8 2-1 15,-1 4 7-15,-2 2 4 16,0 9-2-16,3 4 3 15,-3 4 3-15,3 0-10 16,8 0-4-16,1 3 1 16,3 0 0-16,6-3-5 15,0 0-2-15,4 0-2 16,10-10 3-16,11-9 0 0,-1-7-25 16,0-3-10-1,-2-2-3-15,-3 1-23 0,-6-3 3 16,-4 3 24-16,-9 2 27 15,0 4 7-15,-3 6 3 16,-14 4 5-16,-4 3 16 16,-1 4 20-16,1 2 2 15,2 5 8-15,3 0 4 16,6 0-20-16,6 7-10 16,4 9-15-16,0 3-4 15,14 7 8-15,9 2 1 16,5 1-3-16,2 3-2 15,3-4-1-15,-2 0-6 16,-2-2-1-16,-1-2 1 16,-3-5-6-16,-1-1 1 0,-7-3 0 15,-1-7 2-15,1-1-1 16,-4 1 0-16,-1-8-1 16,-3 0 1-16,4 0 0 15,-2-15 9-15,-1-8-7 16,-1-2-2-16,0-6 0 15,-3-4-2-15,-3 2 1 16,-3 1-1-16,0 1-1 16,0 4 0-16,-3 5 0 15,-3 6-2-15,0 7 0 16,0 7-2-16,0 2 4 16,0 0-11-16,2 11 1 0,1 12 10 15,3 0 1-15,0 0-2 16,6-2 2-16,8-2 0 15,3-6-1-15,4-5 0 16,0-4-16-16,3-4-30 16,-2 0-15-16,-1-18-14 15,-3-8-39-15,4-5-51 16,-9-5 35-16,1-1 10 16,-8 1 118-16,-3-2 3 15,-3 4 110-15,0 11 16 16,0 6 17-16,-3 8-8 15,-3 9-14-15,-2 0-26 16,2 15-59-16,-1 10-22 16,4 4-4-16,3 0-5 0,0-4-2 15,6-1 0-15,6-4-1 16,0-3 0-16,1-2-2 16,-1-9-5-16,-1-6-24 15,4 0-31-15,-3-21 12 16,-1-8-13-16,-6-5-1 15,-2-5 10-15,-3-4 13 16,0-2 17-16,-15-1 8 16,2 1 6-16,-5 6 7 15,0 7 1-15,5 7 23 16,-1 12 30-16,3 5 18 0,7 4 4 16,3 4-15-16,1 0-9 15,0 0-40-15,0 12-5 16,0 11 3-16,8 7 16 15,9 2-11-15,1 3 6 16,6-1 0-16,-2 0-7 16,2-1 10-16,4-2-12 15,-2-4-4-15,-3-1-3 16,-1-3-3-16,-3-6-1 16,-4-5-1-16,0-4-37 15,-8-6-50-15,-7-2-80 16,0 0-102-16</inkml:trace>
  <inkml:trace contextRef="#ctx0" brushRef="#br0" timeOffset="129218.334">11221 14060 863 0,'0'0'63'0,"0"0"-30"0,0 0 70 0,0 0-77 15,0 0-22-15,0 0-4 16,-33 29-60-16,57-47-259 16</inkml:trace>
  <inkml:trace contextRef="#ctx0" brushRef="#br0" timeOffset="130168.029">13303 10644 511 0,'0'0'53'0,"0"0"3"0,0 0 40 16,0 0 29-16,0 0-39 16,96 41 7-16,-56-40-33 15,5-1-11-15,1 0-12 16,2 0-13-16,0-8-10 16,1-5-6-16,0-1-1 0,-3 0-6 15,3 1 2-15,-7 3-1 16,-4 1-1-16,-7 3 2 15,-4 1-2-15,-8 3-1 16,-7 1 0-16,-4-1 0 16,-4 0 0-16,-3 1 0 15,-1-4-11-15,0 2-3 16,0-6-23-16,0-4-36 16,-5 5-31-16,-10-7-64 15,-8 0-76-15,-5-2-148 16</inkml:trace>
  <inkml:trace contextRef="#ctx0" brushRef="#br0" timeOffset="130463.778">13811 10415 331 0,'0'0'110'0,"0"0"-1"16,0 0-63-16,0 0 78 16,0 0-45-16,0 0-18 15,88 59-11-15,-57-49-13 16,-1-2-19-16,-3-1-9 15,-2-3-3-15,-3-4-4 16,-4 2 2-16,-3 3-1 16,-4-4-3-16,-4 1-2 15,0 3 2-15,-4 0 0 16,0 4 0-16,-3 0 0 0,0 5 11 16,0 2 9-16,-1 5-1 15,-11 1-11-15,0 1-4 16,0 5-2-16,-3-2-2 15,5-3-58-15,-2-3-99 16,3-7-274-16</inkml:trace>
  <inkml:trace contextRef="#ctx0" brushRef="#br0" timeOffset="133138.44">14664 10146 467 0,'0'0'21'0,"0"0"54"0,0 0 28 15,0 0-28-15,0 0-32 16,-85-34-19-16,77 34 1 16,2 0-2-16,0 0-14 0,0 0-6 15,-2 10-1-15,0 3-2 16,-1 5 2-16,0 5 0 16,2 3-1-16,4 1-1 15,3 2 1-15,0-2 8 16,7-2 3-16,14-7-2 15,3-4 0-15,3-7-3 16,1-7-1-16,2 0 0 16,1-16 1-16,-4-9-3 15,-3-5 0-15,-3-5-4 16,-11 0 3-16,-5 0-1 16,-5 6-1-16,0 7 0 0,-12 6 0 15,-3 6 2 1,-1 6-1-16,5 4 5 0,1 0 10 15,8 14-1-15,2 10 3 16,0 3-1-16,16 8 5 16,10 4-9-16,4 1-3 15,2 10-1-15,4 3-2 16,0 8-1-16,2 3-5 16,-4-5 0-16,4-3-1 15,-5-5 4-15,-1-6 6 16,-4-2 22-16,-4-2-7 15,-3-1 3-15,-3-3-6 16,-9-6-5-16,-3-4-6 0,-5-5-4 16,-1-6 1-16,0-4-5 15,-9-4 7-15,-10-3 0 16,-2-5-1-16,-8 0 0 16,0-4 6-16,-3-17-1 15,-3-6-7-15,-1-7-7 16,3-5 1-16,3-5 0 15,9-3-2-15,8 4 0 16,10-4 0-16,3 3-5 16,1-1-19-16,19 1-31 15,5-2-9-15,6 5-39 16,4-1 16-16,0 2 17 16,-2 2 3-16,-6 2 13 15,-7 0 44-15,-7 2 10 0,-10 7 15 16,-3 3 56-16,0 3 4 15,-3 6 8-15,-9 4-22 16,0 4-1-16,-1 5-21 16,1 2-15-16,0 0-6 15,0 13-13-15,5 17-2 16,1 9-1-16,6 4 0 16,0 3 0-16,0-3-2 15,13-4 0-15,3-1 1 16,1-10 2-16,-1-6-3 15,-1-10 0-15,0-8 1 16,1-4 1-16,1-14 4 16,-1-13-6-16,-2-9-6 0,-4 1-7 15,-4-4 7-15,-5 2 4 16,-1 2 2-16,0 8-1 16,0 9 1-16,0 7 3 15,0 6 4-15,0 5 21 16,0 0-28-16,0 5 2 15,10 13-2-15,7 0 12 16,1 2 1-16,3 0-4 16,-1-2-1-16,-1-4-4 15,-4-3 0-15,-2-1-4 16,-4-6 2-16,-2-4 4 16,0 0-3-16,-1 0-2 0,-2-11 5 15,-1-7-3-15,-1-7-3 16,-2-5-1-16,0-2 1 15,0-6 0-15,0-1 0 16,0-2 0-16,0 2 0 16,-2-1 0-16,1 5 1 15,1 7-1-15,0 5 0 16,0 10 1-16,-2 5 0 16,1 5 2-16,-4 3-3 15,-4 7-4-15,2 13 0 16,2 6 3-16,4 3 1 15,1-2-2-15,0 0 2 16,13-3 0-16,2-3-1 0,6-6 1 16,4 1 0-16,-2-3 1 15,4-6 0-15,1 0-1 16,-3 0 2-16,-1-1-2 16,-6 2 0-16,-3 0 0 15,-3 2 0-15,-6-1 0 16,-4 4 0-16,-1-5 0 15,-1-4-3-15,0-1 3 16,0-3-10-16,0 0-2 16,0 0 6-16,2-5-1 15,5-13-7-15,2-5 0 16,5-3 10-16,5-5-4 16,1-3 5-16,2-2 3 0,1 1 0 15,-3-4 1-15,-5 2-1 16,-5 2 0-16,-7 4 0 15,-3 8 0-15,0 5 1 16,-6 7 0-16,-10 6-1 16,-2 5 0-16,0 0-2 15,2 5 2-15,2 9 4 16,2 6 0-16,9 2-1 16,3 3 2-16,0 2-4 15,9 2 2-15,9-3 2 16,3 0-5-16,3-5 0 15,-3-4 2-15,1-4 0 16,0-8-2-16,1-5 0 16,-1 0-1-16,5-17-17 0,4-9-18 15,4-7-24-15,1-8-45 16,-1-6 12-16,-4-5 17 16,-8 1 35-16,-7-4 23 15,-8 5 18-15,-7 7 14 16,-1 11 34-16,0 10 63 15,-4 9 4-15,-7 9-10 16,-2 4-39-16,1 0-34 16,1 0-18-16,6 12-7 15,5 4-4-15,0 5-2 16,5 0-1-16,11 2 4 16,4-1-2-16,3-4-2 0,-1 2 1 15,1-1-1-15,-3-4 2 16,-2 2 0-16,-3-4 5 15,-4-2 3-15,-5-1 8 16,-5-1-3-16,-1 6 1 16,-1 1 3-16,-17 7-12 15,-5 4-7-15,-6 10-3 16,-9 1-56-16,-12 2-181 16</inkml:trace>
  <inkml:trace contextRef="#ctx0" brushRef="#br0" timeOffset="134037.291">10255 17592 476 0,'0'0'9'0,"0"0"1"0,0 0 17 0,0 0-4 0,0 0-17 16,0 0-6-16,0 0-49 0,-16-4-90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03:03.861"/>
    </inkml:context>
    <inkml:brush xml:id="br0">
      <inkml:brushProperty name="width" value="0.05292" units="cm"/>
      <inkml:brushProperty name="height" value="0.05292" units="cm"/>
      <inkml:brushProperty name="color" value="#FFC000"/>
    </inkml:brush>
  </inkml:definitions>
  <inkml:trace contextRef="#ctx0" brushRef="#br0">7719 8489 360 0,'0'0'1'0,"0"0"9"0,-87-44 15 15,56 26 36-15,1-2 4 16,-1-1-14-16,-1-3-5 16,3-3 2-16,-3 3-14 15,1-1 1-15,3 1-11 16,-5 0-6-16,0 1 7 16,-3 2-9-16,-2 5 6 15,-4 4-4-15,-2 0 0 0,-2 7 0 16,1 1-6-1,-1 4 5-15,1 0-5 0,-1 0 0 16,-3 15-2-16,-2 5-1 16,-4 4-4-16,3 1 3 15,4 0 0-15,2 0 7 16,7-1-4-16,2 1 0 16,1-1-3-16,0 3 2 15,-1 1-3-15,3 3-2 16,-2 3 0-16,-3 4 1 15,1 2-2-15,3 2-2 16,-1 2 2-16,8-4-1 0,2-1-2 16,5-4 2-16,5-1-1 15,4-3 1-15,4 1 1 16,1-1-2-16,3 1 4 16,2-2-2-16,1 0-1 15,1 0 3-15,0-1-4 16,0 2 2-16,0 1 2 15,0-2-2-15,3 3 3 16,7-3 0-16,2 0 0 16,6 2 2-16,-2-1-1 15,4 1 0-15,-1 2 0 16,5-2-2-16,-2 0 3 16,2-5-2-16,7-4-3 15,-4-2-2-15,-1-2 3 16,5-1-2-16,-1-2 1 15,0-3 0-15,3-2-3 0,2-2 1 16,4-2 0-16,5 1 0 16,6-4 1-16,4-3-1 15,-2-1-1-15,5 0-1 16,-5 0 1-16,0 0-1 16,2 0 0-16,1-7-1 15,2-1 1-15,-1-2 1 16,-2 0 0-16,-3 0 0 15,1 1-1-15,-4-1 1 16,1-1 0-16,-4-1-1 16,0-2 1-16,-5-1 1 0,0 1-1 15,-6-5-1-15,4 1 2 16,-4-4-2-16,-1-2 0 16,-3 1 1-16,-2-5 2 15,-1 1-1-15,1 1-2 16,-5-5 1-16,4-1-1 15,-5 1 1-15,-1-1-1 16,-3-5 0-16,3-2 1 16,-4-1-1-16,-3 0 1 15,-3 3-1-15,-8-1 0 16,-3-1 0-16,0 4 0 16,-6-3 2-16,-11 0-3 15,-2-1 2-15,-7 5-1 0,0-3 2 16,-4 0-2-1,-3 2 0-15,5 2 1 0,-4 0 0 16,5 3 4-16,-1 1 2 16,-1 2 5-16,0 0 1 15,3 2 0-15,1-1-1 16,1 2-3-16,0 0 1 16,2-1 2-16,-2 5-2 15,0 0-3-15,3 2 4 16,-4 4-2-16,1 2 0 15,2 1-6-15,-5 4 2 16,6 2 4-16,-3 2-2 16,3 3-5-16,0 0 8 15,5 0-6-15,-2 0-2 0,3 0 0 16,4 0-2-16,1 0 0 16,4 4 0-16,3 4 0 15,3 0-3-15,0 6-18 16,0 1-43-16,11 6-47 15,8-1-90-15,-1-6-193 16</inkml:trace>
  <inkml:trace contextRef="#ctx0" brushRef="#br0" timeOffset="2322.315">8408 8351 611 0,'0'0'17'0,"0"0"23"16,0 0 45-16,0 0-1 15,0 0-12-15,0 0-19 0,0 0-8 16,-50-48-45-16,50 54 4 16,13 11 7-16,0 3 12 15,5 5-3-15,0-1 0 16,0-2-1-16,4 5-1 16,-4-4-11-16,2-2 4 15,-1-2-7-15,-4 0 1 16,1-2-2-16,-1-3-1 15,-4-1-1-15,1-4 0 16,-6 0 2-16,3-5-1 16,-5-3-1-16,0-1 2 15,-1 0 1-15,2-1 3 16,4-15-2-16,-3-4-2 16,4-6-3-16,-2 0 1 0,-2-2-1 15,-3-1 1-15,0-1-1 16,-3 3 1-16,0 5-2 15,0 0 2-15,0 8-2 16,-3 2 1-16,-2 3 0 16,4 5 0-16,-1 1 1 15,2 3-1-15,0 0-6 16,0 7-4-16,0 8 10 16,9 4 1-16,3 1 2 15,0 0 3-15,2-4 5 16,-1 4 2-16,2-3 1 15,3-1-1-15,-3 1-2 0,1-3-3 16,-2-2-2-16,-1-1-2 16,2-2-1-16,-3-2-1 15,0-4 0-15,-3 1-1 16,3-4-1-16,-2 0-3 16,1-9-30-16,-1-9-40 15,-1-5-32-15,0-6-38 16,0-2-69-16,-3 0 3 15,0 2-7-15,-5 1 65 16,1 8 107-16,-2 6 44 16,0 5 127-16,0 5 34 15,0 4 19-15,0 0-46 0,0 0-54 16,0 11-34 0,0 7 37-16,6 0-10 0,6 2-12 15,-2 1-17 1,5-3-5-16,-3-2-12 0,-1 0-10 15,0-3-3-15,-2-3-11 16,-3-3 0-16,-1 0-2 16,1-4 1-16,-6-2-2 15,0-1 3-15,0 0 0 16,0 0 4-16,0-4-7 16,-11-10-4-16,2-2-1 15,-2-5-2-15,2 0 1 16,1-2 3-16,5 2-5 15,3 1 0-15,0 2 3 16,0 3-1-16,0 2 5 0,12 3 0 16,3 4-1-16,-2 2 2 15,7 2-1-15,-2 2 1 16,1 0 1-16,2 0 0 16,-2 2 3-16,2 6 6 15,0 1-5-15,-3 1 4 16,-2 4-4-16,1-3 0 15,-4 2-1-15,1-4 0 16,-8 1-3-16,4-1 0 16,-6-2-1-16,-2 0 0 15,1-1-2-15,3-3-27 16,-3-2-40-16,2-1-53 16,0 0-94-16,-2-8-65 15</inkml:trace>
  <inkml:trace contextRef="#ctx0" brushRef="#br0" timeOffset="2572.474">9326 8160 244 0,'0'0'194'0,"0"0"-187"16,0 0 90-16,0 0-8 15,0 0-4-15,70 82-13 16,-49-59 2-16,-2 1-18 15,2-2-19-15,-2 0-22 0,-2-1-8 16,-2-1-4 0,-2-4 3-16,-4-5-5 0,-2-1-1 15,-4-1-4-15,-1-7-42 16,-2-2-51-16,0 0-72 16,0-2-117-16</inkml:trace>
  <inkml:trace contextRef="#ctx0" brushRef="#br0" timeOffset="2704.251">9345 8102 430 0,'0'0'9'0,"0"0"0"16,0 0-9-16,0 0-7 0,0 0-130 15</inkml:trace>
  <inkml:trace contextRef="#ctx0" brushRef="#br0" timeOffset="3177.828">9630 7974 413 0,'0'0'46'16,"0"0"109"-16,0 0-30 15,0 0-13-15,0 0-47 0,0 0-20 16,-82-39-19-16,79 37-10 16,0 2-1-16,3 0-7 15,0 0-7-15,0 2 2 16,0 10-3-16,0 5 9 16,0 0 0-16,3 3 9 15,8 0 9-15,-1 2-2 16,3 2 5-16,2 3-7 15,3 1-1-15,1 3 1 16,0 2 1-16,0 2-7 16,-4-3-5-16,4 1 0 15,2-2-6-15,-6-5 0 0,0 0-1 16,-5-3-3-16,5-4 2 16,-4 1-4-16,-2-3 1 15,-2-3 2-15,0-4-3 16,-2 1 1-16,-2-4-1 15,0-2 1-15,0-4-1 16,-3-1-5-16,2 0-17 16,-2 0-8-16,0 0-4 15,0 0-63-15,-14-11-60 16,-2-5-169-16</inkml:trace>
  <inkml:trace contextRef="#ctx0" brushRef="#br0" timeOffset="3375.091">9585 8399 404 0,'0'0'59'0,"0"0"-48"0,0 0 23 0,0 0-23 15,0 0-6-15,94-37-5 16,-65 21-1-16,-4-1-89 15,6-3-85-15,-5 0-17 16</inkml:trace>
  <inkml:trace contextRef="#ctx0" brushRef="#br0" timeOffset="3851.21">9884 8177 187 0,'0'0'135'0,"0"0"32"16,0 0-52-16,0 0 8 0,0 0-37 15,0 0-47-15,1-16-30 16,-1 25-4-16,0 7 12 15,2 4 1-15,4 1 1 16,0 4 1-16,4-1-5 16,1 0 2-16,-1-2-3 15,3-1-5-15,1-1 0 16,1-4-3-16,-3-2 0 16,1-1-2-16,-1-5 0 15,0-1-4-15,3-3 3 16,-2-2 2-16,1-2-1 15,-2 0 1-15,1 0-1 0,-4-10-1 16,-1 0 4-16,-4-4-3 16,1-2 2-16,-4 2 2 15,-1 0 2-15,0-2 3 16,0 3 0-16,0-4 6 16,0 0-10-16,-7 0 2 15,-4 0 3-15,2 0 2 16,-7 2-3-16,2-1-2 15,-5 2-1-15,1 2 2 16,-2 1-4-16,3 4-7 16,2 1 0-16,-3 1 3 15,6 5-3-15,0 0 0 16,3 0-1-16,1 0 0 16,4 0-5-16,1 0-37 0,3 8-55 15,0 1-18-15,3-1-139 16,6-8-267-16</inkml:trace>
  <inkml:trace contextRef="#ctx0" brushRef="#br0" timeOffset="4228.889">10088 8108 87 0,'0'0'397'0,"0"0"-349"0,0 0 82 15,0 0-12-15,45 73-46 16,-33-50-27-16,6-1-4 16,-2 1-17-16,-4-3-4 15,-3 0-8-15,1-5-2 16,-2 0-8-16,-5-5 2 16,-2-1-1-16,-1-5-1 15,0 0 3-15,0-4 1 16,0 0 5-16,-4 0 6 15,-4 0-7-15,-5-1 8 16,4-9-4-16,-3-1 8 16,2-4-4-16,1-1-6 15,-3-1-6-15,9-2-6 16,-2 1 1-16,5-1-1 16,0-1-3-16,0 0-26 0,2 0-39 15,13 2-44-15,-3 0-106 16,1 1-169-16</inkml:trace>
  <inkml:trace contextRef="#ctx0" brushRef="#br0" timeOffset="5031.375">10249 8045 570 0,'0'0'23'0,"0"0"46"15,0 0 43-15,0 0-29 16,0 0-21-16,36 77 0 15,-22-57-12-15,2-1-14 0,-4 0-18 16,4-2-5-16,-4-1-7 16,-3-4-2-16,0-1-1 15,0-2-1-15,-4-5-1 16,-2-3 0-16,-2-1-1 16,-1 0 2-16,0 0 8 15,0-4 9-15,0-7-17 16,-4-4-2-16,-1-1 0 15,-1-2-3-15,0-1-1 16,0 1-5-16,0 4 1 16,6 0 3-16,0 2 4 15,0 3-1-15,0 1 2 16,0 2-1-16,0 4 0 0,9 0-2 16,3 2 0-16,0 0 1 15,4 4 2-15,1 10 1 16,4 1 0-16,-2 1 2 15,-1 2-1-15,1-1 0 16,-1-2-2-16,-3 0 0 16,0-3 0-16,-6-2 2 15,-1-3-3-15,-2-6 1 16,-3-1 0-16,-3 0 0 16,0 0 4-16,0 0 7 15,0-1-4-15,0-9-7 16,0 3 0-16,-2-4 0 15,-1-2-3-15,-1-1 0 16,-1-3-1-16,2 0 1 0,1 1-2 16,1-3 1-16,1 2 1 15,0 3 3-15,0-2-4 16,0 4 3-16,0-1 1 16,0 2 0-16,0 1 0 15,1 1 1-15,4 4 3 16,0 0 1-16,2 4 0 15,3 1-3-15,-1 0 1 16,2 0 7-16,2 10 2 16,-2 4 13-16,1 0 5 15,1 5 0-15,-1-3 2 16,3 1-3-16,-3 5-6 16,4-2-3-16,-1 0-1 0,1 3-7 15,-2-2-6-15,2-1-1 16,-2-2-5-16,-5-1 2 15,7-4-2-15,-5-3-2 16,-1-2-50-16,-6-3-63 16,-4-5-134-16,0 0-579 15</inkml:trace>
  <inkml:trace contextRef="#ctx0" brushRef="#br0" timeOffset="11957.779">10633 10607 169 0,'0'0'16'0,"0"0"22"0,0 0 56 0,0 0-32 0,0 0 5 16,0 0-1-16,0 0-22 15,0 0-21-15,-12-10-12 16,12 10-3-16,0 0-4 16,0 0-4-16,3 0 1 15,10 0 6-15,2 0 4 16,3 0 3-16,3 0-2 15,0 0 2-15,5 3-1 16,-3 1-3-16,2 0 0 16,2 0 6-16,0 1-5 15,1-4-2-15,1 0 4 16,2-1 1-16,5 0 1 0,1 0 1 16,8 0 3-16,-3-5-4 15,0-2-5-15,1 0-7 16,-1 1 2-16,-2 3-2 15,1-2-3-15,0 0 5 16,-1 4-3-16,0-1 0 16,-2 0 0-16,-1 2 0 15,-1 0 1-15,-2 0 1 16,3 0 1-16,-2 0-3 16,2 0 2-16,2 0-3 15,-2 0 0-15,2 0 1 16,-2 0-1-16,1 0 3 15,-4 0-3-15,0 0-1 16,3 0 2-16,-2 0 0 16,-1 0-1-16,2 0 0 0,0 0 2 15,1-1-2-15,0-1 0 16,-1 1 0-16,0 0 0 16,-5 1-1-16,-1 0 0 15,0 0 0-15,-2 0 1 16,-1 0-1-16,-4 5 0 15,0-1 0-15,1 2 0 16,0 0 1-16,-1-2-1 16,0 0 0-16,1-1 0 15,0-2 1-15,1 2-1 16,1-2 0-16,2 1 0 16,2-2 1-16,1 0-1 0,1 0 0 15,-1 0 0-15,2 0 5 16,1 0-5-16,5 0 0 15,1 0 0-15,2-2 0 16,4-2 1-16,1 0-1 16,0 0 0-16,0 0 1 15,0-1-1-15,1 1 0 16,0 0 0-16,4 0-1 16,3 0 0-16,2-2 1 15,1 2 0-15,-1-1 0 16,-2 2 1-16,1 2-1 15,0-2 1-15,-4 3-1 0,3 0 1 16,-1-1-1 0,-5 1 1-16,3-2 1 15,-1-1-2-15,-3 1 2 0,4-1 0 16,2 1-1-16,1-1 0 16,0 2-1-16,-1 1 1 15,-2-3-1-15,-4 3 0 16,-2 0 0-16,2 0 3 15,0 0-3-15,1 0 1 16,0 0 1-16,0 0 0 16,1 0-1-16,0 0 0 15,-1 0 2-15,1 0-1 16,0 0-1-16,-2 0 1 16,3-1 0-16,-1-2-2 0,1 3 1 15,2 0-1-15,0 0 1 16,0 0 1-16,3 0 1 15,5 0-3-15,1 0 1 16,2-4-1-16,0 1 0 16,-4-2 0-16,-1 3 0 15,-1-2-1-15,2 2 1 16,-2 0 0-16,0 2 1 16,-3 0-1-16,0 0 1 15,-3 0-1-15,0 0 0 16,-3 0 0-16,-1 0 0 15,-1 0 0-15,-3 0 1 16,-1 0-1-16,-1 0 2 16,-5 0 0-16,-1 0 1 0,-6 0 1 15,3 0 2-15,-2 0-1 16,0 0 2-16,1 0 1 16,0 0 1-16,0 0 2 15,-5 0-3-15,-1 0 0 16,-3 0-1-16,-5 0 2 15,-2 0-3-15,-8-2 3 16,-4 2-2-16,1 0-2 16,-5 0-3-16,0-2 1 15,0 2 4-15,0-5-2 16,0 1-1-16,0-3-4 16,0-3-62-16,0-5-46 0,0 3-165 15</inkml:trace>
  <inkml:trace contextRef="#ctx0" brushRef="#br0" timeOffset="138622.252">19122 3992 256 0,'-94'10'46'0,"-3"5"-41"0,-6 5 8 16,-6 7 15-16,-9 4 8 16,-7 5 13-16,-7 8 7 15,-8 7-21-15,4 5-4 16,1 8-2-16,6 4-13 16,12 5-3-16,4 3-7 15,5 3 2-15,5 6-3 16,3 4-1-16,9-2-1 0,6 5 7 15,12 4 12-15,14 3 0 16,12 7 0-16,12 1-7 16,15 3-2-16,14 1 5 15,6 5 3-15,22 7-8 16,21 0-2-16,21 1 0 16,21-1-1-16,15-12-10 15,17-8 8-15,7-15-4 16,10-17 8-16,2-17-12 15,7-14 1-15,11-7 28 16,8-19-12-16,10-12-6 16,5-5 5-16,2-30-3 0,5-19-1 15,1-7 3-15,6-12-2 16,-6-14-7-16,-5-5-1 16,-14-9-5-16,-17-8 1 15,-13-2 2-15,-17-4-3 16,-11-4 2-16,-16-1 1 15,-14-3 1-15,-7-6-4 16,-16-5 2-16,-14-3 1 16,-22-6-3-16,-13-4 0 15,-6 5 0-15,-30 7 4 16,-11 12-3-16,-12 11 0 16,-10 7 0-16,-5 9 15 15,-7 8 0-15,-11 8-2 0,-7 10-2 16,-10 8-6-16,-8 6-5 15,-4 9 2-15,0 7-3 16,-2 10 0-16,4 8 0 16,6 8 4-16,5 10-4 15,15 2-3-15,4 4 3 16,4 19-1-16,4 9-4 16,2 9 0-16,2 8 5 15,14 9 0-15,12 6-27 16,18 2-31-16,24 0-24 15,6-2-81-15,30-17-111 16</inkml:trace>
  <inkml:trace contextRef="#ctx0" brushRef="#br0" timeOffset="139206.447">20127 6153 650 0,'0'0'0'0,"0"0"0"0,0 0 5 0,38 92 22 0,-3-26 17 16,4 11 16-16,3 6-27 15,3-1-12-15,-6-6-12 16,-2-7-2-16,2-7 3 15,-5-7-6-15,-1-7 2 16,-5-5-2-16,-4-5-1 16,-6-5-1-16,-2-7-1 15,-5-5-1-15,-8-5-15 16,-3-9-45-16,0-6-22 16,-9-1-4-16,-21-12-127 15,-12-14-173-15</inkml:trace>
  <inkml:trace contextRef="#ctx0" brushRef="#br0" timeOffset="139416.333">20180 6849 572 0,'0'0'6'16,"0"0"18"-16,0 0 14 15,91 96 0-15,-66-73-4 16,3-2-1-16,-1-3-12 15,0-5-9-15,3-6-8 16,-1-7-2-16,6 0-2 0,1-9-19 16,3-12-85-1,-5-8-98-15,-3-4-77 0</inkml:trace>
  <inkml:trace contextRef="#ctx0" brushRef="#br0" timeOffset="139589.707">20727 6678 420 0,'0'0'162'0,"0"0"-128"16,0 0 27-16,0 0 43 16,0 99-14-16,0-53-17 15,0 4-29-15,-4 5-13 16,-4 5-15-16,2 3-11 16,5-2-5-16,1 1-9 0,1-8-76 15,10-12-218 1</inkml:trace>
  <inkml:trace contextRef="#ctx0" brushRef="#br0" timeOffset="153256.761">21243 7314 714 0,'0'0'23'0,"0"0"5"0,0 0 16 0,0 0-27 16,0 0 63 0,42 122-9-16,-18-65-19 0,3 1-21 15,-2-3-14-15,1-5-6 16,-1-4-4-16,-3-6-2 16,-3-4-4-16,-6-8 2 15,-1-7-3-15,-7-6-3 16,-2-10-47-16,-3-5-64 15,0 0-34-15,-7-11-118 16,-11-9-101-16</inkml:trace>
  <inkml:trace contextRef="#ctx0" brushRef="#br0" timeOffset="153609.707">21152 7504 510 0,'0'0'39'0,"0"0"19"15,0 0 40-15,0 0-34 16,-30-75-5-16,53 46-42 16,9-4 7-16,9 1-2 15,4 3-3-15,1 1-2 16,-1 9 3-16,1 10-10 16,-6 6-8-16,-2 3-2 15,-7 9-1-15,-4 13-7 16,-6 6 8-16,-8 7 7 0,-3 7 12 15,-5 0-11 1,-5 3 9-16,0 0 1 0,0-1 2 16,-9-1-5-16,-7-1-6 15,-4-1-5-15,-1-4 0 16,-3-2-3-16,4-7-1 16,3-7-7-16,5-10-21 15,6-8-22-15,6-3-72 16,0-14 18-16,2-17-272 15</inkml:trace>
  <inkml:trace contextRef="#ctx0" brushRef="#br0" timeOffset="153865.169">21736 7196 622 0,'0'0'39'0,"0"0"72"0,0 0-30 15,0 0-62-15,0 0 76 16,0 0-54-16,68 92-13 16,-44-52-13-16,-3 0-9 15,2 1 1-15,-1-1-4 16,-3 1-3-16,-4-7 1 16,-4-9-1-16,-4-7-9 15,-3-10-18-15,-4-8-45 16,0-5-47-16,0-22-93 15,0-12-116-15</inkml:trace>
  <inkml:trace contextRef="#ctx0" brushRef="#br0" timeOffset="153998.08">21797 7047 527 0,'0'0'71'15,"0"0"-44"-15,0 0 0 16,0 0-10-16,0 0-17 15,0 0-27-15,56 36-151 16</inkml:trace>
  <inkml:trace contextRef="#ctx0" brushRef="#br0" timeOffset="154372.288">22218 6768 657 0,'0'0'73'16,"0"0"71"-16,0 0-42 15,-83-51-42-15,61 49-9 16,4 2-16-16,3 3-22 16,5 15-8-16,1 8-3 15,8 5 2-15,1 3 5 16,0 2 3-16,10 3-3 16,5-2 4-16,4 3-1 15,1 1 0-15,4 3 4 16,1-2-7-16,2 1 6 0,-2-3-2 15,-1 0 0 1,-2-2-2-16,-1-1 3 0,-3-1-5 16,-3-2 0-16,-3-1-4 15,0-7-3-15,-2 1 1 16,-4-8-2-16,-4-7-1 16,2-7-2-16,-4-5-13 15,0 0-13-15,0-12-11 16,0-11-85-16,-9-5 0 15,-4-5-92-15,-10-6-154 16</inkml:trace>
  <inkml:trace contextRef="#ctx0" brushRef="#br0" timeOffset="154546.521">22185 7179 606 0,'0'0'56'15,"0"0"50"-15,0 0-22 16,0 0-58-16,71-96-11 15,-30 61-11-15,2-2-4 16,3 1-7-16,-2-4-51 16,0 4-48-16,-7-1-79 15,-7-3-39-15,-13 4 5 16</inkml:trace>
  <inkml:trace contextRef="#ctx0" brushRef="#br0" timeOffset="154840.997">22562 6657 160 0,'0'0'127'0,"0"0"62"16,0 0-29-16,0 0-36 15,-85-72-22-15,73 70-5 0,6 2-29 16,0 0-31 0,6 14-28-16,0 11 2 0,0 7 4 15,6 5 10-15,14 6 6 16,-5 2-11-16,7 1 8 16,0-1 4-16,-2 0-7 15,-1-2 9-15,-1-2-6 16,2-2-10-16,-3 1-1 15,-3-2-7-15,2-3-4 16,-4-3-2-16,1-7-4 16,-2-4 4-16,-3-5-4 15,2-5 1-15,-4-4-1 16,-3-3-15-16,-3-4-27 0,0 0-40 16,0 0-48-1,0-14-84-15,-5 2-208 0</inkml:trace>
  <inkml:trace contextRef="#ctx0" brushRef="#br0" timeOffset="154998.122">22641 7088 766 0,'0'0'52'0,"0"0"37"15,-6-91-6-15,17 58-62 16,11-2-18-16,5 8-3 0,0 1-69 15,-2 6-228 1</inkml:trace>
  <inkml:trace contextRef="#ctx0" brushRef="#br0" timeOffset="155348.916">22926 6924 743 0,'0'0'29'0,"0"0"27"16,0 0 31-16,-6-89-52 16,16 58-10-16,-2 6-18 15,0-2-2-15,-7 6-3 0,-1 4 1 16,0 6 3 0,-6 5-3-16,-10 6 10 0,-2 0-8 15,-5 9-4 1,4 8 5-16,3 7 11 0,7 2 5 15,3 4 2-15,6 0 3 16,1-4-3-16,22-2 1 16,5-4-2-16,5-8-7 15,0-3-10-15,7-6-2 16,-4-3-2-16,2 0-2 16,-2-16-14-16,-4-5-53 15,-4-6-28-15,-7-2-79 16,-8-3-190-16</inkml:trace>
  <inkml:trace contextRef="#ctx0" brushRef="#br0" timeOffset="155672.023">23154 6591 688 0,'0'0'97'0,"0"0"23"16,0 0-80-16,0 0 32 15,0 0-23-15,0 0-22 16,77 55 5-16,-49-34-1 15,-3 3-1-15,1-1-2 16,-4-1-4-16,-4 1 0 16,-3-3-9-16,-8-2-9 15,-4-1-2-15,-3-6 0 16,0-3 0-16,0-6 1 16,-12-2 0-16,-2 0-1 15,-2-15-2-15,2-12 2 0,3-3-3 16,5-8-1-16,4-3 1 15,2 0 0-15,0 0-1 16,0 7 0-16,10 6-6 16,3 6-36-16,6 6-34 15,-2 9-86-15,1 5-224 16</inkml:trace>
  <inkml:trace contextRef="#ctx0" brushRef="#br0" timeOffset="156591.197">23596 6560 734 0,'0'0'93'0,"0"0"78"0,16-87-52 16,-11 55-28-16,1 0-32 16,-1 4-26-16,-5 3-16 15,0 9-9-15,0 7-4 16,-5 9-3-16,-10 0 8 15,-3 17-8-15,2 12-1 16,2 4 0-16,7 4 1 16,7-1 0-16,0-1-1 15,0-1 4-15,13-7-1 16,10-4-3-16,0-8 3 16,3-7-2-16,-1-8-1 0,5 0 0 15,0-7-15-15,0-14-26 16,0-6-3-16,-2-7-43 15,-7-2-27-15,-8-3-8 16,-4-2-1-16,-9 2-6 16,0 4 91-16,0 10 38 15,-4 7 82-15,-4 8 76 16,1 5-10-16,5 2-49 16,1 3-21-16,1 0-50 15,0 8-20-15,0 8 22 16,12 2-4-16,4-1-6 15,2 0 0-15,3-1-7 16,-2-2-1-16,-2-3-3 0,-2-3-7 16,-2-2 2-16,-2-2-1 15,-1-4-1-15,-4 0-2 16,-1-4-3-16,-4-13-3 16,1-9-16-16,-1-4 13 15,1-3-3-15,1 5 5 16,2 5 6-16,1 8 2 15,-1 6 3-15,2 4-2 16,5 5 1-16,0 0-2 16,7 3 2-16,0 9 0 15,-2 4-1-15,3-2-2 16,2-1 3-16,2-5-2 16,1-7 1-16,5-1 0 15,0-8 0-15,3-14-1 0,-3-10-1 16,-4-4 0-1,-10-7-6-15,-10-4-4 0,-6-6 0 16,0-3-1-16,-2 6 7 16,-10 10 4-16,-4 8 5 15,5 13 21-15,-4 6-8 16,5 6-1-16,-2 7 1 16,0 0-7-16,6 11-8 15,1 14-1-15,5 10 4 16,0 4-1-16,0 3 9 15,11 2 5-15,8-3-3 16,1-6-7-16,-1-4-4 0,3-5 0 16,-1-8-3-16,-3-7 0 15,2-5-2-15,-4-6 0 16,5 0-6-16,-2-6-23 16,-1-13-36-16,-3-7-61 15,-4-5-96-15,-11-7-277 16</inkml:trace>
  <inkml:trace contextRef="#ctx0" brushRef="#br0" timeOffset="156736.733">24346 5993 922 0,'0'0'98'0,"0"0"25"0,0 0-22 0,0 0-83 15,77-73-14-15,-16 34-4 16,18-3-70-16,8-9-179 15</inkml:trace>
  <inkml:trace contextRef="#ctx0" brushRef="#br0" timeOffset="157808.567">24020 7233 731 0,'0'0'84'0,"0"0"80"0,0 0-35 0,0 0-69 16,-99-56-24-16,77 82-11 16,0 12-6-16,5 10 3 15,5 4 2-15,11 4 0 16,1-4-8-16,3-1-10 15,15-8-5-15,5-9-1 16,4-9 0-16,5-13-12 16,-1-9-34-16,3-3-23 15,-1-13-54-15,-2-16-91 16,-2-8-98-16,-5-5-202 0</inkml:trace>
  <inkml:trace contextRef="#ctx0" brushRef="#br0" timeOffset="158123.161">24176 7314 263 0,'0'0'244'0,"0"0"-45"15,0 0 5-15,0 0-88 16,0 0-63-16,0 0-13 16,-38 37-4-16,38-10-17 15,7 3 5-15,9-2-8 16,-1-5-2-16,2-6-11 16,-2-7-3-16,4-5-5 15,-1-5 5-15,4-1 10 16,-4-19 6-16,-1-7-16 0,-2-3-6 15,-6-6 5 1,-3 0-4-16,-6 1 4 0,0 1 1 16,-2 3 1-16,-16 10 3 15,3 7-4-15,-4 4 16 16,2 10 1-16,-2 0-12 16,3 10-2-16,-2 8-2 15,10-1-1-15,4 6-8 16,4-8-41-16,0-2-95 15,19-7-73-15,4-6-116 16</inkml:trace>
  <inkml:trace contextRef="#ctx0" brushRef="#br0" timeOffset="158671.428">24472 7092 529 0,'0'0'329'0,"0"0"-239"16,0 0-11-16,0 0 40 15,0 0-58-15,33 91-16 16,-18-62-14-16,1-1-5 16,-2-1-17-16,0-5-4 15,-5-5-3-15,0-5-1 16,-4-6-1-16,-2-6-4 16,-1 0-24-16,-2-10 18 15,0-15-15-15,0-5 6 0,0-1-2 16,0-2 4-1,0 5 15-15,4 4 2 0,0 7 1 16,2 7 1-16,3 6 3 16,6 4-2-16,5 2 2 15,0 14 3-15,0 4-2 16,-2 0-1-16,-4-4-1 16,2-1 0-16,-2-7-3 15,-3-4 1-15,-1-4 1 16,-1 0 1-16,2-18-4 15,-2-10-9-15,-1-6-12 16,-6-6-6-16,1-2-11 16,-3 4 6-16,1 3 23 15,2 6 9-15,0 8 7 16,1 7 12-16,-3 7 20 16,5 7-14-16,3 0-16 15,4 10-5-15,4 11 6 0,-4 8 0 16,3 0 5-16,0 0-9 15,0-3-4-15,0-5 1 16,4-8-3-16,2-12-7 16,4-1-42-16,-1-15-84 15,0-13-83-15,-7-9-168 16</inkml:trace>
  <inkml:trace contextRef="#ctx0" brushRef="#br0" timeOffset="158925.921">25086 6747 758 0,'0'0'116'0,"0"0"28"0,0 0-81 0,0 0-52 0,0 0 29 15,0 0 7-15,22 70-7 16,-9-41-3-16,3 4-3 16,2 1 5-16,-1 4-13 15,4 1-5-15,1 2 1 16,-1 0-12-16,1-4-3 15,-1-6-3-15,-4-8 0 16,2-9-4-16,-4-5-5 16,0-9-37-16,-5 0-55 15,0-5-79-15,-8-19-104 16,-2-11-413-16</inkml:trace>
  <inkml:trace contextRef="#ctx0" brushRef="#br0" timeOffset="159202.313">25206 6657 818 0,'0'0'48'16,"0"0"24"-16,0 0 4 15,0 0-39-15,0 0-12 16,0 0-13-16,97-60 1 15,-76 84-10-15,-5 7 6 16,-8 5 0-16,-4 3 19 0,-4 1-14 16,0 2-9-16,-15-6-2 15,-3-3 1-15,5-8-4 16,3-8-1-16,7-10-98 16,3-7-57-16,3-7-177 15</inkml:trace>
  <inkml:trace contextRef="#ctx0" brushRef="#br0" timeOffset="159541.256">25550 6621 866 0,'0'0'27'0,"0"0"112"0,0 0-20 16,-50 102-54-16,50-69-6 15,0-3-22-15,12-3-12 16,10-5-12-16,0-5-5 15,5-4-2-15,2-10-2 16,-4-3-1-16,2 0-3 16,-3-16-2-16,-3-5-10 15,-8-6-9-15,-3-4 1 16,-5-4 6-16,-5-3 10 16,0 4 2-16,0 3 2 15,-10 5 0-15,-4 8 1 16,-2 5-1-16,1 7 3 0,-3 6 2 15,1 0-1 1,-2 0-4-16,7 9-2 0,0 4-11 16,11-1-79-16,1-3-90 15,0-6-174-15</inkml:trace>
  <inkml:trace contextRef="#ctx0" brushRef="#br0" timeOffset="160057.759">25980 6389 749 0,'0'0'84'0,"0"0"87"15,0 0-25-15,-80 2-39 16,66 11-65-16,2 7-25 16,8 2-6-16,4-1-8 0,0-2 3 15,12 3-6-15,9-5 0 16,2-2 4-16,3-2 1 15,2-5-4-15,-5-1 3 16,-1 0-4-16,-3 2 0 16,-5-1-1-16,-3 2 1 15,-6 2-2-15,-5 1 2 16,0-1 0-16,0 1 3 16,-13-5-3-16,-1-2 0 15,0-5-2-15,0-1 1 16,1 0 1-16,1-11 0 15,6-9 0-15,6-5-5 0,0-3-24 16,1-2-1 0,16 2 8-16,4 2 5 0,1 4-10 15,0 9 23-15,-4 2 4 16,0 5 1-16,-3 5 0 16,1 1 8-16,-1 0 8 15,0 11 6-15,-3 3 1 16,-1 1-1-16,-3 1-6 15,-3 0-8-15,-2-3-5 16,-3-4 3-16,0-2-6 16,0-7-1-16,0 0-22 15,0 0-46-15,0-6-61 16,0-14-102-16,0-8-160 16</inkml:trace>
  <inkml:trace contextRef="#ctx0" brushRef="#br0" timeOffset="160181.319">26183 6197 387 0,'0'0'56'0,"0"0"32"0,0 0-56 15,0 0-32-15,0 0-114 16,0 0-105-16</inkml:trace>
  <inkml:trace contextRef="#ctx0" brushRef="#br0" timeOffset="160390.973">26322 6059 276 0,'0'0'333'0,"0"0"-80"0,0 0-35 15,0 0-56 1,0 0-77-16,0 0-47 0,-3 33 9 16,3 3 3-16,9 4-10 15,7 2-6-15,5 2-7 16,0-1-12-16,3-2-6 16,-3-6-7-16,3-5-1 15,-4-7-1-15,-3-8-8 16,-4-6-24-16,-5-5-34 15,-7-4-42-15,-1 0-48 16,0-5-36-16,-12-14-251 16</inkml:trace>
  <inkml:trace contextRef="#ctx0" brushRef="#br0" timeOffset="160739.539">26323 6340 610 0,'0'0'123'0,"0"0"63"0,0 0-95 15,0 0-48-15,0 0-32 16,0 0-8-16,53-72-3 16,-25 51-1-16,3-4-22 15,1 0-45-15,-1 0-3 16,-4-2-28-16,-8 3 1 16,-10 5 69-16,-7 0 29 15,-2 8 25-15,0 1 45 16,0 5 46-16,-2 5 25 15,-1 0-54-15,3 2-28 16,0 15-39-16,0 6 20 0,5 6-15 16,11 2-4-16,-2 6 4 15,5-3-5-15,-4 0-7 16,0-5-8-16,-5-2-2 16,-1-7-3-16,0-4 0 15,-5-6-20-15,0-9-60 16,-3-1-98-16,-1-6-58 15,0-17-440-15</inkml:trace>
  <inkml:trace contextRef="#ctx0" brushRef="#br0" timeOffset="160883.977">26519 5922 901 0,'0'0'29'0,"0"0"71"0,0 0-41 16,0 0-55-16,0 0-4 15,0 0-47-15,15 34-139 16,10-17-200-16</inkml:trace>
  <inkml:trace contextRef="#ctx0" brushRef="#br0" timeOffset="161197.811">26731 6072 711 0,'0'0'122'16,"0"0"43"-16,0 0-36 0,20 87-56 15,-6-68-37 1,4-5-11-16,0-4-17 0,4-9-1 16,2-1-2-16,-1 0 1 15,-3-12-6-15,0-6-5 16,-7-3-12-16,-3-3 1 16,-8 0 8-16,-2-1 1 15,0-1 0-15,-12 4 6 16,-4 5 1-16,-5 3 3 15,-1 7 17-15,-5 5 11 16,3 2-12-16,1 0-7 16,3 12-10-16,3 2-2 15,5 3 0-15,8-1-3 16,4-3-38-16,0-4-56 16,9-8-150-16,12-1-256 0</inkml:trace>
  <inkml:trace contextRef="#ctx0" brushRef="#br0" timeOffset="161579.777">27140 5825 836 0,'0'0'117'16,"0"0"-13"-16,0 0 54 16,-6 75-64-16,6-46-35 15,0-1-15-15,0-5-14 16,0-3-14-16,4-6-8 15,1-7-3-15,-2-3-3 0,-2-4 0 16,3 0-1 0,-2 0-1-16,1-17-1 0,-2-7-7 15,1-6-2-15,-1-4-1 16,-1-2 2-16,5 2 6 16,-1 6 2-16,3 6 0 15,1 8 1-15,1 7 1 16,3 6-1-16,6 1 2 15,3 6 2-15,0 14 7 16,3 2 2-16,-4 7 1 16,-3-2 2-16,4 1-2 15,-6-2 2-15,3-2-12 16,-1 0 0-16,3 0-4 16,1-1-23-16,-6-4-128 0,-2-4-534 15</inkml:trace>
  <inkml:trace contextRef="#ctx0" brushRef="#br0" timeOffset="163333.981">22846 17156 472 0,'0'0'12'0,"0"0"-12"0,0 0 20 0,0 0 15 0,0 0 5 16,0 0-19-16,0 0 12 0,-14 30 6 15,44-21 11-15,15 0-11 16,3-5-7-16,10-1-2 16,13-3-2-16,9 0-10 15,11-6-3-15,12-11-8 16,5 2-3-16,12-2-1 15,2 3-1-15,-3-2 1 16,-2 5-3-16,-1 2 1 16,-4 0 1-16,-3 2-1 15,-3 0 2-15,0 1 0 16,-3-1-2-16,1-3 1 16,-5 2 8-16,-7-1-3 15,-1-2-3-15,-12 1-2 0,-12 1 0 16,-10 2 0-16,-8-1 0 15,-7 0 0-15,-11 2 1 16,-10 2 1-16,-4 1-1 16,-10-1-3-16,-4 1 2 15,-3 3-2-15,0 0 0 16,0 0-4-16,-3 0-70 16,-19 0-40-16,-4 0-31 15,-8 7-160-15</inkml:trace>
  <inkml:trace contextRef="#ctx0" brushRef="#br0" timeOffset="164002.168">23198 16861 243 0,'0'0'73'0,"0"0"42"0,0 0-4 0,0 0-25 0,0 0-3 15,-93-17-37-15,80 47 7 16,-2 8 4-16,1 6-6 16,4 4-26-16,-5 0-1 0,0 2-12 15,2-6-4-15,-4-2-6 16,3-2 0-16,-2-9 0 16,3-7 0-16,3-9-1 15,-4-5 1-15,10-7-2 16,1-1-4-16,0-2 2 15,1 0 2-15,2 0-1 16,0 0 1-16,0 5-10 16,5 4 10-16,10 2 3 15,3 3 4-15,4 0 1 16,8-3 3-16,0-1-2 16,4-4-2-16,5-3-5 15,2-3 1-15,0 0-2 0,-1 0-1 16,-1-2-41-16,-7-5-98 15,-7-3-89-15,-11-1-190 16</inkml:trace>
  <inkml:trace contextRef="#ctx0" brushRef="#br0" timeOffset="164519.619">21242 16852 333 0,'0'0'230'0,"0"0"-112"0,0 0 28 0,0 0-88 0,0 0-4 0,0 0 10 16,4 83-12-16,10-45-9 15,-1 1 0-15,1-2-5 16,-1-3-19-16,-1-4-3 16,-1-1-10-16,0-5-1 15,-2-4-2-15,-3-5-3 16,2-4-1-16,-4-6-20 15,2-5-63-15,-1 0-26 16,-1-13 15-16,2-8-100 16,-4-4-91-16</inkml:trace>
  <inkml:trace contextRef="#ctx0" brushRef="#br0" timeOffset="164782.135">21384 16712 404 0,'0'0'214'0,"0"0"-142"16,0 0 41-16,0 0-17 15,37 84-23-15,-15-49-16 16,1-1-5-16,2 2-8 16,3-2-8-16,-5-2-14 15,-1-2-9-15,-3-7-7 0,-3-3-2 16,-3-4-3-1,-3 0 1-15,-2-5-2 0,-4-1-14 16,-1-5-51-16,-3-1-36 16,0-2-72-16,0-2-134 15</inkml:trace>
  <inkml:trace contextRef="#ctx0" brushRef="#br0" timeOffset="164963.318">21394 17056 616 0,'0'0'113'0,"0"0"30"0,0 0-66 15,0 0-15-15,0 0-38 16,82-55-20-16,-40 27-4 16,0-4-47-16,0 2-212 15,-7 0-311-15</inkml:trace>
  <inkml:trace contextRef="#ctx0" brushRef="#br0" timeOffset="165712.343">21818 16788 163 0,'0'0'479'0,"0"0"-440"15,0 0 70-15,0 0-39 16,0 0-14-16,0 0-28 0,83 3-6 15,-74 2 5-15,-3 1-3 16,0 1-8-16,-4 2-1 16,-2-4-10-16,0 1-1 15,0-4 3-15,-3 0-1 16,-9-2 0-16,1 0-4 16,2 0 2-16,3 0 29 15,2 0 39-15,3-2-11 16,1 2-9-16,0 0-18 15,0 0-33-15,10 0 4 16,6 5 3-16,1 7-6 16,-5 1 0-16,1-2 1 0,-6 1-2 15,-2-2 0 1,-2-3 1-16,-3-2-1 0,0-3 0 16,0-2-1-16,-11 0 0 15,-5-2-10-15,3-12-2 16,-4-3 1-16,4-1 11 15,1-3-2-15,8 5-1 16,2 1-2-16,2 6 5 16,0 3 2-16,18 2 6 15,5 4-8-15,2 0 0 16,5 9 1-16,-2 11-1 16,-1 3 0-16,-4 6 0 15,-2 2 0-15,-9 1 0 0,-7 5 1 16,-2-5 1-16,-3 1-1 15,0-5 0-15,-8-2 0 16,-8-8-2-16,2-7 1 16,-2-4-9-16,-2-7 4 15,-1 0 5-15,-2-4 2 16,3-10-1-16,-1-3-1 16,8 0 0-16,4-1-2 15,2 1 1-15,5 1 1 16,0 3 5-16,6 1-2 15,6 5 3-15,9 3-4 16,0 4 2-16,6 0-2 0,0 0 0 16,0 14-2-1,1 0 0-15,-4 1 0 0,-1-1 0 16,-1-4-7-16,-3-4-38 16,0-2-45-16,-1-4-97 15,3 0-172-15</inkml:trace>
  <inkml:trace contextRef="#ctx0" brushRef="#br0" timeOffset="166085.256">22261 16661 765 0,'0'0'77'0,"0"0"25"0,0 0-3 0,0 0-53 0,0 0-18 16,-26 72-8-16,52-42-16 0,4 0 1 15,-1-3-3-15,0-4 0 16,1-9 0-16,-6-7 0 16,-2-7 0-16,-1 0 0 15,-5-7 6-15,1-14-4 16,-2-6-2-16,-5 0 0 16,-3-7 3-16,-5-2-5 15,-2-1 2-15,0-2 2 16,-12 3 1-16,-10 6 5 15,1 7 25-15,-4 10 9 0,-1 11 10 16,-4 2-17 0,0 10-16-16,-1 15-14 0,4 2-3 15,3 3-4-15,8-2 0 16,9-1 0-16,7-4-23 16,0-8-65-16,3-5-65 15,8-10-141-15</inkml:trace>
  <inkml:trace contextRef="#ctx0" brushRef="#br0" timeOffset="166948.104">22162 14939 384 0,'0'0'40'0,"0"0"47"0,0 0-15 0,0 0-14 0,0 0 1 16,0 0-9-16,-37 69 2 16,85-65-12-16,14-4-15 0,15 0-15 15,12-3-3 1,11-9 6-16,4-5-12 0,8-1 2 15,3 2 0-15,5 1-2 16,2 0 0-16,-1 1 2 16,4 0-3-16,-4 2 0 15,-2 0 0-15,-1 2 0 16,-9 2 1-16,-5 1-1 16,-5 1 0-16,-8 4-2 15,1 0-6-15,-4 2 1 16,0-2-2-16,2 1 6 15,-5-2 3-15,2-2-2 16,1 0 2-16,-2-1-1 16,-1-1 1-16,-4 1 0 0,-5 0-4 15,-5-1-7-15,0 0 11 16,-4-1 5-16,3 0-2 16,-5-3 2-16,1 0 12 15,3-4 10-15,-3 1 1 16,3-2-5-16,-7 0-1 15,-7 2 1-15,-7 1-15 16,-11 1-3-16,-6-3-5 16,-7 7 3-16,-9 1 2 15,-5 5-5-15,-8-1 2 16,-2 0-2-16,-5 3-50 16,-21 0-114-16,-12 0-199 15</inkml:trace>
  <inkml:trace contextRef="#ctx0" brushRef="#br0" timeOffset="167242.088">25698 14483 364 0,'0'0'27'0,"0"0"49"0,108 17 28 0,-72-11-13 16,-4 0-9-1,-2-2-16-15,-5 6-16 0,-9 1-12 16,-8 2 11-16,-8 3-15 16,0 4-14-16,-16 5 2 15,-15 7-9-15,-16 6-9 16,-14 10-4-16,-19 4-114 15,-16 3-307-15</inkml:trace>
  <inkml:trace contextRef="#ctx0" brushRef="#br0" timeOffset="168464.203">21369 14661 805 0,'0'0'17'0,"0"0"35"0,0 0-10 16,-101 51-2-16,85-16-5 16,7 9-2-16,9 1-6 15,0-1-10-15,3-3-2 16,14-6-1-16,4-7-3 15,2-11-2-15,0-4-3 16,-1-13-1-16,4 0 0 16,-3-25 7-16,4-5-8 15,-6-7-3-15,-4-1 3 16,-4 0-3-16,-4 1 0 16,-8 5 1-16,-1 1 1 15,-4 4-1-15,-17 5 1 16,-3 2 2-16,-2 8 12 0,-1 5-7 15,1 7-4-15,2 0-5 16,4 5 3-16,4 7-1 16,5-1-1-16,5-6-2 15,6-2-1-15,0-3-5 16,4 0-11-16,17-10 13 16,9-13-2-16,3-2-27 15,-1-3-3-15,-2 1 25 16,-3-1 8-16,-3 7 3 15,-9 4 0-15,-6 7 2 0,-5 5 0 16,-4 5 8 0,0 0 5-16,0 10-14 0,2 9 23 15,2 0-10 1,2 2 0-16,8-2-6 0,1-2 0 16,1-2-8-16,2-2 7 15,1-3-6-15,1-5 0 16,-2 2 2-16,-5-1-3 15,3 1 0-15,-3 2-2 16,-2 3-3-16,-2 4 5 16,0 2-4-16,-3 0 3 15,5-1 1-15,-4-1-9 16,-2-2-11-16,1-5-11 16,-5-4-18-16,4-5-49 15,-3 0-113-15,-2 0-111 0</inkml:trace>
  <inkml:trace contextRef="#ctx0" brushRef="#br0" timeOffset="168645.27">21428 14365 587 0,'0'0'11'0,"0"0"45"0,0 0-24 15,0 0-18-15,-56-72-14 16,56 65-7-16,10 0-82 0,9-3-129 16</inkml:trace>
  <inkml:trace contextRef="#ctx0" brushRef="#br0" timeOffset="168869.721">21524 14111 543 0,'0'0'157'0,"0"0"20"15,0 0-14-15,0 0-40 16,0 0-86-16,0 0 26 16,18 96-3-16,17-35-17 15,6 9-4-15,-1 5-15 16,2-1-9-16,-5-4-11 16,2-7-2-16,-5-8-1 0,-1-9-1 15,-4-9-13 1,-3-12-43-16,3-13-57 0,-3-12-100 15,0 0-165-15</inkml:trace>
  <inkml:trace contextRef="#ctx0" brushRef="#br0" timeOffset="168997.728">22109 14543 721 0,'0'0'136'15,"0"0"-21"-15,0 0-65 16,0 0-34-16,0 0-16 15,0 0-250-15,-3-10-387 16</inkml:trace>
  <inkml:trace contextRef="#ctx0" brushRef="#br0" timeOffset="176958.835">26050 16225 381 0,'0'0'91'0,"0"0"-84"0,0 0 12 0,0 0 5 15,0 0 22-15,0 0-4 16,0 0-5-16,0 0 1 15,19 21-3-15,4-21-2 16,6 0-1-16,3 0 0 16,7 0 0-16,6 1-11 15,5 1-6-15,3 1-1 0,4 2-1 16,2-1-3 0,5 2 2-16,1-1-1 0,2-2-1 15,3 1 2-15,1-3 1 16,8 0 0-16,1-1-3 15,-3 0-3-15,1 0 0 16,-4 2 2-16,-1 3-4 16,-1 2 2-16,2 4 3 15,-6 0-5-15,-4-2-1 16,-4-1 2-16,-2 0 3 16,-5-3 0-16,-5 0-3 15,1 2 3-15,-5-1 1 16,-2 1 0-16,1-2 3 15,-4 2 1-15,4 0 4 16,-2-1 0-16,6-1-5 16,4-2 2-16,1-2-3 15,-1-1 0-15,-1 0-2 0,-1 0 0 16,-5-4 0-16,-1-3 4 16,-1 0 0-16,-2 3-4 15,-1-1 3-15,-1 1 0 16,-5 2-3-16,0 1 1 15,-8 1-3-15,-3 0-2 16,-5 0-1-16,-2 0-3 16,-1 0 6-16,-7 0-3 15,-2 0-2-15,-4 1-1 16,-1-1 0-16,2 2-2 0,-2-2 4 16,0 0 0-1,0 0-1-15,0 0 2 0,0 0 1 16,0 0 1-16,0 0 1 15,0 0-5-15,0 0 3 16,0 0-2-16,0 0-1 16,0 0-1-16,0 0-1 15,0 0 0-15,0 0-2 16,0 0 0-16,-20 0-20 16,-10 0-118-16,-16 0-142 15,-13 0-660-15</inkml:trace>
  <inkml:trace contextRef="#ctx0" brushRef="#br0" timeOffset="186296.551">19823 8315 180 0,'0'0'311'0,"0"0"-294"0,0 0 61 15,0 0 22-15,0 0-28 16,0 0-15-16,0 0-30 15,-58 30-25-15,77-23 37 16,14-5 5-16,18-2-11 16,8-5-6-16,12-15-10 15,-2-3-8-15,-1-3-6 0,-4 0-2 16,-7 1 1 0,-5 0-1-16,-4 1 2 0,-5-2-3 15,-5 7 3-15,-5-1-2 16,-6 5 0-16,-7 3 1 15,-7 2-2-15,-5 6 0 16,-4 2-3-16,-2 1-34 16,-2-1-8-16,0 0-40 15,-9-1-153-15,-14 0-167 16</inkml:trace>
  <inkml:trace contextRef="#ctx0" brushRef="#br0" timeOffset="186626.012">20359 8016 525 0,'0'0'47'0,"0"0"-20"15,0 0-1-15,0 0 38 16,0 0 1-16,0 0-24 16,71 48-1-16,-41-45-4 15,2-3-11-15,3 0-4 16,-4 0-5-16,1 0-5 15,-7 0-5-15,1-4 0 16,-9-1-6-16,-6 3 2 16,-5 0 1-16,-6 2-3 15,0 0 15-15,0 0 7 16,0 11-3-16,-6 12 40 16,-9 7-21-16,-6 5-14 15,-6 6-8-15,-1 3-5 0,1 3-10 16,0-1-1-16,6-1-46 15,2-4-135-15,2-7-336 16</inkml:trace>
  <inkml:trace contextRef="#ctx0" brushRef="#br0" timeOffset="187226.739">20951 9944 703 0,'0'0'2'0,"0"0"-2"0,0 0 0 0,0 0 18 16,0 0 37-16,90-10 0 15,-28-7-18-15,14-7-14 16,6-6 11-16,6-2-1 15,3 0-4-15,-1-2-7 16,-4 0-7-16,-1 3-4 0,-4 0-4 16,-5 1 2-1,-6 3-5-15,-9 2-1 0,-12 3-1 16,-11 1-1-16,-10 5-2 16,-11 1-3-16,-9 4-55 15,-8 3-71-15,-4 1-104 16,-22 1-290-16</inkml:trace>
  <inkml:trace contextRef="#ctx0" brushRef="#br0" timeOffset="187526.701">21770 9445 633 0,'0'0'29'16,"0"0"3"-1,0 0 36-15,0 0-25 0,0 0-20 16,0 0 40-1,0 0-31-15,91-5-7 0,-55 5 4 16,0 4-2-16,-2-1 2 16,-3 1-10-16,-2 1-4 15,-7 0-3-15,-3 1-6 16,-7 5 4-16,-3 1 6 16,-4 4 4-16,-5 9 13 15,0 4 8-15,-17 8-1 16,-11 5-10-16,-8 8-9 15,-4 1-7-15,-2 4-7 16,2 2-7-16,2 1-1 16,13-6-62-16,15-18-209 0</inkml:trace>
  <inkml:trace contextRef="#ctx0" brushRef="#br0" timeOffset="204605.239">23590 9329 607 0,'0'0'69'0,"0"0"7"0,0 0 8 16,-95-27-23-16,65 35-38 15,-2 18 1-15,3 10 11 16,2 8-12-16,5 3-1 16,9 0-5-16,7-2-5 15,6-3-6-15,0-2-3 16,6-3 1-16,11-5-3 0,4-9 4 15,1-6-3 1,2-6 2-16,-3-11-4 0,7 0 5 16,-2-5-5-16,-1-18-4 15,0-9-31-15,-5-5 3 16,-1-11-5-16,-5 3 2 16,-6-6 0-16,-8-2 13 15,0-5 11-15,0-2 1 16,-16 4 1-16,-2 4 0 15,0 8 7-15,-1 11 2 16,2 5 1-16,3 7 5 16,0 7 16-16,7 6 14 15,-1 2 4-15,4 5 1 16,4 1-5-16,0 0-35 16,7 13 4-16,5 6 11 0,10 9 3 15,0 1 3-15,3 3 4 16,0 2 6-16,2 5 1 15,-2-1 0-15,-4 2-9 16,2-4-9-16,-4 0-9 16,-1-7 0-16,-3-3-4 15,-3-5 2-15,-5-5-3 16,1-2 0-16,-4-6-1 16,-1-5-38-16,-1-3-41 15,-1 0-17-15,2-11-22 16,-1-15-133-16,-2-5-73 15</inkml:trace>
  <inkml:trace contextRef="#ctx0" brushRef="#br0" timeOffset="204809.85">23797 9197 550 0,'0'0'47'0,"0"0"48"0,0 0-11 0,0 0-7 16,30 96-13-16,-19-70-16 15,1-5-9-15,1 0-21 16,-2-6-13-16,-1-6-2 16,-3-2-3-16,-4-4-13 15,2-3-75-15,-5 0-84 16,0-14 29-16,0-10-117 0</inkml:trace>
  <inkml:trace contextRef="#ctx0" brushRef="#br0" timeOffset="204936.674">23719 9048 497 0,'0'0'57'0,"0"0"16"15,0 0-68-15,0 0-5 16,0 0-73-16,0 0-141 16</inkml:trace>
  <inkml:trace contextRef="#ctx0" brushRef="#br0" timeOffset="205536.731">24106 8963 528 0,'0'0'110'16,"0"0"34"-16,0 0 1 15,0 0-57-15,0 0-52 16,0 0-30-16,-37 32-5 16,28 1 4-16,3 1-1 15,6-4-3-15,0-4-1 16,5 1 0-16,9-6 0 15,5-2 0-15,0-5 1 16,3-3-1-16,-1-3 2 16,1 1-1-16,-1-2 0 15,-6 2 0-15,-1-1 1 16,-8 5-4-16,-6 2 5 16,0 0-3-16,0 1 2 0,-8 0 1 15,-5-2-1-15,2-7-1 16,4-4 1-16,0-3-2 15,2 0-1-15,5-20-21 16,0-7-49-16,0-7-18 16,13-5 44-16,4 1-46 15,2-2-17-15,6-2-7 16,-2 7 22-16,-1-2 31 16,-2 5 46-16,-8 3 16 15,-6 5 15-15,-6 4 51 16,0 5 43-16,0 4 16 15,0 4-21-15,0 1 1 0,-2 5-22 16,2 1-21-16,0 0-38 16,0 0-19-16,2 11-5 15,12 9 20-15,2 2 7 16,0 2 13-16,0 5-11 16,2-2-2-16,-3 3-9 15,0-1-8-15,-3-4-5 16,1-1-3-16,-4-3 0 15,0-5-2-15,0-6-1 16,-3-2-34-16,-1-5-53 16,-4-3-59-16,-1 0-32 15,0-7-29-15</inkml:trace>
  <inkml:trace contextRef="#ctx0" brushRef="#br0" timeOffset="205879.487">24402 9072 81 0,'0'0'547'0,"0"0"-499"0,0 0 65 0,0 0-58 16,0 0-3-16,0 0-32 15,95-73-13-15,-65 48-4 16,2 0-3-16,-7 0-32 16,0 1-44-16,-9 2 1 15,-7 4 18-15,-7 7 48 16,-2 1 9-16,0 4 8 0,0 2 41 15,0 2 32 1,0 2 10-16,0 0-40 0,0 0-39 16,0 11-10-16,8 5 31 15,8 5 7-15,-1 1 9 16,4-1 1-16,-2 0-18 16,0-3-14-16,-1-1-11 15,-2-1-5-15,-3-5 1 16,1-4-3-16,-6-2-32 15,-3-4-83-15,-3-1-100 16,0-1-86-16</inkml:trace>
  <inkml:trace contextRef="#ctx0" brushRef="#br0" timeOffset="206022.185">24606 8719 47 0,'0'0'678'0,"0"0"-643"15,0 0 48-15,0 0-83 16,0 0-33-16,0 0-77 16,54-4-158-16</inkml:trace>
  <inkml:trace contextRef="#ctx0" brushRef="#br0" timeOffset="207516.623">24833 8754 662 0,'0'0'67'15,"0"0"134"-15,0 0-63 0,28 72-51 16,-17-55-34-16,-1 0-27 16,1-2-12-16,2 0-3 15,-4-4-3-15,-1 1-4 16,-4-6-3-16,2-1 2 16,-5-3-2-16,-1-2-1 15,0 0 1-15,0 0-5 16,0-12 3-16,-3-7-14 15,-5-4 6-15,6 0 1 16,-1-1 3-16,3 3 3 16,0 2 2-16,0 5 1 15,0 4 6-15,0 3 3 16,9 3-2-16,3 3-2 0,4 1-1 16,4 0 1-16,0 1-6 15,2 9 2-15,-2 1-1 16,0-3 1-16,-4 2-2 15,2-5 0-15,0-5-14 16,6 0-21-16,-2-6-38 16,3-15-58-16,0-7-47 15,-5-9-20-15,0-7-41 16,-11-2 51-16,-8-2 157 16,-1 5 31-16,-4 10 129 15,-13 12 110-15,-2 8 15 16,0 13-51-16,-4 0-94 15,8 13-50-15,0 9-24 16,9 6-16-16,6 2-4 0,0-1-6 16,0-2-6-16,14-4 0 15,1-5-3-15,-1-6 1 16,2-7-1-16,-2-5-19 16,1 0-29-16,-4-12-22 15,4-11-29-15,-6-6-25 16,-3 0-29-16,-6-2-15 15,0 4-10-15,0 6 62 16,0 4 116-16,-6 10 55 16,1 3 140-16,4 4 2 15,1 0-105-15,0 6-80 0,0 15 50 16,6 7-15 0,10 7-17-16,-2 6-1 0,6 7 11 15,4 4-8-15,2 1 9 16,8 4 12-16,3-1-21 15,8 1-3-15,3-2-13 16,0-1 9-16,-7-6-9 16,-7-3-5-16,-11-8-6 15,-7-8 1-15,-8-7-5 16,-8-5 5-16,0-6-3 16,-3-7 5-16,-18-1 2 15,-3-3-3-15,-9 0 2 16,2-7-5-16,-4-11-3 15,0 2-1-15,-1-6 0 0,6-6 2 16,2-3-2 0,5-2-1-16,6-9 1 0,4-1-1 15,8-7-8-15,5-5-16 16,4-1-18-16,17-2-11 16,6 4 0-16,1 5-2 15,-1 4 14-15,-3 5 20 16,-9 11 15-16,-5 7 7 15,-8 4 4-15,-2 8 37 16,0 4 41-16,0 2-19 16,-2 4-11-16,2 0-11 15,0 0-23-15,0 12-16 16,0 10 7-16,2 3 11 16,13 1-6-16,2-2-1 0,5 0 0 15,-2-3-4 1,1-3 3-16,-1-2-7 0,-3-6-2 15,-3-4 0-15,2-6 1 16,-4 0-3-16,3-2 5 16,-4-15-3-16,-1-8-2 15,-1-5-2-15,-5-1-2 16,-2 4 3-16,-2 5 0 16,0 6 0-16,0 5 1 15,0 6 0-15,0 4 6 16,0 1 2-16,3 0-9 0,8 0-10 15,3 12 10 1,4 3 1-16,3-2 1 0,1-2 1 16,1-6-2-1,-2-5 0-15,1 0 0 0,2-2 5 16,-3-16-3-16,-2-6-3 16,-2-3 4-16,-8-3-4 15,-5-1-6-15,-4 1-3 16,0 5-1-16,0 4 4 15,-3 6 5-15,-3 7 1 16,2 5 0-16,-1 2 1 16,4 1-1-16,1 1-2 15,0 15 0-15,0 4 2 16,6 0 2-16,6-2 0 16,1-1-1-16,5-4 1 0,-3-6-1 15,1 0-1-15,0-6 0 16,-2-1-5-16,0-3-31 15,-3-14-62-15,-1-10-30 16,-7-6-129-16,-3-6-409 16</inkml:trace>
  <inkml:trace contextRef="#ctx0" brushRef="#br0" timeOffset="207637.59">25991 8100 701 0,'0'0'11'0,"0"0"11"0,0 0-18 0,0 0-4 0,0 0-102 16,0 0-142-16</inkml:trace>
  <inkml:trace contextRef="#ctx0" brushRef="#br0" timeOffset="207965.236">26268 8061 463 0,'0'0'198'0,"0"0"48"15,0 0-83-15,0 0-30 16,0 0-60-16,0 0-37 15,-31-32-22-15,16 50-8 16,6 4 0-16,5 3-5 16,4 2 0-16,0 1-1 15,0 0 0-15,12-1 0 16,4-6 0-16,1-6 0 0,2-3 0 16,1-7-2-16,0 0 0 15,-1-1 0-15,-2 0 2 16,-7 5 0-1,-4 1-3-15,-4 4 3 0,-2 4 0 16,0 3 2-16,-17 0 5 16,-2 1-3-16,-2-6 6 15,6-3 0-15,3-6-3 16,6-7-1-16,5 0-6 16,1-10-13-16,0-15-102 15,4-19-43-15,8-13-164 16</inkml:trace>
  <inkml:trace contextRef="#ctx0" brushRef="#br0" timeOffset="208355.939">26455 7826 784 0,'0'0'117'0,"0"0"67"16,0 0-104-16,0 0-26 15,0 0-29-15,0 0 31 16,-15 91-8-16,30-55-19 15,4 0-8-15,1-1-10 16,-3-6 0-16,-3-1-6 16,-1-5 0-16,-5-2-4 15,-2-8 0-15,-3-6 1 16,-3-7-2-16,0 0-12 16,0 0 3-16,0-18 1 0,0-5-19 15,0-6 14-15,0 5 6 16,0-3 2-16,0 9 4 15,0 4 1-15,0 6 4 16,0 3 7-16,0 5 4 16,0 0-15-16,13 0-7 15,2 7 7-15,3 3 0 16,0 0 0-16,1-3-21 16,3-4-48-16,3-3-35 15,6 0-44-15,6-20-51 16,2-5-112-16,-5-7-117 15</inkml:trace>
  <inkml:trace contextRef="#ctx0" brushRef="#br0" timeOffset="208661.394">26859 7814 400 0,'0'0'220'0,"0"0"60"0,-79-28-101 15,53 28-33-15,6 10-61 16,6 10-35-16,9 4-20 16,5 0-7-16,0-2-13 15,10-1 4-15,5-4-12 16,4-9 3-16,-1-7-5 15,4-1 0-15,-1-4-5 16,0-15-11-16,-6-5-34 16,-4 2 2-16,-4 0 0 15,-4 4 11-15,-3 8 32 16,0 6 5-16,0 4 0 16,1 0-15-16,5 1-5 0,2 9 18 15,4 0-4-15,0-5-5 16,5-5 11-16,3 0 8 15,5-10-8-15,4-14-29 16,2-7-54-16,0-5-15 16,-4-3-70-16,-9-3-31 15,-6-4-85-15</inkml:trace>
  <inkml:trace contextRef="#ctx0" brushRef="#br0" timeOffset="209067.825">27085 7384 525 0,'0'0'214'16,"0"0"-31"-16,0 0-80 0,0 0-22 15,0 0-43 1,0 0 9-16,-59 110-9 0,73-65-6 16,8 1-12-16,3-7-4 15,-1-2 2-15,0-8-5 16,-2-4-9-16,-7-6-1 16,-1-9-2-16,-7-4-1 15,-2-6-18-15,-2 0-42 16,-2 0 28-16,-1-14 25 15,0-3-20-15,0-6 10 16,0 3 1-16,5 2 1 16,2 1 9-16,2 4 6 15,2 4-5-15,3 3 5 16,4 6-1-16,2 0 1 16,-1 0 6-16,-1 12 8 0,1 4 18 15,-5 4-6 1,2-2 8-16,-7 4-2 0,-3-4-9 15,-6-1 4-15,0 1-6 16,-6-2-5-16,-14-4-6 16,-2-1-10-16,0-5-2 15,3-6-33-15,7 0-24 16,6-17 9-16,6-20-153 16,0-19-236-16</inkml:trace>
  <inkml:trace contextRef="#ctx0" brushRef="#br0" timeOffset="209286.615">27414 7212 803 0,'0'0'76'0,"0"0"36"0,0 0 25 0,0 0-30 16,-6 96-33-16,21-61-10 15,4 0-10-15,2 0-26 16,0-5-14-16,0-2-7 15,-2-3-3-15,-4-6-4 16,0-5-19-16,-6-3-58 16,0-5-97-16,0-6-158 15,0 0-315-15</inkml:trace>
  <inkml:trace contextRef="#ctx0" brushRef="#br0" timeOffset="209577.636">27709 7484 301 0,'0'0'224'0,"0"0"-59"0,0 0-1 16,75-100-53-16,-50 67-49 16,-4-3-10-16,-1-1-3 15,-7 0-10-15,-12 4 0 16,-1 2-14-16,0 10-17 16,-17 9 1-16,-7 12-7 15,-2 7-2-15,1 21-4 16,4 11 1-16,9 4 2 15,5 2 1-15,7 2 14 0,0-5 6 16,12-8-5-16,13-10-6 16,9-11 6-16,11-13 7 15,12-2-6-15,12-29-9 16,14-5-7-16,8-10-55 16,0-6-117-16,-6-6-467 15</inkml:trace>
  <inkml:trace contextRef="#ctx0" brushRef="#br0" timeOffset="210494.071">22538 11485 648 0,'0'0'26'0,"0"0"95"0,0 0 20 15,0 0-70-15,0 0-36 16,0 0-5-16,0 0 40 15,102-51-21-15,-43 24-18 16,7-7-19-16,4-2-6 16,11-4-2-16,5 3-2 15,2 2 2-15,-5 2-4 16,-12 8 0-16,-13 4-9 16,-15 8-26-16,-10 3-5 15,-9 4-8-15,-12 1-16 0,-7 3-36 16,-5 0-38-16,-5 2-2 15,-18-1-243-15</inkml:trace>
  <inkml:trace contextRef="#ctx0" brushRef="#br0" timeOffset="210825.117">23090 11012 523 0,'0'0'103'16,"0"0"69"-16,0 0-44 15,0 0-46-15,0 0-76 16,0 0 35-16,38 23 8 0,-4-8-6 16,5-1-16-1,4-5-1-15,0-4-14 0,3-3-2 16,-1-2-4-16,-4 0-5 16,-4 0 0-16,-4 0 5 15,-7-7-6-15,-6-2 3 16,-4-1-2-16,-7 2 0 15,-4 1 2-15,-4 4 1 16,-1 2 1-16,0 1 40 16,0 4 4-16,-6 18-36 15,-13 15 1-15,-11 18-5 16,-6 15-3-16,-13 21-6 0,-12 26-6 16,-20 20-215-16</inkml:trace>
  <inkml:trace contextRef="#ctx0" brushRef="#br0" timeOffset="-211206.305">24368 10726 802 0,'0'0'5'0,"0"0"23"0,0 0 31 0,0 0-4 15,0 0-39-15,0 0-13 16,-83 35 28-16,76 11 6 16,7 2-24-16,0-5-8 15,12-4 0-15,9-7 16 16,1-3-17-16,2-8-1 16,1-5-1-16,-5-8 0 15,-1-5-2-15,-1-3 1 16,2-7-1-16,-1-17 22 15,-3-6-16-15,2-2-3 0,-9-5-1 16,-7 0-1-16,-2 5-1 16,0 1-6-16,-17 2 5 15,-5 10-5-15,-3 8-3 16,1 4 0-16,1 7-10 16,5 0 10-16,8 0 5 15,1 7-17-15,9 4 16 16,0 1 5-16,0 2-8 15,9-5-10-15,10-5 9 16,7-4-2-16,4 0 3 16,2-15-13-16,0-4-31 15,-1-4 7-15,-3 1-4 0,-4-2 42 16,-5-1 3-16,-5 1 4 16,-8 0 1-16,-3 1 0 15,-3 1 1-15,0 1 2 16,0 2 1-16,-4 2 2 15,-4 6 14-15,2 0-8 16,0 7 13-16,2 4 21 16,2 0-8-16,2 0-39 15,0 8-5-15,0 14 5 16,15 8 13-16,6 4 7 16,4 1-6-16,5 4 5 15,0-2 0-15,1 1-12 16,-1-5 2-16,-3 0-3 0,-3-6 1 15,-3-5-4 1,-8-5-2-16,-1-6-1 0,-3-4-6 16,-6-7-77-16,-3-3-81 15,0-17-116-15</inkml:trace>
  <inkml:trace contextRef="#ctx0" brushRef="#br0" timeOffset="-211041.71">24542 10335 691 0,'0'0'36'0,"0"0"23"0,0 0-59 16,0 0-12-16,0 0-11 16,0 0-148-16,0 0-230 15</inkml:trace>
  <inkml:trace contextRef="#ctx0" brushRef="#br0" timeOffset="-210777.549">24848 10142 667 0,'0'0'64'16,"0"0"-2"-16,0 0 23 15,0 0 36-15,70 79-41 16,-37-44-22-16,1 6-9 15,1 2-3-15,-6 1-16 16,1 4-16-16,-3 0-5 0,-2-3-6 16,-5-2-1-16,-2-7 2 15,1-5-2-15,-5-1-2 16,-1-6-10-16,2-6-30 16,-2-5-51-16,-1-7-37 15,-1-6-117-15,2 0-165 16</inkml:trace>
  <inkml:trace contextRef="#ctx0" brushRef="#br0" timeOffset="-210501.418">25437 10115 667 0,'0'0'55'0,"0"0"88"0,0 0-67 15,0 0-59-15,0 0 52 16,0 0-11-16,64 93 1 16,-41-62-16-16,-5-3-7 15,4 2-17-15,-3-5-6 16,-2 0-9-16,-4-4-1 16,-2-1-1-16,-1-1-2 15,-3-7-24-15,-2-2-63 16,-5-4-46-16,0-4-96 0,0-2 17 15,-15 0-54-15</inkml:trace>
  <inkml:trace contextRef="#ctx0" brushRef="#br0" timeOffset="-210335.471">25452 10355 519 0,'0'0'91'0,"0"0"44"15,0 0-26-15,0 0-48 16,0 0-46-16,0 0 9 15,24-8-7-15,9-4 0 16,5-6-17-16,1-5-54 16,2 0-99-16,-5-5-62 0,-1-3-53 15</inkml:trace>
  <inkml:trace contextRef="#ctx0" brushRef="#br0" timeOffset="-210103.35">25780 10031 407 0,'0'0'150'0,"0"0"15"16,0 0-16-16,0 0-22 15,0 0-27-15,0 0-2 16,-12-55-55-16,12 60-41 16,5 14 2-16,11 9 28 15,4 1 13-15,2 3-10 16,-1-2-2-16,1 2-18 16,-1-5-7-16,-1-3-4 15,-1-4-1-15,0-6-3 16,-4-3-3-16,0-2-19 15,-6-5-52-15,-1-4-25 0,-1 0-56 16,0-9-72-16,-1-13-252 16</inkml:trace>
  <inkml:trace contextRef="#ctx0" brushRef="#br0" timeOffset="-209845.354">26022 9863 398 0,'0'0'257'15,"0"0"-95"-15,0 0-22 16,0 0-77-16,0 0-56 16,0 0 36-16,24 47 10 15,-1-17-9-15,0 1 3 0,3-2-9 16,-4-1-13-16,-6 0-6 16,2-5-8-16,-4-3-10 15,-1-4 3-15,-4-2-1 16,-3-6-3-16,0-1-32 15,-2-5-48-15,-2 1-50 16,-2-3-60-16,0 0-60 16,0-7-275-16</inkml:trace>
  <inkml:trace contextRef="#ctx0" brushRef="#br0" timeOffset="-209692.256">26019 10182 606 0,'0'0'113'15,"0"0"0"-15,0 0 9 16,0 0-57-16,0 0-22 16,0 0-35-16,6-6-8 15,25-19-59-15,2-3-193 16,0 1-167-16</inkml:trace>
  <inkml:trace contextRef="#ctx0" brushRef="#br0" timeOffset="-208903.726">26350 9940 627 0,'0'0'109'0,"0"0"26"0,0 0-45 15,0 0-27 1,0 0 4-16,0 0-25 0,64 12-13 16,-44-4-11-16,-5-1-12 15,-3 1-3-15,-2-2-2 16,-6 2-1-16,-2-4 0 15,-2 3-14-15,0-4-30 16,-2-1 12-16,-11-2 19 16,3 0-14-16,1 0 12 15,1-9 13-15,4 2 2 16,2 0 11-16,2 6 17 16,0-2 9-16,0 3-5 15,0 0-25-15,11 3 3 16,2 8 12-16,-1 2-10 15,1 2-1-15,-3 1-2 0,-4-2-5 16,-2-2-2-16,-2-1 5 16,-2-5-6-16,0-2-1 15,0-2 0-15,0-2 0 16,-9 0 1-16,-2-7-1 16,-2-9-8-16,4-2 2 15,3-2 5-15,3 1 1 16,3 3 1-16,0 2 4 15,0 2 0-15,4 6 4 16,8 1-3-16,4 5-5 16,5 0 0-16,-3 11 0 15,5 11 0-15,-5 1 0 0,0 5 2 16,-2 5 0-16,-7 1 1 16,-2 3 8-16,-4-1-8 15,-3 0 2-15,0-8 3 16,-3-1 1-16,-10-4-5 15,-5-9-3-15,-1-5 1 16,1-5 0-16,0-4-1 16,4 0 1-16,3-7 2 15,2-9-1-15,3-4-1 16,1 2 0-16,5-2 7 16,0 2-5-16,0 1 1 15,0 4-2-15,8 4 0 16,2 3 0-16,5 4-3 0,-3 2-2 15,6 0 1 1,-2 0 0-16,2 8 1 0,0 3-1 16,-2 1 1-16,2-2-1 15,-4 0 0-15,2-3 1 16,-1-3-1-16,4-4-29 16,1 0-45-16,2 0-55 15,3-5-61-15,-2-17-220 16</inkml:trace>
  <inkml:trace contextRef="#ctx0" brushRef="#br0" timeOffset="-208588.02">26880 9871 721 0,'0'0'76'0,"0"0"45"0,0 0-37 0,0 0-15 15,-42 92-23-15,42-66-11 16,7-4-18-16,10-2-7 15,4-7-1-15,0-4-2 16,1-9-4-16,1 0 4 16,0-9 0-16,1-12-3 15,-4-6-3-15,-4-2 4 16,-2-4-4-16,-7-2 0 16,-3-1 2-16,-4 4-2 15,0 1 1-15,-11 7 4 16,-3 5-5-16,-7 11 10 15,-3 8-5-15,-2 4-6 0,-9 22-3 16,-1 9-39-16,-3 6-94 16,-1 5-164-16,-1 4-423 15</inkml:trace>
  <inkml:trace contextRef="#ctx0" brushRef="#br0" timeOffset="-208191.735">24746 11721 320 0,'0'0'12'0,"0"0"54"0,0 0 18 0,0 0-14 0,0 0 30 16,127-59-17-16,-28-1-1 15,17-16-29-15,11-6-15 16,12-4-10-16,16-6-8 16,6 2 6-16,9-1 0 15,-4 5-12-15,-16 5-7 16,-10 10 0-16,-25 4 1 0,-18 15-2 15,-20 10 1 1,-24 11-4-16,-20 11 1 0,-17 13-4 16,-16 7-10-16,0 0-72 15,-28 19-46-15,-24 15-11 16,-18 11-143-16</inkml:trace>
  <inkml:trace contextRef="#ctx0" brushRef="#br0" timeOffset="-207825.507">24852 11896 727 0,'0'0'7'15,"0"0"-7"-15,0 0 0 16,0 0 68-16,139-67 23 15,-39 13-19-15,14-13-24 16,11-11-6-16,12-6-2 16,9-4-6-16,11 5-12 15,1 1-10-15,-4 6-5 16,-14 8 3-16,-13 7-2 16,-21 12 7-16,-21 7-5 15,-18 9 5-15,-22 8-6 16,-15 8-2-16,-16 5 1 15,-9 8 1-15,-5 4 10 0,0-1 9 16,0-2-24-16,-3 3-4 16,-16 0-16-16,-10 14-66 15,-8 6-107-15,-8-5-182 16</inkml:trace>
  <inkml:trace contextRef="#ctx0" brushRef="#br0" timeOffset="-193036.506">29072 6959 361 0,'0'0'2'0,"0"0"3"0,0 0 13 0,0 0 21 16,0 0 6-16,0 0-31 16,0 0-13-16,0 0 9 0,-29 40 6 15,29 2 24-15,2 12 3 16,14 10 9-16,4 13-7 16,2 11-7-16,5 13-12 15,-2 7 2-15,2 4-5 16,-1 0-6-16,3-1 2 15,3-1-5-15,1-4-1 16,2-7-2-16,-2-7-1 16,0-9 7-16,-2-6 14 15,-4-2-4-15,-4 0-12 16,-6-2 3-16,-3-2-2 16,-3-5 1-16,-1-4 2 0,0 0-4 15,2-1-3-15,-2-2-1 16,1 1-1-16,-1 1 1 15,2-3 5-15,0 6-3 16,-3-2 2-16,2-3 1 16,-4-4 0-16,2-8-6 15,-2-5 0-15,-1-5-2 16,-1-4 2-16,2-3-6 16,-1-3 0-16,0-2 1 15,-3-7-2-15,2-4-1 16,-4-3 0-16,1 0-2 15,-1-7 1-15,-1 1 1 16,0-2-2-16,0-3 2 0,0 0 1 16,0 0 3-1,0 0-6-15,0 0-7 0,0-5-27 16,-4-6-36-16,-7 0-26 16,-2-3-70-16,-1 2-121 15,-2-1-256-15</inkml:trace>
  <inkml:trace contextRef="#ctx0" brushRef="#br0" timeOffset="-181135.55">30262 6646 156 0,'0'0'8'0,"0"0"16"0,0 0 46 0,0 0 25 0,-12-83-13 16,9 70 1-16,0 4-16 15,3 4 8-15,-1 4-2 16,1 1-18-16,0 0-25 16,-3 4-27-16,1 18 2 15,-2 11 26-15,-1 8-8 16,4 7-4-16,1 2-2 15,0 1-3-15,0 0 5 16,1 0-6-16,7 1-4 16,-1 3 6-16,1 3-3 0,0 1 3 15,-2-1-1-15,2-2 0 16,1-1-2-16,0 4-2 16,1 0-3-16,-1 3-4 15,3 0 0-15,-1-3 0 16,-2 2-1-16,2-1 1 15,-3-4 5-15,3 0 2 16,-4-4 1-16,2-1 1 16,-2-2-3-16,1-1 3 15,2 0-3-15,-1 5-3 16,0-1-1-16,0 3 1 16,1-1 2-16,-2 0-3 15,1-1 0-15,0 2 2 16,0 3-1-16,1 0-1 0,2 1 2 15,0 0 1-15,-1-3-2 16,5-1 0-16,-4-2 1 16,3-5 2-16,-3-2-5 15,0-1 0-15,-3 0 5 16,-2-2-4-16,-2-4 1 16,-1-3-4-16,2-4-1 15,0-1 0-15,0 0 1 16,0 1 2-16,2-3-3 15,-3-1 2-15,3-3-3 16,-2-1 2-16,0-4-1 16,-3 1-1-16,-1-5 2 0,-1-2 0 15,-1 2-1-15,2-3 1 16,0 0-1-16,0 0 0 16,-2-2 1-16,0 1-2 15,0 1 0-15,0-4 0 16,0 1 1-16,0-2 0 15,0-1-1-15,0-1 1 16,0-2 0-16,0 2 1 16,-4-2-1-16,-4 1 1 15,0-2 0-15,-2 5-1 16,-5-1-1-16,1 2 1 16,-5 2-1-16,-1-2 0 15,1-3 0-15,-1-2 2 0,-1 4-1 16,4-3-2-1,1 1 1-15,2-1-1 0,0-2 0 16,-1 4 1-16,1-2 1 16,-2-2-1-16,2 1-1 15,-2-2 1-15,2 3 0 16,0-2 0-16,0-2 0 16,-2 2 0-16,-1-2 0 15,1 1 0-15,1-2 0 16,-3 1 3-16,0 0-3 15,3 0 0-15,-2 1-3 16,3 0 3-16,-2 0 3 16,2-2-3-16,2 3 0 0,-3-1 0 15,3-2 0-15,-3 2 0 16,3-2 2-16,-1 0-1 16,1 0-1-16,-2 0 0 15,1 0 0-15,0 0 0 16,-1 0 1-16,2 0-1 15,-2 0 1-15,-1-2-1 16,0 0 0-16,-2-1 0 16,1 1 0-16,-1-3 0 15,3 3-1-15,0 0 3 16,-2 1-2-16,4 1 1 16,-2-1-1-16,2-1 0 0,3 2 3 15,-1 0-2 1,0-1-1-16,2 1-1 0,-1-2 1 15,2 1 3-15,1 0 3 16,0-3-1-16,-2-1 4 16,1 2 1-16,-5-3-6 15,3-1-3-15,0 0 3 16,-3 0-1-16,0-3-3 16,2-1 3-16,-1 0-1 15,4 0 3-15,-2-2 1 16,0-4-5-16,1 1 1 15,1 0 2-15,-1-1-4 16,1 1 1-16,1 4 2 16,-3-3-3-16,0 4 0 0,-1 1 2 15,1 1-1-15,3 5-1 16,1-1 3-16,1 4-3 16,1-4 0-16,0 0-7 15,0 0-33-15,1-3-64 16,2-9-110-16,0-8-397 15</inkml:trace>
  <inkml:trace contextRef="#ctx0" brushRef="#br0" timeOffset="-179953.377">29644 8377 138 0,'0'0'38'0,"0"0"22"0,0 0 68 0,0 0-22 0,0 0-27 16,0 0-7-16,-41-12 10 15,39 10-21-15,-1 1-10 16,2 0-5-16,-2 1-8 16,3-2-13-16,-5 2-10 0,5 0-1 15,-1-1-7-15,1 1 4 16,-2 0 9-16,2-2-1 16,-1 2-5-16,1-2 4 15,0 2-4-15,0 0-3 16,0 0-7-16,0 0-4 15,0 0-5-15,4-2 5 16,13-4 8-16,8 2 2 16,3 0-6-16,5-2 2 15,2 0 1-15,2 0 4 16,3-1-7-16,0 1 2 16,-1 0-4-16,0 2 3 15,-5 3-5-15,-3-2 1 0,-1 3 2 16,3-1 2-16,-3-2 2 15,0 0-1-15,-2 2 5 16,2-4-4-16,-3 5 0 16,2-4 3-16,-3-2-2 15,-2 3-4-15,1-2 4 16,-2-1-3-16,-2 2 6 16,0-2-4-16,-2 2-3 15,-3-2 2-15,1 2-2 16,-1-1-1-16,2 0 1 15,-1 3 0-15,0-3 0 16,-1-1 3-16,-2 4 1 0,-2-1 2 16,0 0 1-16,-3 0-4 15,-4 2 1-15,-2 0 1 16,-2 1-1-16,-1 0-2 16,0 0 2-16,0 0-1 15,0 0-2-15,0 0-1 16,0 0 0-16,0-2-1 15,0 2 0-15,0 0-3 16,0 0-1-16,0 0-7 16,-1 0-18-16,-15 0-36 15,-7 0-98-15,-7 0-159 16</inkml:trace>
  <inkml:trace contextRef="#ctx0" brushRef="#br0" timeOffset="-179331.457">30302 9154 403 0,'0'0'13'0,"0"0"74"0,0 0-25 0,100-12-21 16,-57 4 5-16,4-4-8 15,5 0 0-15,3 2-5 16,2-2 5-16,0-1-16 16,-2-2-9-16,-5 3 6 15,-5 2-7-15,0-2 1 16,-5 1 0-16,-4 3 2 16,-1 0 2-16,-2-1 4 15,-7 3-1-15,-2 1-5 16,-7 0-3-16,-3 3-9 15,-1-1 1-15,-3 0 1 16,-6 0-4-16,-1 0-1 16,-3 0-8-16,0-1-27 0,0-2-166 15,-16-1-110-15</inkml:trace>
  <inkml:trace contextRef="#ctx0" brushRef="#br0" timeOffset="-178940.424">30975 8844 522 0,'0'0'78'0,"0"0"-71"15,0 0 64-15,0 0 37 16,0 0-48-16,0 0-12 16,60 75-12-16,-37-63-7 15,0-3-6-15,0-3-4 16,-3-2-8-16,-3-2-8 0,-1-1 1 15,-2-1 1 1,-1 0-2-16,-5 0 0 0,-2 0-1 16,-5 0 3-16,-1 0 1 15,0 0-1-15,0 0 16 16,0 0 4-16,0 7-11 16,0 5-14-16,-11 8 15 15,-3 5 6-15,0 1 0 16,0 3-2-16,0 2-2 15,-1-5-9-15,2 0-2 16,3-4 1-16,3-4-5 16,6-3-2-16,1-5-8 0,0-5-41 15,5-5-44-15,12 0-66 16,5-11-208-16</inkml:trace>
  <inkml:trace contextRef="#ctx0" brushRef="#br0" timeOffset="-178632.403">31447 8661 650 0,'0'0'55'0,"0"0"143"0,0 0-77 15,0 0-74-15,0 0-46 0,0 0 41 16,-12 49 11-16,16-20-5 15,5 3-5-15,3 1-7 16,-1 1-4-16,-4-2-13 16,1 1-8-16,-1-5-7 15,-4 1 0-15,-2-5-2 16,-1-4 1-16,0-3-3 16,2-5-7-16,-2-5-23 15,1-4-27-15,2-3-32 16,5 0-39-16,5-8-12 15,-1-14-212-15</inkml:trace>
  <inkml:trace contextRef="#ctx0" brushRef="#br0" timeOffset="-178347.704">31636 8633 294 0,'0'0'213'15,"0"0"-95"-15,0 0 26 16,0 0-34-16,0 0-24 15,0 0-31-15,0-54-45 16,0 72-8-16,3 7 37 16,9 6 3-16,-1 1 7 15,1 2-10-15,1 0-11 16,-1 0-6-16,-2-3-9 16,-1-2-6-16,-1-4-2 0,-2-2-3 15,-3-3 1 1,2-4-3-16,-3-1 0 0,-1-7-17 15,3-2-24-15,-1-3-39 16,1-3-13-16,1 0-91 16,-2 0-84-16</inkml:trace>
  <inkml:trace contextRef="#ctx0" brushRef="#br0" timeOffset="-178158.013">31500 8913 24 0,'0'0'691'0,"0"0"-622"0,0 0 123 15,0 0-120 1,0 0-43-16,0 0-29 0,3-2-4 16,35-8-78-16,1-1-137 15,-1-4-185-15</inkml:trace>
  <inkml:trace contextRef="#ctx0" brushRef="#br0" timeOffset="-177350.164">31954 8711 691 0,'0'0'124'0,"0"0"74"15,0 0-95-15,0 0-72 0,0 0-6 16,0 0 26-16,37 27-26 15,-26-20 5-15,-4 4-6 16,-1-4-8-16,-2 0-11 16,-2-3 1-16,-2 0-2 15,0 0-2-15,0-2-2 16,-6-2-4-16,-4 0-6 16,1 0 4-16,4 0 6 15,2-5 0-15,2 1 0 16,1 3 4-16,0 1 8 15,0 0-3-15,0 0-9 16,0 5 0-16,0 8 1 16,0-1 4-16,0 6-2 0,0-2 2 15,0-4-3-15,0 2 0 16,0-4 0-16,0-3-1 16,0-3-1-16,-7-4 0 15,-3 0-6-15,4 0 0 16,-1-8-3-16,5-9 2 15,2-3 3-15,0-1 2 16,0 1 1-16,6 3 1 16,8 6-1-16,1 1-2 15,0 7 2-15,-1 3 1 16,0 0 1-16,1 9 0 16,-3 9 2-16,-1 5 3 0,-1 2 1 15,-4 2 2 1,-3 1-3-16,-3 2 1 0,0-1-1 15,0 1-2-15,-16-1-1 16,0-3-2-16,-6-2 0 16,-2-3 1-16,2-1-1 15,-4-7 0-15,7-5-1 16,4-5 1-16,2-3-1 16,2 0 4-16,2-4-2 15,1-7 1-15,2-3-2 16,6-3 0-16,0 2-1 15,0-2 0-15,6 5 0 16,7 0-2-16,0 3 2 16,2 0-1-16,3 5 0 0,0 1 1 15,0 3-1-15,-3 0-1 16,1 0 2-16,-1 1 0 16,0 10 0-16,-2 0-2 15,1 0 4-15,-1 0-5 16,-1 0 3-16,-2-1-3 15,1-4-47-15,3-4-30 16,2-2-65-16,8 0-70 16,1-5-157-16</inkml:trace>
  <inkml:trace contextRef="#ctx0" brushRef="#br0" timeOffset="-176973.421">32425 8739 762 0,'0'0'104'0,"0"0"34"0,0 0-76 16,0 0-3-16,-80 35-20 15,72-12-14-15,7 1-8 16,1-2-8-16,0 1-2 16,11-5 1-16,8-5-4 15,1-3 0-15,3-6-1 16,1-4 0-16,0 0 2 15,-1-3-1-15,-1-11-2 16,-2-5 0-16,0-2-1 0,-5-2-1 16,-2-4 2-1,-2 1-1-15,-5 1 0 0,-5 1 10 16,-1 8 15-16,0 2 23 16,-12 4-12-16,-10 4-6 15,-3 5-9-15,-5 1-13 16,0 0-9-16,-1 6 0 15,-2 8-5-15,1 3-43 16,1 3-75-16,-5-2-117 16,-1-4-421-16</inkml:trace>
  <inkml:trace contextRef="#ctx0" brushRef="#br0" timeOffset="-173629.187">29103 7421 255 0,'0'0'43'0,"0"0"-35"0,0 0 58 0,0 0-18 16,0 0-13-16,0 0 2 16,-39-12 13-16,39 12-10 15,0-1-25-15,0 1 22 0,3 0-8 16,15-1-18-16,9 0-1 15,6-2 6-15,7-3-1 16,0 0 6-16,5-2-4 16,3-1-5-16,4-4-1 15,-1 4-2-15,-1-3 3 16,2 1-2-16,-4 3 4 16,-2 1 5-16,1-1 7 15,-1 1-1-15,0 0-3 16,0-1-8-16,-2 1-5 15,-7 0 1-15,-4 0-2 16,3 1 6-16,-8-1 12 0,2 3-1 16,-1-2-4-1,-3 2-5-15,3 0 4 0,0 0 0 16,0-2-4-16,-4 2-1 16,-1-1-4-16,-3 0 3 15,0 0-2-15,-4 1 6 16,2-3-6-16,-3 4 1 15,-1 0-4-15,-3 0 1 16,-5 1-1-16,-4 2-2 16,-1-2 4-16,-1 2 4 15,-1-2 4-15,0 2-2 16,0 0 5-16,0 0-7 16,0 0 0-16,0-2-5 0,0-1-5 15,0-1-3 1,0 1 0-16,0-1-1 0,0 2 1 15,-1-1-2-15,-1 0 0 16,1 1 0-16,-1 1 0 16,2-2 0-16,0 2 0 15,-1-2 2-15,1 1-2 16,-2 0 1-16,2-1 0 16,-1 3 0-16,1 0 0 15,0 0-1-15,-2 0 3 16,2 0-1-16,-1 0-2 15,1 0 0-15,0 0 0 16,0 0 0-16,0 0-2 16,0 0 2-16,0 0 0 15,0 0-5-15,0 0 4 0,0 0-4 16,0 0-2-16,-3 0-5 16,3 0-12-16,0 0-8 15,-4 0-11-15,-6 0-28 16,-5 0-54-16,-10 0-151 15,-5 4-75-15</inkml:trace>
  <inkml:trace contextRef="#ctx0" brushRef="#br0" timeOffset="-172878.238">30075 7676 302 0,'0'0'61'0,"0"0"26"0,0 0 43 0,0 0-35 0,0 0-36 16,0 0-18-16,-72 0-11 16,72 0 6-16,0 0 11 15,14 0-17-15,22 0 30 16,11-7-28-16,6-3-22 16,7-3-5-16,1-1-2 15,8-1-1-15,1-2 0 16,-2 2 2-16,-2-1-2 15,-6 3-2-15,-4 0 2 0,-5 1 1 16,-6 1 6 0,-2-1 1-16,-7 3-2 0,-6-1 0 15,-6 0 3 1,-7 2-2-16,-6 1-3 0,-6 3 4 16,-4 0-4-16,-1 0 0 15,0 1-6-15,0 0-42 16,-15 0-72-16,-6-1-47 15,-6 1-126-15</inkml:trace>
  <inkml:trace contextRef="#ctx0" brushRef="#br0" timeOffset="-172512.656">30737 7415 169 0,'0'0'369'0,"0"0"-341"0,0 0 39 16,0 0 20-16,0 0-12 15,0 0-43-15,89 32-9 16,-58-30 1-16,1-2-15 16,-1 0 3-16,-1 0-8 15,-5-10 3-15,0 2-4 16,-9-1-3-16,-2 1 6 16,-5 1-4-16,-3 3 5 15,-3 1 26-15,-3 1 24 16,0 2 6-16,0 0-24 15,0 5-26-15,0 14 4 16,-3 6 34-16,-3 5-7 0,-3 1 0 16,-2 0-17-16,-3 0-5 15,4-1-5-15,-1-5-9 16,2-5-2-16,3-3-4 16,5-5-2-16,1-4-14 15,0-4-61-15,10-4-59 16,12-1-75-16,4-22-569 15</inkml:trace>
  <inkml:trace contextRef="#ctx0" brushRef="#br0" timeOffset="-171829.381">31414 7245 729 0,'0'0'85'0,"0"0"55"15,0 0-69-15,0 0-26 16,-93 61-11-16,86-35-6 16,4-1 0-16,3 1-14 15,0-5 0-15,0-1 0 16,0-5-6-16,10-2-6 16,1-4 2-16,7-3 0 15,4-6 3-15,1 0-4 16,4 0-1-16,2-13 0 15,-2-3-1-15,0-4-1 16,-3-3 1-16,-6 2 1 16,-2-4 0-16,-8 0 0 0,-5 2 0 15,-3-3 2-15,0 1 3 16,-14 1 9-16,-4 4-4 16,-5 4 1-16,3 9 0 15,-1 1-7-15,3 6-4 16,-1 0-2-16,4 6 0 15,6 6-1-15,4 1 0 16,5-3-9-16,0 2-18 16,11-6-17-16,13-2-8 15,6-4-27-15,2 0-29 16,4 0-60-16,-3-12 0 16,-1-3 8-16,-4 0 54 15,-7-2 107-15,-4 0 9 0,-6 0 115 16,-5-1 66-16,-5 5-8 15,-1 4-26-15,0 5-47 16,0 3-22-16,0 1-37 16,0 0-30-16,0 8-20 15,0 11 16-15,0 2-1 16,5 3-2-16,5 0-3 16,1 0-2-16,-1-1-2 15,3-3-5-15,-2-2 1 16,-2-5-1-16,0-3-1 15,-5-2 0-15,2-4-12 16,-1-4-21-16,1 0-25 0,3 0-12 16,0-6-57-16,-3-14-143 15,-3-7-258-15</inkml:trace>
  <inkml:trace contextRef="#ctx0" brushRef="#br0" timeOffset="-171671.621">31747 6856 744 0,'0'0'66'0,"0"0"77"0,0 0-90 15,0 0-22-15,0 0-31 16,0 0-36-16,15-21-64 16,13 17-180-16,2-4-284 0</inkml:trace>
  <inkml:trace contextRef="#ctx0" brushRef="#br0" timeOffset="-171359.12">31947 6728 544 0,'0'0'135'0,"0"0"87"15,0 0-66-15,0 0-42 16,0 0-83-16,0 0 9 16,-25 56 13-16,39-17-8 15,5 6-13-15,-1 5-2 16,2 0 1-16,3 6 2 15,-6-3-5-15,1-3 0 16,-3-6-9-16,-2-7-6 16,-2-5-3-16,-4-8-3 0,-1-4-3 15,1-5 2-15,-2-2-6 16,0-4 2-16,-4-6-1 16,1-1 1-16,-2 0 2 15,0-2-1-15,1 0 0 16,2 0 4-16,2-4-7 15,-4-8-33-15,-1-2-56 16,0-7-81-16,-3-6-325 16</inkml:trace>
  <inkml:trace contextRef="#ctx0" brushRef="#br0" timeOffset="-170332.39">29586 8346 394 0,'0'0'109'0,"0"0"-98"0,0 0 52 0,0 0-12 0,0 0-9 16,0 0 50-16,0 0-22 16,78 5-28-16,-24-17-3 15,10-3-17-15,9-3-10 16,6-3-4-16,0-1-4 15,-4 1-2-15,-8 0 2 16,-9 4-2-16,-6 3 3 16,-10 2 5-16,-8 5 6 15,-8 3 4-15,-9 3-1 16,-8 1-5-16,-6 0-11 16,-1 0-3-16,-2 0 1 0,0 0-1 15,0 0 2 1,-11 1 6-16,-12 6-7 0,-10 2-1 15,-5-4-34-15,-8 4-17 16,-7-2-31-16,-8 4-49 16,-8 1 8-16,-8 4-117 15,-1 4 14-15</inkml:trace>
  <inkml:trace contextRef="#ctx0" brushRef="#br0" timeOffset="-168682.714">29573 8376 137 0,'0'0'62'0,"-94"44"48"16,55-26-9-16,9-2 7 15,9-5-32-15,8-4 0 16,8-2-20-16,5-3-15 16,0 0-19-16,20-2 43 15,20 0 13-15,13-9-28 0,11-4-33 16,5-2-9-16,3-2-3 16,7-2-2-16,-1 1-2 15,-1 0 1-15,-5 0 0 16,-8 3 0-16,-4 1 0 15,-8 4-1-15,-6-1 5 16,-3 3-2-16,-5 1 2 16,-7-2 4-16,-6 5-5 15,-8-2 2-15,-8 5-3 16,-6-1 5-16,-3 1 13 16,0 1 23-16,-16 0-44 15,-16 0 23-15,-10 4-21 0,-11 6 1 16,-7 4-4-16,-9 0 0 15,-10 4 0-15,-4 2 0 16,1 2 0-16,1 0 0 16,13-1 1-16,12-1 3 15,16-3-4-15,13-3 0 16,11-4-2-16,10-1-1 16,6-5-7-16,0-4-2 15,24 0 12-15,18 0 14 16,17-13-8-16,16-5-4 15,7-4 1-15,4 1-3 16,-2 0 0-16,-2 0 0 16,-9-2 0-16,-9 5 0 0,-7 1-2 15,-14 2 4-15,-10-1-2 16,-9 6 1-16,-11 3-1 16,-8 3 2-16,-5 1 4 15,0 1 7-15,-24 2-7 16,-14 0-5-16,-14 8-1 15,-10 10 1-15,-7 3 3 16,-4 2-4-16,1 2 0 16,4 0-2-16,8-2 4 15,11-3 0-15,12 0-2 16,10-6 0-16,9-4-1 16,8-4 1-16,6-4 0 0,4 0-4 15,0-2-7 1,20 0 11-16,19-7 11 0,14-10-7 15,8-3-2-15,4 1-2 16,0 0 2-16,2-1-2 16,2 2 2-16,-2-2-2 15,-7 2 0-15,-12 1 1 16,-11 1-1-16,-12 2 2 16,-9 4-1-16,-9 0 1 15,-7 4 6-15,0 1 11 16,-23 1-14-16,-19 4-4 15,-14 0 1-15,-15 0 0 16,-9 8-2-16,-5 5 1 16,-3 2-1-16,3 3 4 15,6-2-1-15,13 0 3 16,16-4-2-16,15 1 0 16,10-3-3-16,11-3 1 0,7-4-1 15,7 0-1-15,0-2-11 16,4-1 11-16,23 0 8 15,12 0 7-15,15-7-5 16,7-7-4-16,6-2-2 16,3-2-2-16,8-1 3 15,-2-3-4-15,-3 4-1 16,-8-3 3-16,-9 3-2 16,-10-2-1-16,-10 3 1 15,-9 1 0-15,-8 3 1 0,-8 2-1 16,-8 4 3-16,-3 2 5 15,-2-2-1-15,-23 5-4 16,-16 2-4-16,-14 0 5 16,-13 5-5-16,-14 13 0 15,-8 7 0-15,-7 4 1 16,-3 0 1-16,3 3-2 16,8 0 0-16,11-2 0 15,19-2 0-15,15-5 1 16,16-4-2-16,14-5-1 15,13-3-5-15,1-4-10 16,25-4 15-16,18-3 2 16,14 0 7-16,7-13-4 15,6-4-3-15,-1-2 1 16,0-3-1-16,-4 1 0 0,-4 0 2 16,-8 0-2-16,-7 5 0 15,-9-1 1-15,-7 4 2 16,-9 4-3-16,-11 4 0 15,-5 3 0-15,-5 2 6 16,0 0-6-16,-12 0-6 16,-18 0 6-16,-14 2 0 15,-11 14 1-15,-10 2-1 16,-5 2-2-16,-2 4 1 16,-1 0-6-16,12-3 4 0,12-1 2 15,16-4 0 1,12-4 0-16,12-2-1 0,9-3-4 15,0-4-4-15,6 0 2 16,24-3 8-16,15 0 5 16,15-10-3-16,8-4 0 15,5-3-2-15,0 0 1 16,0-2-3-16,-7 2-1 16,-8 2 1-16,-8 1-1 15,-11 0 3-15,-10 1 0 16,-11 5 0-16,-10 2 1 15,-7 2 1-15,-1 1-2 16,-4 1-4-16,-19 2-8 16,-9 0 11-16,-4 0-12 15,0 6-27-15,3 3-62 0,3-1-81 16,3 1-65 0,6-3-340-16</inkml:trace>
  <inkml:trace contextRef="#ctx0" brushRef="#br0" timeOffset="-167173.633">29689 7597 24 0,'0'0'40'0,"0"0"-3"0,33 84-24 0,-30-55-13 16,-3-1-4-16</inkml:trace>
  <inkml:trace contextRef="#ctx0" brushRef="#br0" timeOffset="-164431.854">29492 7786 152 0,'0'0'143'0,"0"0"-2"15,0 0 8-15,-34-76-73 0,34 54-38 16,1-1-16-16,20-1-17 15,9 2-1-15,5 0-3 16,3 5-1-16,1 4 2 16,-2 8 0-16,-2 5 8 15,-2 3-2-15,-7 17-4 16,-2 6-1-16,-7 4 1 16,-6 4-1-16,-3-1 3 15,-8 3-4-15,0-2 1 16,-8-1 13-16,-12 0-2 15,-9-5 0-15,0-3-3 16,-3-3-1-16,2-5-7 16,1-7 7-16,-1-6-4 0,2-4-1 15,2 0-4 1,0-8 6-16,6-9-4 0,1-6 2 16,8-2 12-1,5-1-11-15,6-1-6 0,0 2-1 16,15 1 1-16,10 3 0 15,5 2 0-15,4 6-1 16,1 2 1-16,2 7 0 16,0 3 0-16,-1 1-3 15,-2 0 1-15,-1 14 2 16,-4 6-1-16,-4 4 1 16,-3 2 1-16,-8 4-1 0,-2 0 0 15,-8 2 1 1,-4-1-1-16,-2 2 0 0,-18-4-1 15,-10 0 1-15,-8-4-1 16,-4 0-1-16,4-5 2 16,-1-4-6-16,3-8 1 15,6-6-1-15,2-2 6 16,6-2 0-16,3-15 5 16,7-3-3-16,6-3-2 15,6-4-1-15,0-3 0 16,13-1-2-16,14 1 1 15,6 2 2-15,3 4-4 16,4 3 3-16,2 1-1 16,1 6 1-16,3 3 1 15,-2 4 0-15,-6 5 0 16,-4 2-4-16,-4 2 4 0,-7 13-4 16,-5 2 2-16,-6 7-1 15,-4-3 3-15,-8-1 2 16,0 1 1-16,0-4 1 15,0-2 1-15,-11-4 3 16,-5-2-4-16,-4-3 0 16,-1-5-1-16,1-1 1 15,0 0-4-15,1 0 1 16,0-14-1-16,3-1 1 16,2-9-1-16,4-9 1 15,7-2-1-15,3-5 0 0,0 0-2 16,16 3 0-1,11 4 2-15,8 4-9 0,2 8 5 16,0 5 0-16,0 10 2 16,-2 6 1-16,-7 0-3 15,0 6 2-15,-3 13 2 16,-2 5 0-16,-2-3 2 16,-4 1 4-16,-3 1-5 15,-5-3 0-15,-2-3 1 16,-7-3 1-16,0-3-1 15,0-3-1-15,-11-1 1 16,-8-1 7-16,-3-3-9 16,0-3-4-16,0 0 0 0,1-4-5 15,-1-12 4-15,-1-1-4 16,7-5 4-16,1-5 5 16,4-6-3-16,5 3 3 15,2-2 0-15,4 3 0 16,0 4-2-16,0 4-3 15,7 3 0-15,8 5 2 16,2 2 2-16,-2 4 1 16,1 3 0-16,-1 4 2 15,1 0 3-15,1 3 3 16,2 12 2-16,-2 5 3 16,-1 0 2-16,-5 0-3 15,-3-2-7-15,-5-6 1 16,-3 4 1-16,0-5 1 15,-10-2 9-15,-8-2 2 0,-4-3-9 16,-2-2-2-16,-1-2-4 16,0 0-2-16,0-9 1 15,0-6 2-15,4-5-3 16,1-5 0-16,9-1-1 16,2-5 1-16,6-2 1 15,3-2-6-15,0 3 3 16,7 4 0-16,9 5-2 15,3 7 1-15,-2 5-3 16,2 7 2-16,1 4 2 16,1 0-1-16,-1 5-3 15,0 15 2-15,0 5 2 0,-4 0 0 16,-1 0 0 0,-3-1 0-16,-4-3 2 0,-4-5-2 15,-4-2 0-15,0-3 5 16,-10-2-1-16,-10-4 6 15,-4-1-7-15,-3-4-2 16,-2 0-1-16,-3-4-4 16,-2-6-3-16,-2-4 3 15,3-4-4-15,2-6 8 16,5-3 0-16,6-3 2 16,9 3-2-16,8-2-3 15,3 5-1-15,11 4-4 16,16 6 1-16,4 5 2 0,3 3 2 15,-1 6 1-15,0 0-2 16,-2 0 2-16,-1 15 1 16,0 9-3-16,-5 4 4 15,-3 8-2-15,-3 0 1 16,-8 3 0-16,-6 0 1 16,-5 2-1-16,0-2 1 15,-12-2 0-15,-12-3 0 16,-11-3-3-16,-4-1 2 15,-8-3-10-15,-3-5-8 16,2-5-11-16,9-9-6 16,11-3 23-16,10-5 13 15,8-2 1-15,6-15 2 0,4-7-2 16,0-2-1-16,17 0-5 16,2 1 0-16,7 7-7 15,0 5-5-15,1 9 7 16,-2 4 7-16,-1 0-2 15,-4 14 4-15,-4 9 0 16,-5 4 1-16,-4 5 5 16,-1 0 7-16,-6 2 4 15,0 1-5-15,0-1 3 16,-13-3 1-16,-8-6 3 16,-5 1 3-16,-2-8-2 0,-5-2-9 15,-4-5-5 1,3-4 2-16,-4-5-4 0,-1-2 4 15,5 0-6 1,3-14 3-16,7-6-2 0,8-6 2 16,5-6-1-16,7-2-3 15,4-1 0-15,3 9-2 16,20 5-5-16,6 10 6 16,-1 11-2-16,-1 0-3 15,-1 8 1-15,-1 14 4 16,-1 0 1-16,-8-1 3 15,-1 3 0-15,-6-4-2 16,-6-3 2-16,-3-3-1 16,0-2 3-16,-20 1 10 15,-9-4-4-15,-10-4-5 16,-3-2 0-16,-4-3-5 0,-5 0 0 16,2-11-1-16,1-10-1 15,7-10 1-15,8-9 1 16,5-8 2-16,8-7-3 15,5-6 3-15,14 1 2 16,1 0-2-16,14 5-3 16,16 7 0-16,3 6 0 15,3 11-1-15,0 10-1 16,-2 11 0-16,6 6 2 16,2 4 2-16,2 0 1 15,1 17 1-15,0 8 1 0,-3 3 1 16,-8 5-5-16,-5 2 3 15,-11 2-4-15,-8-3 2 16,-10 0-1-16,0-3 3 16,-19-5 1-16,-16 3 2 15,-8-5-1-15,-6-5 1 16,-5-5 1-16,1-7-5 16,6-7 0-16,7 0 0 15,6-5 5-15,14-17-5 16,4-5 1-16,8-9 1 15,8-4-4-15,0-5-1 16,18 2 0-16,13 5-5 16,5 5 3-16,2 7 0 0,1 5 1 15,-2 9 1 1,-3 5 0-16,-4 7 0 0,-8 0-2 16,-2 18 0-16,-5 6 2 15,-2 0 7-15,-2 1 2 16,-7 0 2-16,-4-1-1 15,0-2 2-15,0-4 2 16,-10 4-2-16,-8-4-4 16,-3-1-5-16,-2-2-3 15,3-6-25-15,3-4-31 16,5-1-49-16,5-4-124 16,2-2-157-16</inkml:trace>
  <inkml:trace contextRef="#ctx0" brushRef="#br0" timeOffset="-162052.729">27689 5894 516 0,'0'0'13'0,"0"0"-1"0,0 0 1 0,-3-94-8 0,18 69 12 0,11 3 3 15,10-2-7-15,10-2-9 16,8 4 1-16,0 0 1 16,4-3 8-16,5 7 7 15,5 1-6-15,4 2-3 16,3 1-2-16,4 5-7 15,2-2 2-15,3 5 3 16,6 0 3-16,-1 0 2 16,-2 6 4-16,-7 0 3 0,-5 2-8 15,-6 14 0 1,-5 1 9-16,-8 5-7 0,-5 5-2 16,-6-3 6-16,-5 7 9 15,-1 1 0-15,-5 4-6 16,2 4 0-16,-2 4 2 15,-1 0-10-15,-1-1 3 16,-4-3-2-16,-3-2-2 16,-1 2-2-16,-6 2 1 15,1-1-3-15,-1 4 0 16,-1 1-2-16,-1 0 1 16,-1-3 3-16,0-3-2 15,-3 0-1-15,0-7-1 16,-2-1 5-16,-2-5-3 0,-4-6 0 15,1-5-4 1,-2-1-3-16,-3-7 2 0,0-2-2 16,0-3 1-16,0-3-2 15,0 0-20-15,0 0-18 16,0 0-49-16,-8-11-110 16,-5-4-69-16</inkml:trace>
  <inkml:trace contextRef="#ctx0" brushRef="#br0" timeOffset="-161616.348">29355 6323 352 0,'0'0'15'0,"0"0"10"0,0 0 34 0,0 0 53 16,0 0-15-16,51 73-19 16,-25-53-13-16,3 4-5 15,-3-3-10-15,2 1-15 16,-1-3-8-16,-1 1-8 16,0-3-2-16,-6-2-6 15,-1-2-1-15,-3-2-2 0,-1-4 7 16,0-3 7-16,-2-4-3 15,3 0 1-15,-2 0 8 16,2-11-8-16,1-6-5 16,2-4-5-16,-1-3 4 15,2-6-2-15,-3 1 3 16,0-4-5-16,1-2 8 16,0 0-7-16,0-2-4 15,-2 2-4-15,0 1-3 16,-2 3 0-16,-2 5-21 15,-5 1-37-15,-7 2-101 16,-7-2-292-16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09:12.081"/>
    </inkml:context>
    <inkml:brush xml:id="br0">
      <inkml:brushProperty name="width" value="0.05292" units="cm"/>
      <inkml:brushProperty name="height" value="0.05292" units="cm"/>
      <inkml:brushProperty name="color" value="#FFC000"/>
    </inkml:brush>
  </inkml:definitions>
  <inkml:trace contextRef="#ctx0" brushRef="#br0">18874 6110 63 0,'0'0'10'16,"0"0"-4"-16,0 0 16 0,0 0 18 0,0 0 7 0,0 0 24 16,0 0-9-16,-47 3-9 15,43-3-2-15,4 0 1 16,0 0-15-16,0 0-19 16,0 0-6-16,0 0-12 15,5 3 8-15,11 3-5 16,8 7 49-16,9 0-28 15,1 1-6-15,7 2-5 16,3-1-8-16,1 2 0 16,3 1-2-16,0 2-2 15,2 3 1-15,5 2 2 16,6 0-1-16,5 0 4 16,1 2 0-16,7-3 1 15,-2-1 0-15,3-2-5 0,3-2 0 16,6-6 2-16,3 0-5 15,3 1 1-15,-1-1 1 16,7 0-2-16,-5-3 1 16,0 1 2-16,-3 1-3 15,-3-3 0-15,0 1 2 16,2 1-2-16,-4 2 0 16,-4 3-1-16,2 1 2 15,-1 0-2-15,1 1 1 16,2 0-1-16,2 0 1 15,-1-4 1-15,4-3 1 16,0 0-1-16,-4 0-1 16,-1 0 0-16,-7 4 0 0,0-1 1 15,-4 2-1 1,-6-2 0-16,-4-2 0 0,-5-5 0 16,-5-1 5-16,1-3 3 15,-3-2 2-15,-5 0 1 16,-3-1 3-16,-8 0 5 15,-7 0 2-15,-5 0 3 16,-5 0 7-16,-10 0-8 16,-4 0-10-16,-3 0-4 15,0 0-5-15,0 0 6 16,0 0-1-16,0 0-9 16,0 0-1-16,-13 0-33 0,-7 0-80 15,-6 0-89-15,-10-11-217 16</inkml:trace>
  <inkml:trace contextRef="#ctx0" brushRef="#br0" timeOffset="6528.819">24839 7863 355 0,'0'0'16'0,"0"0"-11"0,0 0 0 0,0 0 4 16,0 0 57 0,0 0-6-16,0 0-24 0,-30-36 10 15,30 36-11-15,0 0-16 16,0 0-7-16,0 0 7 16,7 0 6-16,16 0 0 15,8 0 4-15,6 0-10 16,5 7-8-16,4-1-8 15,1 0 3-15,5-2-1 16,5 2 6-16,2-1 11 16,7 1-2-16,1-1-9 15,2 2 2-15,5 0-2 16,-2-1-2-16,4 3 0 0,3-1-2 16,-4 0-1-1,-4 2 1-15,-7 2 0 0,-4-2 3 16,-2-1-4-16,-4 0 0 15,-2-1 1-15,-1 1 1 16,-2-1-2-16,2-2-2 16,1-1 1-16,-1 1-2 15,1-2 1-15,0 4 3 16,-2-3-5-16,-1 2-1 16,-3-1 3-16,0 1-4 15,-1-2 1-15,-3 2 0 16,3-1 0-16,-1 0 1 0,4-1-2 15,3-2 3 1,-2 3-1-16,3-4-2 0,-4 2-2 16,-2-2 2-16,2-2 2 15,0 0-2-15,6 2 0 16,1-2 1-16,-3 1-1 16,0 2 0-16,-1 1 0 15,-2 1 0-15,2-1 0 16,-1-1 3-16,3 0-3 15,-1 0-1-15,3-2 1 16,-3 2 0-16,-1-2 1 16,0 0-1-16,-3 0 1 15,1 1-1-15,0 0 0 0,0-2 4 16,2 0-4 0,1 0-1-16,-4 0 0 0,1 0 1 15,-5 0-1-15,3 0 1 16,0 0 0-16,-1-4 1 15,0 3-1-15,-3-1-1 16,-4-1 1-16,0 3 1 16,-3-1 0-16,0 1-1 15,1 0 3-15,-5 0-1 16,0 0 1-16,-2 0 0 16,-6 0 2-16,1 0 5 15,-3 0 8-15,-1 0 1 16,-1 0-4-16,-2 0 3 15,-2 0-1-15,0 0 2 0,-3-3-6 16,-2 1-1 0,-3-1 2-16,-4 2-3 0,-1-1 3 15,-1 2-4-15,-2 0-4 16,0-1-2-16,0 1 1 16,0 0-4-16,0 0-1 15,0 0-6-15,0-1-24 16,0 1-45-16,-14 0-4 15,-8-3-113-15,-6-3-82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10:47.004"/>
    </inkml:context>
    <inkml:brush xml:id="br0">
      <inkml:brushProperty name="width" value="0.05292" units="cm"/>
      <inkml:brushProperty name="height" value="0.05292" units="cm"/>
      <inkml:brushProperty name="color" value="#FFC000"/>
    </inkml:brush>
  </inkml:definitions>
  <inkml:trace contextRef="#ctx0" brushRef="#br0">24267 7736 372 0,'0'0'8'0,"0"0"-5"0,0 0 1 0,0 0 24 16,-86-48 9-16,71 39 27 0,0 4 2 15,2-1-12-15,-1 2-7 16,4 1-9-16,1 1-8 16,0 1 2-16,8-1-7 15,1 2-2-15,0 0-6 16,0 0-17-16,0 0 2 15,7 5 4-15,6 6 7 16,8 2-3-16,4-2 2 16,0-1 4-16,7-1-3 15,4-2-4-15,3 1 0 16,6-2-1-16,10 2 2 16,6-2-1-16,5-2-4 15,-2-1 2-15,2 1-3 16,0-1 3-16,0 0-4 0,3 0 2 15,-2 1 1-15,0 0 2 16,-3 0-1-16,8 2 1 16,-5-1-2-16,-1 3-2 15,-1-2-2-15,-3 3-1 16,-1-4 2-16,-2 4-2 16,4-3 2-16,1 0 1 15,6-4 3-15,5 0-1 16,-5-2-2-16,0 0-4 15,-1 0 3-15,-2 0-2 16,-2 0-1-16,0 0 0 16,-4 0 0-16,0 3 1 15,-1-1 0-15,1 3 0 0,2-2 0 16,4 2 1 0,-3-1 2-16,0 2-2 0,-3-3-2 15,-3 3 1-15,1-3 0 16,-1 3 0-16,-2-1 1 15,1 0-2-15,-1-1 1 16,0 0-3-16,-2-1 4 16,2 1-2-16,1 1 1 15,0-2-1-15,0 2-1 16,1-2 1-16,0 0 1 16,3 0 1-16,3-3-1 15,2 0 1-15,2 0-1 0,1 0-1 16,-2 0 1-16,0 3-1 15,-2 1 1-15,2 0 1 16,0 3 3-16,-3-3 2 16,-3 2 2-16,-7-1 6 15,-3 2 6-15,-2-1-6 16,-6 3-2-16,-1-2-3 16,-4 0-1-16,-5-2 1 15,-6 3 6-15,-6-5-8 16,-6 2 0-16,-6-2-7 15,-7-3-1-15,-2 0-4 16,-16 0-87-16,-34-3-45 16,-26-18-320-16</inkml:trace>
  <inkml:trace contextRef="#ctx0" brushRef="#br0" timeOffset="1868.722">2769 8960 554 0,'0'0'0'0,"0"0"-13"0,0 0 13 16,0 0 9-16,0 0 13 16,0 0 5-16,37 59 2 15,-6-46 7-15,7 3-1 16,5-1-5-16,5 1-4 16,7 2 1-16,0-1-2 0,3-2-10 15,5-2 3 1,-2-3-9-16,8 0-4 0,4-4-2 15,9-2-1-15,6-2 46 16,1-2-31-16,1 0-13 16,-1 0 7-16,-3 0-1 15,-3 0 1-15,2 0-4 16,3 0 0-16,1 3-2 16,1 1-3-16,0 3 0 15,-1-3 2-15,1 1-3 16,-2 1 3-16,1-1 0 15,-4 1-1-15,-4 0-3 16,4-1 3-16,-3 1-2 16,-4 0 1-16,2 0-2 15,-5-1 2-15,8 5-2 0,1-1 3 16,-1-2 0 0,-1 1 3-16,0 0-1 0,-2 1-2 15,3-2-2-15,5 0 2 16,-2-1-2-16,4-4 0 15,2 1 1-15,1-3-1 16,-2 0-1-16,-2 0 1 16,1 0 0-16,5 0 0 15,-2 0 0-15,-1 0 0 16,-5-3-1-16,0 3 0 16,-1 0-2-16,-1-1 2 15,0 1 1-15,-4 0-1 16,-2 0 0-16,-1 0 0 0,-3 0 1 15,-3 0-1-15,-3 0 0 16,-2 0 1-16,-2 0-1 16,1 0 0-16,0 0 0 15,-5 0-1-15,-1 0 1 16,-8 1-1-16,0-1 1 16,-1 0 0-16,0 0-2 15,1 0 2-15,0 3 0 16,3-1 1-16,-4-2-1 15,3 4 0-15,-1-1-1 16,2 0 1-16,-2 0-2 16,8-2 2-16,-1-1 0 15,-1 4 0-15,1-3 0 16,4 1 0-16,-1 0 1 0,3-2 0 16,3 0-1-16,3 0 0 15,0 0 0-15,-3 0 0 16,2 0-1-16,4 0 0 15,2 0 1-15,1 0-1 16,2-4 1-16,2-1-2 16,-1 2-2-16,1-1-3 15,4-3-1-15,-2 2 5 16,4-2 3-16,2 3 0 16,7-3 0-16,-2-2 0 15,5 2-1-15,-5-5 1 16,1 1-2-16,1-2 1 0,-6 2 2 15,0 1 1-15,-2 1-2 16,-5 1 0-16,-5 0 0 16,2-2 0-16,-8 3 0 15,0 0 0-15,-2 0 1 16,-8 2 1-16,-5 2-2 16,-8 2-1-16,-13 1 1 15,-7 0 0-15,-9 0-4 16,-11 0 4-16,-10 0-2 15,0 0-48-15,-13 6-96 16,-20-1 8-16,-11 0-385 16</inkml:trace>
  <inkml:trace contextRef="#ctx0" brushRef="#br0" timeOffset="3569.98">22522 9010 549 0,'0'0'0'0,"0"0"-51"0,0 0 44 0,0 0 7 0,0 0 10 15,0 0 4-15,87 7 3 16,-43 0 1-16,7 0-11 16,10 1 0-16,3 1-3 15,-1-1-1-15,7-1-3 16,-4 2 4-16,4-2-2 15,0 0-2-15,4-1 1 16,-6 1 0-16,-1 0-1 16,0-3 0-16,0 0-1 15,12-1 1-15,-3 1 1 16,8-3 0-16,-2 5-1 16,-4-2 0-16,3 2 0 0,3 0 4 15,-5-1-4 1,2 4 0-16,1-1 0 0,1 0 1 15,5 1 0-15,0-3-1 16,6 2 6-16,3-5 0 16,6 2 2-16,6-2-3 15,3 0-4-15,0 1-1 16,0 2 5-16,3 0-5 16,2 2 8-16,3 1 1 15,2-2 3-15,9 2-4 16,1-6-7-16,1-2-1 15,7-1 1-15,0 0-1 16,3 0 4-16,6 0-4 16,2 0 1-16,3-9 1 15,7 2-1-15,3-4-1 0,3-1 3 16,2 0 1-16,-2-1-3 16,-1 6 4-16,-5-1-4 15,-5-1 4-15,0 2 5 16,-9 0 4-16,-5 0 1 15,-2 1-6-15,-13 2 10 16,-11 3-2-16,-10-1 2 16,-15 2 4-16,-12 0 7 15,-13 0-1-15,-14 0-12 16,-16 0-4-16,-15 0-8 16,-11 0-5-16,-10 0-14 15,-7 0-208-15,-34 0 27 0</inkml:trace>
  <inkml:trace contextRef="#ctx0" brushRef="#br0" timeOffset="110019.044">24232 15019 261 0,'0'0'27'0,"0"0"6"15,0 0 26-15,0 0 11 0,-82 2-48 0,74-2 20 0,4 0 38 16,4 0-17-1,0 0-34-15,0 0-5 0,0 0-14 16,0 0 25-16,6 3-14 16,9-2-14-16,10 2-5 15,9 1 10-15,8 1-3 16,4 5 1-16,10-2-3 16,6 0 0-16,8-1 2 15,9-2 1-15,3-1 3 16,7-2 4-16,7-1-11 15,3 0-3-15,8-1-1 16,5 1 2-16,4-1 2 16,0 3 2-16,3 0 1 15,0 1-4-15,1 1-1 16,-3 0 7-16,0-2-9 0,-7 1 4 16,5 1-3-16,3-1 6 15,-2 0-2-15,1 3-5 16,-1 0-1-16,2 2 2 15,-2-2-3-15,-2 1 4 16,2 0-4-16,-3-2 0 16,4 1 0-16,-2-3 0 15,4-1 0-15,0 0 1 16,-1 0 0-16,-2 0 0 16,2 0-1-16,-1-1 1 0,-1 0 0 15,1 1-1-15,-4 0 0 16,-4-1 0-16,4 3 0 15,-1-1 0-15,0 0 0 16,-2 3 0-16,-2-2 0 16,-1 1 3-16,-2 1-3 15,-4-2 5-15,-1-1-5 16,-5 3 0-16,-4-3 0 16,2 0 0-16,-6 2 3 15,1-5 1-15,-2 4 4 16,-1-3-3-16,3 1 3 15,-4-1 0-15,2-1-2 16,2-1 4-16,2 0 0 16,-1 0-1-16,-2 0 0 15,-3 0 0-15,-5-1 0 0,-5-4 2 16,-2 1 5-16,-8 0-4 16,-6 1 1-16,-8 0-5 15,-9 2-1-15,-5-2 1 16,-9 3-3-16,-8 0-1 15,-7 0-3-15,-7 0-1 16,-5 0-1-16,0 0-3 16,-10 0-54-16,-31 0-56 15,-38 0-165-15</inkml:trace>
  <inkml:trace contextRef="#ctx0" brushRef="#br0" timeOffset="128116.914">21309 12223 701 0,'0'0'18'0,"0"0"18"0,0 0 77 0,0 0-11 15,0 0-26-15,0 0-60 16,0 0-14-16,0 18 33 16,0 20 6-16,3 8 0 15,-2 0-15-15,-1 4-4 16,0-3-10-16,0 1-3 16,0-2-7-16,0-1 0 15,0-6-2-15,0-3 0 16,0-7-17-16,0-7-31 0,5-7-38 15,0-10-23 1,2-5-105-16,2-2-76 0</inkml:trace>
  <inkml:trace contextRef="#ctx0" brushRef="#br0" timeOffset="128426.291">21555 12178 606 0,'0'0'4'0,"0"0"4"15,0 0 73-15,0 0 1 16,31 97-10-16,-17-60-8 16,4 4-21-16,-2-1-2 0,-2-3-3 15,1 3-10-15,-4-2-9 16,-5-2-7-16,-4 4-7 15,-2-2-4-15,0-1 2 16,0-5-2-16,0-7-1 16,0-6-2-16,0-8-17 15,0-5-22-15,0-6-36 16,0 0-17-16,-5-11-96 16,-2-12-215-16</inkml:trace>
  <inkml:trace contextRef="#ctx0" brushRef="#br0" timeOffset="128641.718">21375 12525 587 0,'0'0'37'15,"0"0"-5"-15,0 0 8 16,0 0 40-16,0 0-13 15,95 0-40-15,-54-3-9 16,5-5-8-16,-1-1-9 16,4 1-1-16,0-1-117 15,-3-2-269-15</inkml:trace>
  <inkml:trace contextRef="#ctx0" brushRef="#br0" timeOffset="128956.318">22219 12271 761 0,'0'0'20'0,"0"0"17"16,0 0 34-16,0 0-42 16,-94-16-10-16,70 36-9 15,-3 5-1-15,2 7-5 16,3 2 2-16,5 2 8 0,10-1 12 15,7 0-4 1,0 0-7-16,1-2-5 0,11-2-5 16,2-1 1-16,0-2-3 15,3-5 0-15,2-6-1 16,5-4 0-16,3-10-2 16,4-3-12-16,4 0-42 15,5-13-71-15,-1-15-102 16,-1-2-224-16</inkml:trace>
  <inkml:trace contextRef="#ctx0" brushRef="#br0" timeOffset="129278.404">22544 12121 604 0,'0'0'30'0,"0"0"90"15,0 0-72-15,0 0-37 16,0 0 44-16,0 0 16 16,2 66-21-16,4-35 7 15,-2 2 0-15,4 2 5 16,-7-1-14-16,4 5-10 16,-4-4-5-16,-1 1-4 15,0-1-11-15,0-2-8 16,0-3-1-16,0-2-1 15,0-2-7-15,0-4 1 0,0-4-1 16,0-3-1-16,0-2-10 16,0-4-55-16,2-6-57 15,-1-3-128-15,1 0-245 16</inkml:trace>
  <inkml:trace contextRef="#ctx0" brushRef="#br0" timeOffset="129625.569">23150 12089 811 0,'0'0'6'0,"0"0"-1"15,0 0 53-15,-12 83 29 16,12-51-16-16,0 5-31 16,0 2-7-16,9 0-7 15,-2 1-4-15,1-6-5 16,-2-1-3-16,4-5-7 16,-2-4-3-16,-4-4-3 15,1-3 1-15,-2-4-2 16,-3-5-1-16,3-4-19 0,-2-4-40 15,-1 0-26 1,0-1 5-16,0-15-140 0,0-6-131 16</inkml:trace>
  <inkml:trace contextRef="#ctx0" brushRef="#br0" timeOffset="129901.646">22980 12293 600 0,'0'0'29'0,"0"0"-4"15,0 0 76-15,0 0-4 16,107 12-8-16,-60-12-36 16,3 0-10-16,-3 0-16 0,-4 0-8 15,-4 0-6-15,-3-8 0 16,-5 4-7-16,-4 0-5 15,-4 0 2-15,-7 1-3 16,-6 0 1-16,-6 3-1 16,-4 0-9-16,0 0-78 15,-13 0-93-15,-10 1-244 16</inkml:trace>
  <inkml:trace contextRef="#ctx0" brushRef="#br0" timeOffset="130456.68">24109 12087 393 0,'0'0'143'0,"0"0"-29"0,0 0 36 0,0 0-15 0,0 0-41 16,0 0-34-16,0-35-6 15,0 35-27-15,0 9-22 16,0 13 10-16,0 9 28 0,0 3-13 15,0 1-1 1,2 5-5-16,2-3-6 0,2-1-10 16,-3-3-6-16,2-2 1 15,-1-6-2-15,-2-7-1 16,1-2-13-16,0-6-39 16,1-6-18-16,2-4-45 15,4-3-13-15,-4-18-130 16,2-9-176-16</inkml:trace>
  <inkml:trace contextRef="#ctx0" brushRef="#br0" timeOffset="130717.979">24278 12007 544 0,'0'0'19'15,"0"0"60"-15,0 0-18 16,0 0 35-16,0 0-9 15,33 82-25-15,-20-53-4 16,-2 4-19-16,2-1-1 16,-1-3-5-16,0 0-14 15,0-3-7-15,-2-3-7 16,-1-1-2-16,0-2-2 16,-4-5-1-16,1-1-1 15,-5-3-39-15,2-4-21 16,-3-3-35-16,0-2-86 15,0-2-123-15</inkml:trace>
  <inkml:trace contextRef="#ctx0" brushRef="#br0" timeOffset="130915.324">24178 12297 721 0,'0'0'36'0,"0"0"79"16,0 0-64-16,0 0-38 16,0 0-9-16,0 0-3 15,105-57-1-15,-58 45-84 16,5 0-114-16,-2-1-189 0</inkml:trace>
  <inkml:trace contextRef="#ctx0" brushRef="#br0" timeOffset="131716.269">24670 12148 733 0,'0'0'28'15,"0"0"51"-15,0 0 26 16,0 0-18-16,0 0-32 16,0 0-22-16,68 0-3 15,-55 6-9-15,-4 1-7 16,-3-1-5-16,-3 4-3 0,-3-1 0 15,0 2-2 1,-3 1-3-16,-11-1 3 0,-3-1-4 16,0-3 0-16,-1-1-5 15,6-2 3-15,-1-3 2 16,7 0 1-16,3 1 3 16,1-2-2-16,1 2 21 15,1-2-1-15,0 0-11 16,0 1-9-16,0 0-2 15,0 1 2-15,0 1-1 16,0-1 2-16,1 2-3 16,1-1-1-16,-2 0 0 15,0-2 1-15,0 1-7 16,0-2-1-16,0 0 7 16,-2-2 0-16,-4-11 1 0,3-4 0 15,3-3 1-15,0 3 0 16,0 1 4-16,6 5-1 15,6 4 1-15,2 2-3 16,-1 5-1-16,5 0-1 16,-3 11 0-16,1 7 0 15,-2 3 0-15,-4 2 0 16,-2 2 0-16,-7 0 1 16,-1 1-1-16,0-1 0 15,-13 0 1-15,-4 0-1 16,-2-5 1-16,-3-5-1 15,1-2 0-15,-3-6-9 16,3 0 5-16,1-5 2 0,1-2 2 16,3 0 1-16,2 0 0 15,2-5 5-15,2-4-2 16,9-2-3-16,1 2 0 16,0-1 0-16,0 2-1 15,0 3-1-15,10 0 1 16,2 5 0-16,0 0 0 15,1 0 0-15,2 8 1 16,0 6-1-16,0 1 1 16,0-1-1-16,-2 2 1 15,1-5-1-15,-2 2 0 16,-2-5 0-16,3 1 0 0,1-3 0 16,2-2 0-16,5-3-15 15,5-1-35-15,2 0-82 16,8-11-62-16,-2-8-172 15</inkml:trace>
  <inkml:trace contextRef="#ctx0" brushRef="#br0" timeOffset="132124.171">25125 12109 715 0,'0'0'42'0,"0"0"124"0,0 0-90 0,0 0-33 0,0 0-20 15,0 0-3 1,-67 58-6-16,67-28-7 0,0 0 2 16,3-3-4-16,9-2 1 15,3-2-1-15,0-5-2 16,3-6 0-16,0-7 1 16,7-3-2-16,-1-2-1 15,1 0 2-15,-2-14-1 16,5-6-2-16,-2-2 3 15,-1-3-3-15,-3-3 2 16,-1-3-1-16,-3-1 2 16,-9 0-3-16,-3 2 2 15,-6 4 9-15,0 5 20 16,-10 5 7-16,-16 6 4 16,1 6 2-16,-6 4-12 0,-2 0-14 15,-2 10-13-15,4 10-5 16,0 1 0-16,5 1-6 15,4 1-52-15,7 0-63 16,4-5-159-16,10-8-444 16</inkml:trace>
  <inkml:trace contextRef="#ctx0" brushRef="#br0" timeOffset="132647.72">26028 12121 562 0,'0'0'41'0,"0"0"54"0,0 0-35 0,0 0-34 16,0 0 8-16,0 0 10 15,2 9 18-15,35-9-35 16,14 0-12-16,8-10-5 15,7-3-4-15,1-1 0 16,4 0-3-16,-2 1-1 16,3 1 1-16,-3-4-1 15,0 4 2-15,-4 0 5 16,-3-3 4-16,-1 2 7 16,1-1 0-16,-3 2-13 15,-9 4-4-15,-7-1-1 16,-13 5 0-16,-12 0-2 0,-8 1-1 15,-9 3 1 1,-1 0-18-16,-3 0-35 0,-16 0 5 16,-6 0-80-16,-3 0-77 15,-1 0-228-15</inkml:trace>
  <inkml:trace contextRef="#ctx0" brushRef="#br0" timeOffset="133036.56">26770 11826 576 0,'0'0'45'0,"0"0"69"15,0 0-68-15,0 0 62 16,0 0-44-16,0 0-35 16,43 79-4-16,-9-61-7 0,5 1-4 15,6-5-9-15,1-1 1 16,-4-6-4-16,-2 2-2 15,-9-5 0-15,-7-3-11 16,-6 0-6-16,-7-1 7 16,-3 0 8-16,-6 0 2 15,-2 0 5-15,0 0 3 16,0 0 19-16,0 0-2 16,-10 0 6-16,-2 0 5 15,-5 8 3-15,-2 7-8 16,-2 3-3-16,-6 4-8 15,-1 2 3-15,-2 1-4 16,2 2-7-16,0-2-6 16,3-1-5-16,3 1-1 0,6-5-30 15,5-4-55-15,5-9-108 16,6-7-226-16</inkml:trace>
  <inkml:trace contextRef="#ctx0" brushRef="#br0" timeOffset="133508.696">28233 11483 583 0,'0'0'31'0,"0"0"83"16,0 0-44-16,0 0 47 0,0 0-61 15,0 0-39 1,5 20 40-16,-5 14 5 0,1 4-10 16,7 3-9-16,-2 2-6 15,2-1-5-15,-3 0-6 16,-4-1-9-16,1 3-6 16,-2-6-4-16,0-3-3 15,0-7-3-15,0-5 0 16,0-8-1-16,0-6-3 15,0-3-38-15,0-6-19 16,7 0-21-16,1-10-57 16,4-13-63-16,-3-10-138 15</inkml:trace>
  <inkml:trace contextRef="#ctx0" brushRef="#br0" timeOffset="133817.663">28507 11519 536 0,'0'0'36'0,"0"0"38"15,0 0 19-15,0 0-6 16,13 93-17-16,-6-61-10 16,2 0 1-16,0 1-14 15,-3-1-2-15,1-2-5 16,1-2-19-16,-4-2-7 15,2-2-7-15,-1-4-3 0,1-5-2 16,0-2-1-16,-1-5 2 16,1-1-2-16,-2-3-1 15,-3-4-13-15,1 0-47 16,-1 0-9-16,-1 0-7 16,0-4-77-16,0-12-87 15,-3-6-246-15</inkml:trace>
  <inkml:trace contextRef="#ctx0" brushRef="#br0" timeOffset="134013.169">28260 11776 436 0,'0'0'232'15,"0"0"-199"-15,0 0 47 16,0 0-7-16,0 0-2 15,88 6-53-15,-40-12-14 16,2-6-4-16,4-9-49 16,3-1-126-16,-3-8-320 15</inkml:trace>
  <inkml:trace contextRef="#ctx0" brushRef="#br0" timeOffset="134355.773">28954 10926 492 0,'0'0'52'16,"0"0"83"-16,0 0-29 15,0 0-72-15,0 0 59 16,0 0-38-16,-11 89-6 15,13-51-12-15,5 3 5 16,-1 0 0-16,4 3 2 16,-4-4-13-16,-1-1-8 15,0-3-5-15,-2-1-7 16,0-5-5-16,-2-6-4 16,2-4-1-16,0-3 2 0,0-6-3 15,-2-4-32-15,1-4-31 16,-1-3-51-16,1 0-10 15,-2-17-130-15,0-7-197 16</inkml:trace>
  <inkml:trace contextRef="#ctx0" brushRef="#br0" timeOffset="134586.113">28747 11228 640 0,'0'0'35'16,"0"0"80"-16,0 0-7 16,0 0-14-16,119 18-48 15,-72-18-22-15,3 0-14 16,-1 0-3-16,-2-4-5 16,-5-3-2-16,-6 1-5 15,-7 2-52-15,-12 1-68 16,-14 3-153-16</inkml:trace>
  <inkml:trace contextRef="#ctx0" brushRef="#br0" timeOffset="135094.115">29909 11420 576 0,'0'0'9'0,"0"0"66"15,0 0 23-15,0 0 33 16,0 0-64-16,0 0-48 16,7 14 44-16,-3 21 8 15,1 6-18-15,1 2-4 16,1 2-8-16,1-3-10 15,2-3-3-15,-4-3-7 16,0-3-4-16,-3-5-10 16,0-5 1-16,0-3-8 15,-3-9 4-15,2-5-3 16,-1-1-1-16,2-5-2 16,-3 0-15-16,0 0-13 0,0-8-41 15,0-9-62-15,0-5-47 16,-6-4-136-16,-6-3-278 15</inkml:trace>
  <inkml:trace contextRef="#ctx0" brushRef="#br0" timeOffset="135278.998">29779 11657 515 0,'0'0'62'0,"0"0"20"15,0 0 6-15,0 0-27 0,0 0-9 16,107 28-34 0,-56-28-11-16,2-6-7 0,7-8-34 15,0-3-156-15,-5-2-303 16</inkml:trace>
  <inkml:trace contextRef="#ctx0" brushRef="#br0" timeOffset="135563.608">30516 11358 614 0,'0'0'94'0,"0"0"57"16,0 0-98-16,0 0-22 16,0 0-18-16,-96 31-7 15,72 0 2-15,2 6 3 0,4-1 13 16,5 0 14-16,5 0 2 15,5-3 4-15,3-1-18 16,0-3-13-16,0-3-7 16,11-2 0-16,8-5-4 15,6-4-1-15,2-5-1 16,3-4-34-16,-1-6-29 16,-1 0-35-16,2 0-78 15,-2-9-129-15</inkml:trace>
  <inkml:trace contextRef="#ctx0" brushRef="#br0" timeOffset="135886.045">30789 11332 406 0,'0'0'104'0,"0"0"3"16,0 0-9-16,0 0-40 15,0 0 14-15,0 0-8 16,-5 75-1-16,5-44 0 16,0 4-3-16,0 3 4 15,0-1-15-15,0 0-9 16,0-2-8-16,0-1-2 16,0-3-8-16,0-1-5 0,0-4-5 15,0-3-6-15,0-7-4 16,0-2 1-16,2-4-2 15,-1-4 0-15,4-5-1 16,1-1-35-16,3 0-46 16,2-7-92-16,0-15-143 15</inkml:trace>
  <inkml:trace contextRef="#ctx0" brushRef="#br0" timeOffset="136150.601">31053 11289 652 0,'0'0'38'16,"0"0"63"-16,0 0 13 15,0 0 6-15,0 0-47 16,103 15-24-16,-67-18-16 15,-2-5-20-15,-3-4-9 16,-4 3 0-16,-5 1-3 16,-8 0-1-16,-11 2-49 15,-3 2-88-15,-6 0-263 16</inkml:trace>
  <inkml:trace contextRef="#ctx0" brushRef="#br0" timeOffset="137644.127">29737 10563 295 0,'0'0'59'0,"0"0"-41"15,1-93 93-15,-1 65-4 16,0 1-21-16,-8 2-12 0,-4 3-7 15,-3 0-17-15,-6 0 6 16,-6 2-29-16,-9 3-7 16,-4 1 2-16,-6 7 0 15,-10 5 0-15,-3 2-7 16,-4 2-9-16,0 0 2 16,-2 4 1-16,-6 7-1 15,-4 0-4-15,-5 5-1 16,-5 3 1-16,-1-1-3 15,-4 2 1-15,-1-1-1 16,2 7 1-16,7-2 5 16,0 5 6-16,3-2-1 15,3 3 3-15,2-1 1 16,6 4 1-16,7 2-2 16,1 5-5-16,5 4-1 15,-4 2 1-15,1 4-3 0,0 6 2 16,3-1-2-16,3 7 4 15,4 2-3-15,6-3 6 16,4 7-2-16,6-2-1 16,4 1 1-16,5 5-1 15,7 1-3-15,4 3-1 16,9 0-1-16,3-5 1 16,0-3 1-16,9-6-1 15,15 0-1-15,4-3-2 16,3-4 1-16,4-4-4 15,2-4 3-15,2-5 2 16,6-1 0-16,0-3-3 0,5-3-1 16,1-1-2-16,4-3 2 15,0-3 0-15,0 0-1 16,1-4 0-16,-1-1-1 16,8-4 1-16,5-4 2 15,4-5-2-15,3-6-1 16,5-1 0-16,5-3-3 15,0 0 3-15,2-3-1 16,1-8 0-16,-3-5 2 16,0-4-1-16,-6-2 0 15,0-6-3-15,-7-5 2 16,-4-2-2-16,-1-4 0 16,-1-4 1-16,0-3-11 0,-1-5 1 15,-4-3 0 1,-7-2 4-16,-9-4 0 0,-9 1 5 15,-6-4 3-15,-4 4 0 16,0-4 0-16,-4-4 2 16,2-5-2-16,-5 0 1 15,1-3-1-15,-7 4 0 16,-5 4 0-16,-4-1 0 16,-4 5 2-16,0-4 0 15,-16 5 1-15,1 0-2 16,-8 5 0-16,3 2 3 15,-6 2 0-15,2 0-1 0,-4 3-1 16,-4 6 1 0,-2 3 0-16,-4 4 7 0,-4 4-5 15,-4 6-2-15,2 3 2 16,-5 5-1-16,4 5 0 16,-4 3-4-16,6 3 0 15,1 5 2-15,0 3-4 16,3 0 2-16,3 0 0 15,4 0-1-15,3 3 0 16,6 5-11-16,7 8-43 16,2 3-43-16,-1 1-121 15,-8-3-407-15</inkml:trace>
  <inkml:trace contextRef="#ctx0" brushRef="#br0" timeOffset="142207.776">28990 12240 379 0,'0'0'20'0,"0"0"66"0,0 0 32 0,0 0-13 16,0 0-30-16,0 0-2 15,0 0-4-15,-41 108-12 16,47-55 0-16,10 7-8 16,1 4 1-16,2 2-20 15,2-3-8-15,-1-5-6 16,-1 2-3-16,-2 0 0 15,-1-3-3-15,-4-2-7 16,1-3 3-16,-4-8-1 16,-1-5 1-16,-5-6-5 15,4-5 0-15,-4-7-1 16,-2-4 2-16,1-7-2 16,-2-3-5-16,0-4-27 0,0-3-42 15,0 0-3-15,-3-3-112 16,-21-12-173-16</inkml:trace>
  <inkml:trace contextRef="#ctx0" brushRef="#br0" timeOffset="142547.196">28877 13050 565 0,'0'0'0'16,"0"0"27"-16,0 0 51 0,0 0 5 15,87 87-15 1,-57-66-20-16,0 0-13 0,0-5-4 16,-3 3-9-16,-1-6-2 15,-2-3-4-15,-2-2-3 16,-5-3-2-16,-4-2-1 16,-2-3-1-16,-2 0-1 15,-3 0 2-15,1-16 7 16,-1-2 4-16,-1-7-2 15,-1-1-6-15,-1-5-1 16,3 2-3-16,0-1-6 16,-2 5 1-16,1 2-2 15,-2 5-2-15,-1 3-2 16,1 7-43-16,-3 5-71 16,0 3-179-16</inkml:trace>
  <inkml:trace contextRef="#ctx0" brushRef="#br0" timeOffset="143169.771">29348 13423 568 0,'0'0'49'0,"0"0"41"0,0 0-25 16,0 0 7-16,-27 92 7 16,25-48-33-16,2 2 5 15,0 4-7-15,0-1-4 16,0-1-6-16,0-5-9 0,0-6-15 15,0-8-5 1,0-4-3-16,0-6-1 0,0-5-1 16,0-4-32-16,0-6-43 15,0-3-19-15,-1-1-37 16,-4-1-27-16,-2-17-326 16</inkml:trace>
  <inkml:trace contextRef="#ctx0" brushRef="#br0" timeOffset="143708.727">29228 13530 443 0,'0'0'12'16,"0"0"17"-16,0 0 44 16,99-57-4-16,-63 57-7 0,2 0-19 15,-2 4-12-15,-6 12-4 16,-6 2-3-16,-5 1-4 15,-7 3-7-15,-9 1-6 16,-3-1-1-16,-2 1 0 16,-17 0 15-16,-6-3-8 15,1-1-7-15,1-5 1 16,4-3-7-16,7-5 3 16,4-3-2-16,3-3 0 15,5 0 6-15,0 0-7 16,0-9-10-16,18-2 10 15,1-1 0-15,7 3 1 0,-1 0-1 16,0 4 2-16,0 2 3 16,-3 3 1-16,-2 0 2 15,-3 3 3-15,-1 13 1 16,-4 3 0-16,-3 5-1 16,-4 4 3-16,-5 0 8 15,0-1-2-15,0-1 2 16,-10-1 4-16,-7-4-4 15,-5-1 6-15,-3-4-13 16,-3-2-3-16,-5-3-7 16,-1-2 1-16,0-4-4 15,1-5 2-15,6 0-1 16,7 0-2-16,6-2-1 0,5-10-3 16,7-2-26-16,2-3-53 15,5-2-26-15,17-3-101 16,8-1-112-16</inkml:trace>
  <inkml:trace contextRef="#ctx0" brushRef="#br0" timeOffset="144219.778">29907 13579 528 0,'0'0'51'0,"0"0"107"0,0 0-65 0,0 0-7 15,0 0-51 1,0 0-15-16,-73-31-4 0,58 47-4 16,1 3 1-16,7 6 4 15,-2 2-2-15,6 2 4 16,2-3-3-16,1 3 1 16,0-5-6-16,0-4-5 15,0-5-6-15,4-5-1 16,6-6 1-16,4-4 2 15,4 0 11-15,0-3-10 16,1-11-3-16,-2-4-4 16,-2-4 1-16,-2 3-1 15,-3-1 1-15,-4 1 1 16,-3 3 2-16,-3 2 0 16,2 2 1-16,-2 7 1 0,0 0 6 15,1 5 5-15,1 0 3 16,1 0-16-16,3 5 5 15,3 12 4-15,-2 2 4 16,-1 4 2-16,0 4-1 16,-1-3-2-16,0 1-3 15,-2-4-3-15,2-4 0 16,-2-2-4-16,-1-4-1 16,-1-4 1-16,1-3-2 15,-1-3-23-15,2-1-67 16,7 0-97-16,4-2-9 15,2-19-158-15</inkml:trace>
  <inkml:trace contextRef="#ctx0" brushRef="#br0" timeOffset="144811.675">30259 13493 238 0,'0'0'366'0,"0"0"-227"0,0 0 24 0,0 0-62 16,0 0-55-16,0 0-41 15,-25-55 9-15,5 67-13 16,0 10 0-16,-2 1 1 16,6 0-1-16,6 1-1 15,5-1-3-15,5-1 3 16,0 1 2-16,5-3-1 0,11-2 1 16,7-3 2-16,0-3-1 15,3-3 2-15,-5 2-2 16,-2-3-2-16,-1 0-1 15,-8 4 1-15,-2-1 1 16,-5 2-1-16,-3 1 3 16,0 0-4-16,-9 1 12 15,-10 1 5-15,-1-3-12 16,-2-2-1-16,1-2-1 16,3-3-1-16,8-6-2 15,2 0 0-15,5 0-1 16,3-11-8-16,0-8-18 0,3-7-12 15,15-4 27 1,6-2-5-16,0 0 0 0,1 5 5 16,2 3 6-16,-2 4 6 15,0 1 1-15,-2 4 0 16,-1 4 4-16,-2 3 6 16,-7 2 6-16,0 6 2 15,-3 0 0-15,-4 0-10 16,3 8 11-16,-1 6 4 15,-2 2-6-15,0-1-1 16,-1-3-4-16,0 2-5 16,-4-3-3-16,2-3-4 15,0-2 1-15,-3-3-2 16,0-2-12-16,0-1-57 16,0 0-17-16,-3 0-97 0,-8-7-234 15</inkml:trace>
  <inkml:trace contextRef="#ctx0" brushRef="#br0" timeOffset="144963.92">30500 13398 618 0,'0'0'56'0,"0"0"31"0,0 0-87 0,0 0-78 0,0 0-121 15</inkml:trace>
  <inkml:trace contextRef="#ctx0" brushRef="#br0" timeOffset="145441.611">30762 13397 579 0,'0'0'139'16,"0"0"2"-16,0 0 5 15,0 0-48-15,0 0-43 16,-66 72-19-16,62-45-14 15,0 1-10-15,4-1 1 16,2-3-4-16,9-4-5 16,4-1 0-16,1-5-4 15,2-2 2-15,3-5 0 16,1-6 1-16,2-1-3 0,-1 0-1 16,0-13 0-16,0-2 1 15,-1-7 0-15,-5 4 0 16,-3-6 0-16,-5-2 0 15,-3 3 0-15,-3 0 0 16,-3 7-1-16,0 1 1 16,0 7 0-16,0 2 2 15,0 3 1-15,0 3 0 16,0 0-3-16,0 0-4 16,0 12 4-16,0 5 0 15,4 1 6-15,3-1 0 16,0 1-1-16,2-4-3 15,0-1 1-15,3-5 0 16,2-2-2-16,3-4 2 0,3-2 0 16,4 0-1-1,4-5-2-15,0-7 0 0,1-3-5 16,-7 0-14-16,-5-2-30 16,-6-4-69-16,-5-5-35 15,-6-1-169-15</inkml:trace>
  <inkml:trace contextRef="#ctx0" brushRef="#br0" timeOffset="145585.076">31123 13271 515 0,'0'0'51'0,"0"0"46"0,0 0-75 0,0 0-22 15,0 0-31-15,0 0-108 16,61-3-123-16</inkml:trace>
  <inkml:trace contextRef="#ctx0" brushRef="#br0" timeOffset="145810.898">31272 13264 214 0,'0'0'96'0,"0"0"85"15,0 0-23-15,0 0-9 16,0 0-31-16,0 0-65 16,12 7 34-16,-9 10-6 15,2 4-16-15,-1 4-13 16,1 3-12-16,2 3-3 15,-1-2-12-15,-2 2-12 0,-1-2-5 16,0-3-5-16,0-5 0 16,2 0-2-16,2-7-2 15,-2-3-3-15,1-3-35 16,-3-4-48-16,-3-4-67 16,0 0-68-16,0-2-196 15</inkml:trace>
  <inkml:trace contextRef="#ctx0" brushRef="#br0" timeOffset="146167.981">31232 13432 498 0,'0'0'209'0,"0"0"-122"0,0 0 19 16,0 0-76-16,0 0-7 15,103-18-14-15,-65 11-5 16,-3-2-4-16,1 0-8 15,-2-1-56-15,-3 0-8 16,-5 0-21-16,-13 1 34 16,-10 1 53-16,-3 2 6 15,0 2 0-15,-6 2 47 16,-3 2 3-16,0 0 22 16,1 0 10-16,8 9-28 15,0 2-16-15,0 1-1 16,7 2-10-16,6-1-14 0,5-6-10 15,2-2 2 1,3-4-5-16,4-1-30 0,0 0-53 16,0 0-13-16,-7-9-44 15,-3-4 33-15,-5-1-47 16,-3-5-39-16,-3 2 18 16</inkml:trace>
  <inkml:trace contextRef="#ctx0" brushRef="#br0" timeOffset="146588.664">31745 13283 139 0,'0'0'159'16,"0"0"30"-16,0 0-44 15,0 0-27-15,0 0-38 16,0 0-58-16,-10-3 2 16,7 26 29-16,1 8-13 15,2 4-10-15,0 3 2 0,0 1 0 16,0 2 7 0,0 0 11-16,5-1-6 0,10-4-2 15,-5 1-10-15,3-1-5 16,-4 0-6-16,1-1-6 15,-2-4-10-15,-2-4 2 16,0-6-5-16,-3-7-1 16,-1-1 0-16,-2-6 1 15,0-2-2-15,0-3 1 16,0-2-1-16,0 0 3 16,0 0 2-16,0 0 6 15,-8-7-9-15,-5 0 0 16,1-1-2-16,-3-1 1 15,0-1-1-15,0-1 0 0,2 0 0 16,-1-1 1-16,1-2-1 16,4 0 0-16,0 0 0 15,2 2 0-15,2 0 0 16,4 1 0-16,1-2-3 16,0 1-3-16,1 1-24 15,14-1-33-15,3-1-64 16,4-4-144-16,5-3-399 15</inkml:trace>
  <inkml:trace contextRef="#ctx0" brushRef="#br0" timeOffset="147848.556">32226 13273 511 0,'0'0'117'0,"0"0"71"0,0 0-33 15,16-78-39-15,-16 71-41 16,0 3-23-16,0 4-29 16,-3 3-14-16,-10 17 1 15,1 7-6-15,2 7 0 16,6-1-2-16,1-4 0 15,3-2 0-15,0-4-2 16,6-7-4-16,8-10-8 16,5-5-5-16,2-1 3 15,6-6-9-15,0-12-5 16,-4-5-8-16,-2-3 14 16,-12 3 8-16,-9 0 11 0,0 1-11 15,-7 7-17-15,-16 5 31 16,-2 5 20-16,-2 5-5 15,8 0 2-15,5 1-3 16,5 7-4-16,9-1-10 16,0 2-5-16,8-4 5 15,22-2 22-15,7-3-22 16,5 0-53-16,1-3-17 16,-5-12-23-16,-4-5-8 15,-7-7 32-15,-8-2 30 16,-7-2 39-16,-9-3 1 0,-3 0 1 15,0 2 17 1,0 2 28-16,0 3 23 0,-3 3 17 16,-3 9-19-16,1 3-8 15,4 3-11-15,-1 4-10 16,1 4-5-16,1 1-23 16,0 1-10-16,0 21-1 15,0 5 14-15,0 10 1 16,0 6 5-16,0 2 7 15,4 2 4-15,4 1 1 16,0-2-14-16,-3-2-2 16,1-2-4-16,-3-5-12 15,0-2 5-15,0-4-4 0,2-3 0 16,1-5-1 0,2-5 1-16,0-7-2 0,0-4-11 15,-1-4-38-15,0-3-36 16,-4 0-20-16,-1-17-73 15,-2-10-203-15</inkml:trace>
  <inkml:trace contextRef="#ctx0" brushRef="#br0" timeOffset="147977.668">32563 13240 571 0,'0'0'29'0,"0"0"-9"0,0 0-14 15,0 0-6-15,95-42-206 0</inkml:trace>
  <inkml:trace contextRef="#ctx0" brushRef="#br0" timeOffset="148452.441">31729 13879 589 0,'0'0'117'16,"0"0"47"-16,0 0-60 15,0 0-84-15,0 0-19 16,0 0 43-16,-6 69-1 15,6-39 2-15,0 1-11 16,0-3-20-16,0 1-7 0,0-4-4 16,0-5-1-16,-2-4-2 15,1-4-23-15,1-6-47 16,0-4-20-16,0-2-56 16,0 0 39-16,0-11-40 15,0-9-126-15,0-5 61 16</inkml:trace>
  <inkml:trace contextRef="#ctx0" brushRef="#br0" timeOffset="148668.659">31740 13880 123 0,'0'0'164'15,"0"0"-22"-15,0 0 2 0,0 0-20 16,0 0-61 0,0 0-47-16,41-23-3 0,-26 52 54 15,3 3 0-15,-1 3-4 16,2 2-12-16,-2-1-17 15,0-1-1-15,-1 0-15 16,-2-8-12-16,-1 2-2 16,-5-8-4-16,-4-5 0 15,-2-4-51-15,-2-5-68 16,0-6-129-16,0-1-127 16</inkml:trace>
  <inkml:trace contextRef="#ctx0" brushRef="#br0" timeOffset="148855.508">31729 14066 636 0,'0'0'142'0,"0"0"-111"16,0 0 41-16,0 0 3 15,0 0-36-15,0 0-32 16,118-5-7-16,-66-2-140 15,-4-1-97-15,-2-4-247 16</inkml:trace>
  <inkml:trace contextRef="#ctx0" brushRef="#br0" timeOffset="149246.103">32133 13941 564 0,'0'0'119'0,"0"0"58"0,0 0-49 15,0 0-47-15,0 0-33 16,0 0-9-16,-65 57-3 15,65-30-16-15,0-4 1 16,10 2-6-16,2-2-7 16,1-6-3-16,2-3-1 15,0-5 3-15,0-6-3 16,-1-3 0-16,0 0 1 16,0-7-5-16,-1-7-6 15,-4-4-5-15,-1-3 0 16,-4-1-3-16,-1 1 3 0,0 1 2 15,-3 7 9 1,0 5 1-16,0 5 0 0,0 2 1 16,0 1-2-16,0 0-2 15,0 4-9-15,0 10 11 16,3 3 6-16,1-2-3 16,4 0 5-16,1-2-4 15,4-3-2-15,2-5-2 16,8-3-5-16,3-2-67 15,4 0-65-15,11-6-109 16,3-6-24-16,0-5-62 16</inkml:trace>
  <inkml:trace contextRef="#ctx0" brushRef="#br0" timeOffset="149448.758">32593 13968 389 0,'0'0'266'16,"0"0"-1"-16,0 0-134 15,0 0-69-15,0 0-25 0,0 0-2 16,-90-3-19-16,78 16-7 15,3 6-9-15,2-2-2 16,7-2 1-16,0-3-1 16,0 0-21-16,0-5-42 15,7-3-3-15,4-2-12 16,3-2 10-16,1-2-29 16,3-15-42-16,-1-5 7 15,-1-6-17-15,-4-5-41 16</inkml:trace>
  <inkml:trace contextRef="#ctx0" brushRef="#br0" timeOffset="149671.61">32603 13826 198 0,'0'0'217'16,"0"0"-3"-16,0 0-74 0,0 0-32 15,0 0-29-15,0 0-45 16,-19-14-11-16,13 35 37 16,4 5-9-16,-1 6-9 15,3 2-8-15,0 1-3 16,0 2 2-16,0-4 1 15,0 3-9-15,0-2-8 16,3-5-9-16,2-3-4 16,1-6-2-16,1-8-2 15,3-2-23-15,2-7-74 16,3-3-57-16,-4 0-172 16,-2-20-349-16</inkml:trace>
  <inkml:trace contextRef="#ctx0" brushRef="#br0" timeOffset="150395.1">32960 12677 458 0,'0'0'94'0,"0"0"64"15,0 0-54-15,11-73-14 16,-2 73-46-16,2 0-25 16,2 17-16-16,-1 16 2 15,-3 14-1-15,-2 8-2 16,-7 6-1-16,0 4 4 15,0 1-2-15,-5 3-1 16,0-6-1-16,2-3 2 16,3-11 0-16,0-6 1 15,0-11-2-15,0-8 1 16,13-7-1-16,4-8 0 16,5-7-2-16,2-2-9 0,-4 0-28 15,-4-5-40-15,-7-5-7 16,-4 2 6-16,-5 0 8 15,0 3 22-15,0 5 0 16,-15 0 48-16,-3 3 28 16,-2 17 25-16,7 2-16 15,-1 10 5-15,3 4-8 16,5 6 8-16,1 3-7 16,5 5-2-16,0 5 22 15,0 4-31-15,0 4-12 16,0 1 0-16,0-5 2 15,0-3 15-15,0-9 2 0,0-5 13 16,0-5-7-16,0-4 5 16,0-7-17-16,0-4-6 15,0-4-4-15,0-2-9 16,-3-3-4-16,-2-3-2 16,-3-1 6-16,-1-5-1 15,-3 1 12-15,-4-3-13 16,-3-2 5-16,-1 0-4 15,2 0-5-15,4 0 0 16,0-11 0-16,11-5-29 16,1-8-59-16,2-5-84 15,5-14-282-15</inkml:trace>
  <inkml:trace contextRef="#ctx0" brushRef="#br0" timeOffset="150574.928">33200 13598 685 0,'0'0'48'0,"0"0"8"0,0 0-20 16,0 0-21-16,97-15-15 15,-79 15-71-15,-9 0-182 16</inkml:trace>
  <inkml:trace contextRef="#ctx0" brushRef="#br0" timeOffset="150706.021">33203 13812 154 0,'0'0'350'16,"0"0"-245"-16,0 0 94 16,0 0-139-16,83-29-60 15,-41 7-14-15,0-4-163 16,-2 0-197-16</inkml:trace>
  <inkml:trace contextRef="#ctx0" brushRef="#br0" timeOffset="150947.652">33667 13340 517 0,'0'0'139'15,"0"0"44"1,0 0-44-16,0 0-53 0,0 0-72 15,0 0 4-15,-8 37 55 16,2 0-15-16,0 5-2 16,-1 3 0-16,3-1-22 15,-4-4-15-15,2-1-11 16,1-6-5-16,0-4-2 16,3-2-1-16,2-1-26 15,0-6-103-15,0-4-314 16</inkml:trace>
  <inkml:trace contextRef="#ctx0" brushRef="#br0" timeOffset="180099.613">21755 16380 587 0,'0'0'54'0,"0"0"6"0,-7-86 27 0,-5 66 31 0,-2 6-35 0,2 6-64 16,-4 8-15-16,-5 2 15 15,-7 27 4-15,-7 14-17 16,-1 12 6-16,4 6 3 16,9 2 1-16,10-1-6 15,13-5-10-15,0-5 4 16,12-8-3-16,9-9 4 16,4-7-5-16,3-9 3 0,2-6-3 15,0-10-35 1,6-3-43-16,1-6-67 0,2-16-109 15,-5-7-224-15</inkml:trace>
  <inkml:trace contextRef="#ctx0" brushRef="#br0" timeOffset="180355.201">22055 16213 53 0,'0'0'650'0,"0"0"-633"15,0 0 10-15,0 0 19 0,0 0 19 16,-2 114-16-16,2-64-11 16,0 1-5-16,0 1-4 15,5 2-7-15,-2 2-10 16,4-2-7-16,-5-5 0 16,1-6-4-16,-2-11 1 15,-1-5-2-15,2-10-6 16,-1-9-36-16,2-5-64 15,2-3-119-15,5-14-17 16</inkml:trace>
  <inkml:trace contextRef="#ctx0" brushRef="#br0" timeOffset="180581.882">22231 16281 645 0,'0'0'34'15,"0"0"7"-15,0 0 37 16,-21 103-14-16,21-59-10 16,0 0-24-16,0-2-10 15,12-2-7-15,1-6-5 16,-2 0-6-16,-1-8 0 16,-4-2-2-16,-1-4-2 15,-2-5-55-15,-3-6-102 16,0-6-149-16</inkml:trace>
  <inkml:trace contextRef="#ctx0" brushRef="#br0" timeOffset="180770.771">22094 16573 785 0,'0'0'13'0,"0"0"33"16,0 0 47-16,0 0-50 15,0 0-22-15,0 0-15 16,109 24-3-16,-60-30-3 16,-4-5-90-16,4-1-63 15,-9-2-105-15</inkml:trace>
  <inkml:trace contextRef="#ctx0" brushRef="#br0" timeOffset="181173.007">22537 16432 694 0,'0'0'101'0,"0"0"29"16,0 0-52-16,0 0-24 16,0 0-2-16,-18 83-21 15,10-44-10-15,-1 5-8 16,-1 1-7-16,1-1-2 16,0-1-2-16,-1-5 0 15,-1-5-2-15,4-7 2 16,-1-5 0-16,4-7-2 15,3-7 0-15,-2-4-3 0,3-3-2 16,0 0 5-16,0 0 5 16,-2-4-5-16,1-6 0 15,1 3-3-15,0-3-3 16,0 0-2-16,0-1 8 16,1 0 0-16,9 3 3 15,4 0 0-15,2 3-1 16,-1 0-1-16,6 4-1 15,-1 1 1-15,2 0 0 16,2 0-1-16,-1 0 0 16,2 0-1-16,0 1 1 15,-3 2-29-15,3-3-68 16,-5 0-47-16,2 0-48 0,-7 0-117 16</inkml:trace>
  <inkml:trace contextRef="#ctx0" brushRef="#br0" timeOffset="181418.919">22732 16524 683 0,'0'0'95'0,"0"0"39"0,0 0-32 0,0 0-70 0,0 0 26 0,-33 86-9 15,33-41-20-15,0 2-2 16,0 0 1-16,0 0-2 15,0-5-12-15,0-2-7 16,0-5-2-16,0-7-2 0,0-1 0 16,4-5-1-16,-1-6-2 15,1-5-20-15,3-5-82 16,1-6-120-16,-2 0-212 16</inkml:trace>
  <inkml:trace contextRef="#ctx0" brushRef="#br0" timeOffset="181820.667">23283 16122 762 0,'0'0'95'0,"0"0"12"15,0 0-64-15,0 0-27 16,0 72 47-16,0-26-32 15,0 5 3-15,0 3-4 0,0-5-7 16,0-3-11-16,0-6-4 16,0-3-5-16,0-5 0 15,0-4-1-15,0-7-2 16,-3-5-3-16,3-7-64 16,-5-9-30-16,-1 0-144 15,-4-12-205-15</inkml:trace>
  <inkml:trace contextRef="#ctx0" brushRef="#br0" timeOffset="181998.562">23077 16402 888 0,'0'0'36'16,"0"0"6"-16,0 0 29 15,0 0-20-15,0 0-25 16,0 0-15-16,116 0-6 15,-70 0-5-15,5 0-112 16,-6-1-170-16,-3-3-413 16</inkml:trace>
  <inkml:trace contextRef="#ctx0" brushRef="#br0" timeOffset="182424.578">23848 16226 851 0,'0'0'119'0,"0"0"5"16,0 0-73-1,0 0-27-15,0 0-17 0,-85 44-3 16,67-8 1-16,6 4-1 16,5-2-2-16,4 0-1 15,3-5 3-15,0-4 1 16,3-3-2-16,6-8-3 15,6-5 0-15,4-7-2 16,2-6-6-16,6 0-15 16,3-7-5-16,0-16 10 15,-3-4 10-15,2-4 8 16,-6-6 1-16,-7-2 1 16,-4-4 0-16,-8-2 7 0,-4 1 10 15,0 4 11-15,-4 3 7 16,-11 7-3-16,-3 8 2 15,2 6 3-15,-1 4-13 16,-2 4-3-16,0 6-23 16,-1 2 0-16,-1 5-5 15,1 15-2-15,6 7-24 16,3 2-39-16,10 7-75 16,1-4-227-16</inkml:trace>
  <inkml:trace contextRef="#ctx0" brushRef="#br0" timeOffset="183459.509">24215 16355 561 0,'0'0'374'0,"0"0"-365"0,0 0 114 0,0 0-38 0,0 0-34 15,0 0-42-15,-13-37-1 16,23 25-4-16,-1 1 2 16,0 6-2-16,-3 2-3 15,0 0-1-15,-1 3-2 16,-4 0 2-16,6 11 0 0,-2 3 1 16,-2 3 0-16,-2-1 1 15,1-1-1-15,-2 1-1 16,0-3 1-16,0-5-1 15,0-2-1-15,0-4 0 16,0-2 2-16,0 0-1 16,0 0 7-16,0-7 0 15,0-7-7-15,0 0 1 16,0 6 1-16,0 4-1 16,0 1 0-16,0 3-2 15,0 0-10-15,0 11 0 16,0 7 10-16,5 3 2 15,-4-1 0-15,4-1 1 16,-5-4-2-16,0-5-3 0,0-3 0 16,0-3 2-16,0-4 1 15,0 0 0-15,0-3 13 16,-5-10-13-16,0-6 2 16,4-1 1-16,-1 4-1 15,2 3 4-15,0 4-2 16,0 5 2-16,0 4 0 15,0 0-6-15,0 0-11 16,0 10 9-16,0 4 2 16,0 1 1-16,0-3 0 15,0-2-2-15,0-5 0 16,0-3-7-16,0-2 8 16,0 0 0-16,0 0 7 0,0-8-5 15,0-10 0-15,0-4-1 16,0-1-1-16,0 1-1 15,0 1-1-15,8 7-5 16,3 5 5-16,2 9-12 16,-1 0 13-16,7 9-3 15,-4 16 3-15,5 5 1 16,-7 6 0-16,-4 1 0 16,-6 3 1-16,-3 2-1 15,0 0 0-15,-15-1 1 16,-3-5-1-16,-3-2-1 15,-6-4 1-15,-1-9 1 16,-2-4 0-16,6-10-1 0,2-6 2 16,6-1-1-16,5-1 4 15,2-13-5-15,2-3 6 16,2-3 12-16,5-1-4 16,0 0-5-16,0-3 1 15,0 5 1-15,5 1-7 16,3 8-4-16,-2 4 2 15,2 6-2-15,4 0 0 16,0 2-1-16,3 14-1 16,1 2 2-16,2 2 3 15,-1-1-3-15,-1 1 1 16,-1-4-1-16,0 1 1 0,0-9-1 16,2-1 0-16,2-2 0 15,6-5-59-15,3 0-89 16,-1 0-174-16</inkml:trace>
  <inkml:trace contextRef="#ctx0" brushRef="#br0" timeOffset="184262.794">25194 16064 169 0,'0'0'389'0,"0"0"-370"16,0 0 49-16,0 0 30 0,0 0-58 16,0 0-23-16,0 0 16 15,-5 20 12-15,26-15-1 16,5 0-2-16,12-3-19 15,3-2-14-15,4 0-2 16,5 0-5-16,-1 0-1 16,1 0 3-16,-1-4-3 15,-3 0 2-15,0 0-3 16,-7 4 1-16,-4-2-1 0,-5 2-2 16,2 0 2-16,-2 0 1 15,2 0-1-15,-3 0 1 16,0 0-1-16,-1 2 0 15,-3 2 0-15,-2-3-16 16,-5-1-49-16,-4 0-86 16,-6 0-69-16,-6-1-94 15</inkml:trace>
  <inkml:trace contextRef="#ctx0" brushRef="#br0" timeOffset="184736.294">25834 15893 720 0,'0'0'61'0,"0"0"-61"15,0 0 7-15,0 0 98 16,0 0-59-16,21 89-20 16,8-66 0-16,7-5-5 15,3-4-11-15,0 1-5 16,3-8-2-16,-3 1-1 15,-5-6-1-15,-1 1-1 16,-8-3-31-16,-4 0-24 16,-3 0 24-16,-3-5 23 15,-5-4 8-15,-2 0 4 16,-5-1 2-16,-2 0 15 16,-1 3 19-16,0 1-5 0,0 2 2 15,0 2-10-15,-3 2-8 16,-7 0-12-16,-6 7-7 15,-3 9 3-15,-1 7 3 16,-3 3 0-16,2 3 5 16,-1 0 8-16,-2 1 11 15,2 4-9-15,2-2-2 16,1-2-6-16,2-6-4 16,6-3-4-16,3-7 0 15,4-5-3-15,4-3-2 16,0-3 0-16,0-3-24 15,6 0-94-15,14-13-74 0,7-13-341 16</inkml:trace>
  <inkml:trace contextRef="#ctx0" brushRef="#br0" timeOffset="185078.641">26958 15822 657 0,'0'0'73'0,"0"0"47"0,0 0-10 15,0 0-33-15,0 0-44 0,0 0-30 16,-102-31 1-16,68 55 0 15,-2 8 0-15,6 4 3 16,5 7 5-16,7 0 18 16,6 1-3-16,9-5-10 15,3-2-9-15,0-4-2 16,3-5-3-16,18-6 0 16,1-6-3-16,8-7-8 15,9-9-79-15,4 0-99 16,5-9-160-16</inkml:trace>
  <inkml:trace contextRef="#ctx0" brushRef="#br0" timeOffset="185470.607">27262 15852 819 0,'0'0'34'0,"0"0"-10"16,0 0 53-16,-81 45-35 15,65-15-7-15,7-1-24 16,6 3-2-16,3-3-7 16,0-2 1-16,0-4-2 15,6-4 2-15,6-4-1 16,3-5 2-16,3-6-4 16,6-4-16-16,-1 0-20 0,6-6-13 15,-1-9-27-15,0-5 58 16,1-5 18-16,-7 1 4 15,-3-6 7-15,-6-2 20 16,-6 0 6-16,-7 1 2 16,0 3 5-16,0 1 4 15,-9 6 12-15,-6 5-16 16,-4 5-23-16,-5 5-15 16,-2 6-5-16,-4 0 1 15,4 10-2-15,2 11-4 16,5 5-32-16,10 1-84 15,4-2-172-15</inkml:trace>
  <inkml:trace contextRef="#ctx0" brushRef="#br0" timeOffset="186333.248">27797 16002 645 0,'0'0'129'0,"0"0"-96"0,0 0 107 16,0 0-52-16,0 0-45 0,0 0-27 16,25-41-4-1,-9 41 4-15,-3 0-6 0,-1 0 0 16,-4 4-6-16,-1 4-3 15,-4 1-1-15,-3-1 5 16,0 2-3-16,0-1-1 16,0-1-1-16,-7 1-3 15,-4-6 0-15,-1-3-5 16,2 0 4-16,2 0 4 16,2 0 1-16,1 0 1 15,3 0-2-15,0 0 11 16,2 0-4-16,0 0-7 0,0 4-10 15,0 2 7 1,0 4 3-16,0-1 0 0,0 1 2 16,0 0-1-16,0-4 0 15,0-1-1-15,0-3 0 16,0-2-11-16,-3 0 11 16,0 0 2-16,-1-5 2 15,1-9-3-15,-2-4-1 16,5-3 0-16,0 5 4 15,0 3 3-15,6 1 1 16,2 4 4-16,4 6-5 16,-2 2-7-16,4 0-3 15,0 15 3-15,2 7-1 16,-3 2 1-16,-6 5 0 16,-1 0 0-16,-4 1 0 15,-2 1 2-15,0 4-1 0,-12-5 0 16,-6 0-1-16,-3-6 3 15,-1-5-1-15,-2-6-2 16,0-7-4-16,4-6-4 16,3 0-1-16,3-8 9 15,2-8 1-15,3-2-1 16,3-2 3-16,5 3 0 16,-1 3-1-16,2 3 3 15,0 3 4-15,0 3 1 16,3 1-7-16,9 4-3 15,6 0 1-15,2 0-2 0,4 9-1 16,-2 9 2-16,0 3 0 16,-2 2 2-16,-3-1-2 15,-1 2 0-15,-2-5-3 16,-2-3 3-16,-1-4-2 16,2-5-6-16,2-3-44 15,2-4-42-15,2 0-115 16,0 0-152-16</inkml:trace>
  <inkml:trace contextRef="#ctx0" brushRef="#br0" timeOffset="186655.884">28446 15688 650 0,'0'0'38'0,"0"0"16"0,0 0 60 0,0 0-93 16,0 0 17-16,0 0 22 15,0 92 2-15,0-52-14 16,3 2-2-16,3 3-11 16,-3 0-6-16,-1 0 2 15,-1-5-13-15,-1-1-6 16,0-8-6-16,2-4-3 15,-2-6-1-15,1-6-1 0,1-7-1 16,0-6 0-16,-1-2-13 16,3-3-25-16,-4-17-52 15,0-10-114-15,0-9-180 16</inkml:trace>
  <inkml:trace contextRef="#ctx0" brushRef="#br0" timeOffset="186902.887">28423 15587 523 0,'0'0'29'16,"0"0"33"-16,-63 92 42 16,41-52-41-16,1 2-10 0,6-6-11 15,-1-3 2-15,3-6-13 16,6-5-11-16,1-8-13 15,3-7-2-15,3-7-1 16,0 0-4-16,0 0-32 16,7-16-99-16,10-9-51 15,1-7-50-15,-2-9-140 16</inkml:trace>
  <inkml:trace contextRef="#ctx0" brushRef="#br0" timeOffset="187067.598">28403 15599 116 0,'0'0'589'0,"0"0"-462"0,0 0-22 15,0 0-75-15,0 0 43 16,0 0-20-16,76 57-29 16,-55-29-1-16,5-1 4 15,2 0-13-15,2-2-8 16,-2-2-4-16,-4-1-2 16,-7-2-7-16,-7-3-92 15,-10-5-207-15</inkml:trace>
  <inkml:trace contextRef="#ctx0" brushRef="#br0" timeOffset="187538.892">29437 15757 484 0,'0'0'106'0,"0"0"25"0,0 0 8 0,0 0-20 16,0 0-81-16,0 0-20 15,0 37 32-15,0-1-11 16,0 1 4-16,0 2-8 15,5 0-20-15,4-1-4 16,2-4-7-16,-2-2-1 16,0-6-3-16,0-5-4 15,-1-2-47-15,-2-7-66 16,0-6-98-16,-3-6-165 16</inkml:trace>
  <inkml:trace contextRef="#ctx0" brushRef="#br0" timeOffset="187735.209">29306 15893 587 0,'0'0'19'16,"0"0"38"-16,0 0 24 15,0 0-32-15,0 0-8 0,103 58-23 16,-51-58-10-1,2 0-8-15,5 0-77 0,-2-7-196 16</inkml:trace>
  <inkml:trace contextRef="#ctx0" brushRef="#br0" timeOffset="187990.593">30031 15694 753 0,'0'0'77'16,"0"0"-54"-16,0 0 10 16,0 0 48-16,0 0-7 15,-15 87-27-15,15-48-4 16,0-2-15-16,0 2-4 0,0-1-3 16,1-2-12-16,-1 0-7 15,0-5 2-15,0-4 1 16,0-5-5-16,0-3-20 15,3-6-89-15,3-9-151 16,5-4-212-16</inkml:trace>
  <inkml:trace contextRef="#ctx0" brushRef="#br0" timeOffset="188245.141">30290 15693 663 0,'0'0'222'16,"0"0"-173"-16,0 0 21 0,0 0-57 16,0 0 35-16,0 0-14 15,-7 88 10-15,14-49-13 16,2-3-8-16,2 2-9 16,-3 2-3-16,0-4-5 15,-2 0-4-15,-3-5 2 16,0-3-2-16,-1-5-2 15,-1-7-31-15,1-5-71 16,1-6-103-16,-2-5-171 16</inkml:trace>
  <inkml:trace contextRef="#ctx0" brushRef="#br0" timeOffset="188425.206">30116 15956 930 0,'0'0'66'0,"0"0"-43"16,0 0 57-16,0 0-34 15,0 0-46-15,0 0-30 16,66-5-14-16,-23 1-157 16,2 1-219-16</inkml:trace>
  <inkml:trace contextRef="#ctx0" brushRef="#br0" timeOffset="189187.711">30672 15939 773 0,'0'0'108'16,"0"0"57"-16,0 0-68 16,0 0-34-16,0 0-40 15,0 0-23-15,-4-9 0 16,7 9 1-16,9 0 12 15,4 0 1-15,-2 4-8 16,-3 0-4-16,-1 2 2 16,-6-1-4-16,-1-2 0 15,-3 3 0-15,0-1-2 16,0 0-4-16,-10 2-11 0,-4-3 14 16,4 0 0-16,1 1 2 15,1-3 0-15,1 1 1 16,1-1-1-16,6-1 1 15,0-1 1-15,0 0 4 16,0 0 2-16,0 0 1 16,0 0 3-16,0 0 1 15,0 0-4-15,0 0-4 16,0 0-4-16,0 0 3 16,0 0-3-16,0 0 0 15,0-10-7-15,0-4-3 16,0-2 3-16,0 3 6 15,9-1-1-15,3 2 2 16,-3 2-8-16,5 7 8 0,2 3 1 16,1 0-1-1,1 10 1-15,-1 13-2 0,-1 3 1 16,-4 4 0-16,-3 3-1 16,-6-1 1-16,-3-1 0 15,0-1 1-15,-4 0-1 16,-13-5 1-16,-2 1 0 15,-8-4 2-15,-3-4-2 16,-3-7-1-16,3-5-4 16,7-6-14-16,3 0 12 15,7-10 6-15,4-4 0 0,0-1 0 16,6-1 2 0,3 2 1-16,0 0 5 0,0 2-2 15,0 5 0-15,6 1-1 16,7 2-1-16,5 4-4 15,0 0-1-15,7 0 0 16,-4 5 1-16,0 7 0 16,-1 3 0-16,-7-1-1 15,2-3 1-15,-5-1 0 16,4-3-10-16,-4-3-59 16,2-2-61-16,3-2-74 15,0 0-161-15</inkml:trace>
  <inkml:trace contextRef="#ctx0" brushRef="#br0" timeOffset="189571.869">31058 15873 670 0,'0'0'18'0,"0"0"12"0,0 0 46 0,0 0-14 16,-32 90-21-16,32-56-22 15,7-2 1-15,5-3 1 16,9-8-6-16,-3-5-3 16,3-6-2-16,3-8 3 15,1-2-1-15,2 0-2 16,3-6-4-16,0-11 0 0,0 0-1 16,0-7 6-16,-4-4 16 15,-5-5 7-15,-6 2 17 16,-5-1 0-16,-10 6-7 15,0 5 17-15,-8 3 9 16,-15 3-15-16,-10 7-43 16,-4 7-11-16,-3 1 1 15,3 0-2-15,4 14-1 16,3 4 0-16,11 1-4 16,7 4-24-16,8 0-81 15,4-6-146-15,0-7-775 16</inkml:trace>
  <inkml:trace contextRef="#ctx0" brushRef="#br0" timeOffset="191342.778">26701 16654 437 0,'0'0'31'0,"0"0"-27"0,0 0 1 0,0 0 69 15,0 0-5-15,0 0-15 16,-28 16 8-16,51-9-1 16,13-2 1-16,18-4-18 15,13-1-12-15,13 0-11 16,10-6-8-16,8-4-1 15,7-3-1-15,4 2-1 16,1-2-2-16,-1 1-4 16,-7 1 4-16,-10 1-1 15,-10 4-3-15,-18 2-1 16,-17 4-1-16,-17 0 1 16,-16 0-3-16,-9 0-3 0,-5 6-32 15,0 1-60-15,-18 3-18 16,-15 0-53-16,-10-3-246 15</inkml:trace>
  <inkml:trace contextRef="#ctx0" brushRef="#br0" timeOffset="191793.896">26751 16878 495 0,'0'0'9'0,"0"0"-4"15,0 0 45-15,0 0 41 16,0 0 3-16,87 16-50 16,-33-16-5-16,9 0 0 15,4 0 1-15,7-3-10 16,7-3-13-16,7-1-1 15,3 1-2-15,6 1 4 16,-8-1-5-16,-1 0 8 16,-7 2 0-16,-6-2 0 15,-10 2 1-15,-8-2 3 16,-11 2-5-16,-9-3-1 0,-11 3-6 16,-5 3 4-1,-7-2-3-15,-6 2-2 0,-5-1-1 16,-1 2 4-16,-2 0 4 15,0 0-4-15,0-1-3 16,0 1-4-16,0-3-4 16,0 3 1-16,0-4-5 15,0 0-12-15,0 1-59 16,0-5-87-16,-5-6-190 16</inkml:trace>
  <inkml:trace contextRef="#ctx0" brushRef="#br0" timeOffset="192632.794">30353 16491 64 0,'0'0'341'0,"0"0"-331"0,-83 0-5 0,62 0 71 16,6 0 28-16,9 0-30 0,6 0-13 16,0 0 30-1,0 0-29-15,13 0-23 0,20 0 1 16,24 0-19-16,14-1 6 15,16-2-16-15,11 0-4 16,10-1-4-16,2-1 2 16,4 0 2-16,-1 0 0 15,-7-1 0-15,-1-1 2 16,-9 3 3-16,-12 1-2 16,-10 0-3-16,-13-3-3 15,-16 6-1-15,-16-2-1 16,-16 0 1-16,-12 2-3 0,-1 0-6 15,-8 0-38 1,-20 0-27-16,-14 0-45 0,-14 0-131 16,-3 0-155-16</inkml:trace>
  <inkml:trace contextRef="#ctx0" brushRef="#br0" timeOffset="193007.939">30371 16751 439 0,'0'0'24'0,"0"0"4"16,0 0 51-16,87 7 29 15,-37-7-45-15,7 0-10 0,13-7 12 16,3-3-9-16,8 0-18 15,3 2-13-15,0 1-5 16,3-2-5-16,-4 4-4 16,-6-1 0-16,-9 3-5 15,-8-3 4-15,-8 5 1 16,-10-2 3-16,-8 2 3 16,-8-2 3-16,-7 0-1 15,-7-1-2-15,-5 4 0 16,-4-3-1-16,-3 2-1 15,2-2-3-15,-2 0-6 0,0 0-6 16,0-2-45-16,-17-2-97 16,-12-3-252-16</inkml:trace>
  <inkml:trace contextRef="#ctx0" brushRef="#br0" timeOffset="198438.617">11747 16906 310 0,'0'0'94'0,"0"0"-63"0,0 0 29 0,0 0-14 0,0 0-23 15,0 0-5-15,0-83-3 0,0 65-1 16,0-6-4-1,0-6 1-15,3-8 2 0,6-10-1 16,2-7-3-16,6-13-4 16,3-9 2-16,4-13-1 15,6-11-2-15,4-15-3 16,-1-9-1-16,-2-4 1 16,6-7-1-16,-3-1 0 15,8-6 0-15,0-6 0 16,3-3 0-16,1-3 1 15,9 6-1-15,8 5-2 16,6 10 2-16,11 11 1 16,-1 7 0-16,-1 6-1 15,-5 7 2-15,-5 10-2 16,-3 4 0-16,-4 10 4 0,-3 5-2 16,-4 8 6-16,0 11 4 15,-7 13 14-15,-5 7 10 16,-8 5-3-16,-2 6 7 15,-10 4 0-15,-5 4-14 16,-3 5 0-16,-8 4-6 16,-3 4-2-16,-3 2 11 15,0 0-5-15,0-1-13 16,-6 1 7-16,-11-2-18 16,-3 2-34-16,-4-3-131 0,-3-3-144 15</inkml:trace>
  <inkml:trace contextRef="#ctx0" brushRef="#br0" timeOffset="198828.678">13018 13401 393 0,'0'0'142'0,"0"0"-126"16,0 0 23-16,102 67 27 15,-63-52 0-15,7-2-29 16,-1-5-20-16,-1-5-8 16,-2-2 0-16,-3-1 0 15,1 0 2-15,-7 0-1 0,-6-1-1 16,-11-2 1-16,-5 3 4 16,-4 0-4-16,-6 0-1 15,-1 8 20-15,0 10 14 16,0 7-2-16,-3 3 3 15,-7 3 1-15,1 2 2 16,3-1-11-16,-1 0-11 16,-1 3-6-16,2-3-8 15,0-1-3-15,2-3-5 16,-1-6 1-16,1-5-4 16,3-5 0-16,1-6-2 15,0-4-45-15,-3-2-84 0,-3 0-169 16</inkml:trace>
  <inkml:trace contextRef="#ctx0" brushRef="#br0" timeOffset="199775.086">11847 12327 208 0,'0'0'45'0,"0"0"50"0,0 0 12 16,0 0-8-16,-19-74-29 15,11 68-6-15,-2 3-14 0,2 0-5 16,2 2-13-16,-3 1 7 15,-5 0-3-15,0 0-3 16,-5 1 9-16,-5 13 5 16,0 9-4-16,0 8-9 15,-3 11-7-15,6 7 2 16,5 1 2-16,3 5-9 16,5 0-5-16,8 0-1 15,0-3 2-15,18-4-8 16,1-10-2-16,8-8-5 15,3-8 0-15,4-6 1 16,5-9-1-16,4-7-3 16,1 0-19-16,0-6-66 15,1-12-108-15,-3-8-241 16</inkml:trace>
  <inkml:trace contextRef="#ctx0" brushRef="#br0" timeOffset="200036.203">12247 12152 859 0,'0'0'20'16,"0"0"55"-16,0 0-35 16,0 0 21-16,-29 94-20 15,29-47-5-15,0 1 4 16,16 0-9-16,-3-2-4 0,0-7-9 15,1-2-13-15,-4-7-1 16,2-4-2-16,-3-2 0 16,0-7-2-16,-1-6-31 15,-1-8-96-15,3-3-92 16,2-3-160-16</inkml:trace>
  <inkml:trace contextRef="#ctx0" brushRef="#br0" timeOffset="200268.609">12445 12121 735 0,'0'0'53'0,"0"0"1"16,0 0-16-16,0 0 41 16,6 72-22-16,5-35-18 15,-1-1-1-15,4 1-6 16,-1-1-10-16,1-4-4 15,2-3-12-15,-3-6-2 16,-1 0 0-16,2-8-4 16,-5-1-67-16,-2-7-101 15,-4-2-137-15</inkml:trace>
  <inkml:trace contextRef="#ctx0" brushRef="#br0" timeOffset="200456.129">12381 12446 853 0,'0'0'40'0,"0"0"49"16,0 0-30-16,0 0-33 16,0 0-26-16,106-40-10 15,-60 23-120-15,3-1-77 16,-4 0-173-16</inkml:trace>
  <inkml:trace contextRef="#ctx0" brushRef="#br0" timeOffset="200853.227">12874 12218 643 0,'0'0'141'0,"0"0"9"16,0 0-85-16,0 0 22 15,0 74-21-15,0-30-25 16,0 6-7-16,0 4-15 15,0 0-10-15,0-2-1 16,0-1-5-16,0-2-3 16,-2-5 4-16,-4-9-2 15,-3-9-1-15,5-11-1 16,-2-9-5-16,0-6 3 16,0 0 2-16,-6-6 2 0,7-8-2 15,-2-5-1 1,4 1 1-16,3 0 0 0,0 3 1 15,0 2-2-15,0 4 1 16,0 5-2-16,10 2 2 16,4 2 1-16,4 0 0 15,1 0 0-15,2 0 0 16,0 5 0-16,6-2-1 16,1-3 1-16,5 0 1 15,3 0-2-15,5-3-11 16,1-12-47-16,-4 0-72 15,-9-3-54-15,-3-2-115 16</inkml:trace>
  <inkml:trace contextRef="#ctx0" brushRef="#br0" timeOffset="201117.631">13140 12344 816 0,'0'0'72'15,"0"0"59"-15,0 0-57 0,0 0-3 0,0 0-28 16,-43 95-15-16,43-54-6 16,5 6 5-16,7 8 7 15,-2 7-4-15,-1 5-11 16,3 0-4-16,-3-7-6 16,-1-8-5-16,0-5-2 15,-2-9-2-15,0-9 1 0,2-7-1 16,2-13-33-16,1-9-48 15,4-6-74-15,3-23-94 16,2-16-321-16</inkml:trace>
  <inkml:trace contextRef="#ctx0" brushRef="#br0" timeOffset="201394.538">13502 12096 767 0,'0'0'16'16,"0"0"71"-16,0 0-29 15,0 0 22-15,-20 83-19 16,20-39-23-16,12-1 10 0,3 3 2 16,-1-1-16-16,-4 0-10 15,5-1-6-15,-6-3-5 16,-1-6-11-16,-1-3 0 15,-3-6 4-15,-1-6-6 16,-1-6-19-16,-1-9-40 16,-1-5-68-16,0 0-62 15,0-15-146-15</inkml:trace>
  <inkml:trace contextRef="#ctx0" brushRef="#br0" timeOffset="201615.343">13378 12347 738 0,'0'0'22'15,"0"0"104"-15,0 0-13 16,0 0-25-16,0 0-43 16,0 0-6-16,106 45-16 15,-60-51-17-15,2-11-2 16,-3 1-4-16,-5-2-13 15,-6 0-75-15,-9 4-105 16,-11 0-220-16</inkml:trace>
  <inkml:trace contextRef="#ctx0" brushRef="#br0" timeOffset="202247.968">14388 12062 646 0,'0'0'68'0,"0"0"95"0,0 0-49 0,0 0-37 15,0 0-47-15,-109 28-1 16,79 17 2-16,6 3-11 16,8 6-2-16,10-4 6 0,6-1-8 15,0-7-6 1,0-5 0-16,15-6-6 0,1-10-1 16,3-6 1-16,4-10-1 15,1-5 0-15,4-5 1 16,4-18-4-16,-3-10-9 15,-2-2 1-15,-1-6 6 16,-6-4 1-16,-6-2 2 16,-5-1-1-16,-3 0 0 15,-6 3 1-15,0 1 1 16,-9 6 1-16,-6 10 3 16,-3 7 8-16,1 7 1 0,0 7-5 15,-2 7-9 1,-1 0 0-16,-2 20-1 0,1 7-9 15,9 7-38-15,6 3-84 16,6 0-141-16,0-3-514 16</inkml:trace>
  <inkml:trace contextRef="#ctx0" brushRef="#br0" timeOffset="203200.017">14773 12253 759 0,'0'0'120'0,"0"0"19"15,0 0-34-15,0 0-18 0,0 0-51 16,0 0-23-16,32-36-3 16,-9 31 4-16,-2 3-5 15,1-1-3-15,-7 0 0 16,-2 2-3-16,-5 1-2 15,-2 0 0-15,-1 0-1 16,-1 0-2-16,-1 4-1 16,0 7 0-16,-3 3 2 15,0 0 2-15,1 0 2 16,-1-2 0-16,0-1-2 16,0-4 0-16,0-1 5 15,0-5-5-15,0-1 1 0,0 0 0 16,-6 0 10-16,-7-5-10 15,1-9-2-15,-1-2 0 16,4-2-4-16,3 1 4 16,1 1 0-16,4 4-2 15,1 4 1-15,0 4-1 16,0 4-3-16,3 0-3 16,9 12 7-16,4 5 1 15,-2 3 0-15,-4 1 0 16,2 0 0-16,-6-2 0 15,-3 0-1-15,-3-5-1 16,0-4-6-16,0-4 1 16,-3-5 0-16,-5-1 4 15,2 0 2-15,-1-12 1 16,6-8 0-16,1-2 0 0,0 2 0 16,0 2-1-16,1 4 1 15,9 5 0-15,1 3-1 16,3 6-2-16,3 0 2 15,4 10-3-15,-3 12 4 16,1 7 0-16,-2 7 3 16,-2 5-3-16,-8 3-3 15,1 1 3-15,-8-1 4 16,0-1-4-16,0-1 3 16,-12-7 1-16,-6-2 1 15,-3-11-3-15,-1-9-1 0,-1-8 1 16,1-5 1-16,1-6-1 15,2-16-1-15,3-4 0 16,3-3 1-16,6 0 8 16,4 2-1-16,3 6-2 15,0 5-6-15,0 3 1 16,7 3 2-16,5 4 0 16,2 5-1-16,5 1-1 15,-1 0 0-15,6 4 1 16,-1 12 0-16,1 1 4 15,1 2 8-15,-3 1 5 16,0 0 0-16,3-4-8 16,-5-5-4-16,-1-6 0 15,-2-5-4-15,1 0-3 0,-1 0 2 16,3-8-3-16,-2-5-1 16,-2-4-31-16,-7-1-65 15,-6-6-95-15,-3-8-374 16</inkml:trace>
  <inkml:trace contextRef="#ctx0" brushRef="#br0" timeOffset="203763.282">15646 11837 706 0,'0'0'52'0,"0"0"43"0,0 0 14 0,119 43-36 16,-53-43-12-16,11-1-27 15,7-17-20-15,1-2-10 16,-2 1 1-16,-2-4-2 16,-4 4 3-16,-3-4-3 15,-3 3 7-15,-8 2 7 16,-6 0 1-16,-7 2 0 16,-8 0-6-16,-5 1-4 0,-9 4 0 15,-8 3 0 1,-8 1-5-16,-8 4-1 0,-4 0 5 15,0 1-7-15,-17 2-12 16,-9 0-60-16,1-1-37 16,-4-3-61-16,1-5-177 15</inkml:trace>
  <inkml:trace contextRef="#ctx0" brushRef="#br0" timeOffset="204160.647">16506 11486 646 0,'0'0'120'16,"0"0"-30"-16,0 0-7 16,0 0-41-16,0 0 37 15,0 0-39-15,96 67-14 0,-60-47 0 16,1-4-9-16,2-5-7 16,-3-3-6-16,-4-4-2 15,-2-4 1-15,-5 0 0 16,1 0 0-16,-5-6-3 15,-3-8-3-15,-5-3-3 16,-4-3 2-16,-5 2 4 16,-2 2 0-16,-2 6 3 15,0 2-2-15,0 5 7 16,-12 3 22-16,-1 0-10 16,-3 10-10-16,-3 13 4 15,2 6 2-15,-2 5 0 0,2 5-5 16,-1 0 2-1,4-1-3-15,1-3-4 0,1-2-1 16,6-3-3-16,2-7-2 16,4-3 0-16,0-6-42 15,3-10-67-15,14-4-187 16,4-10-420-16</inkml:trace>
  <inkml:trace contextRef="#ctx0" brushRef="#br0" timeOffset="204438.606">17419 11246 852 0,'0'0'44'0,"0"0"100"0,0 0-83 0,0 0-8 0,-83 26-34 16,61 7-4-16,5 10 5 15,4 2-3-15,7 3-2 16,6 3 1-16,0-2-6 16,0-2-3-16,10-9-4 15,5-10 1-15,2-8-1 16,5-6-2-16,5-10-1 16,4-4-62-16,6 0-107 0,6-18-222 15</inkml:trace>
  <inkml:trace contextRef="#ctx0" brushRef="#br0" timeOffset="204814.916">17834 11305 802 0,'0'0'59'0,"0"0"90"16,0 0-66-16,-100 30-1 15,81 1-42-15,10 6-21 16,3 3-7-16,6 6-2 15,0-2 0-15,15-5-1 16,6-6-5-16,2-9-1 16,6-7-1-16,1-9 4 15,-2-5-4-15,1-3 0 0,1-3-2 16,-2-14-2-16,-3-8-3 16,-1-9 2-16,-7-7 3 15,0-4 1-15,-8-4 0 16,-7 2-1-16,-2 5 2 15,0 0-1-15,-3 9-1 16,-12 7 2-16,-3 8 6 16,-6 11-2-16,-3 7-6 15,-3 0-1-15,-1 15 1 16,2 10-7-16,7 4-29 16,12 5-70-16,10-3-101 15,0 0-382-15</inkml:trace>
  <inkml:trace contextRef="#ctx0" brushRef="#br0" timeOffset="205661.672">18185 11529 850 0,'0'0'20'0,"0"0"96"0,0 0-30 0,0 0-13 16,0 0-55-16,0 0-5 16,71-28 3-16,-54 36 0 15,-4 4 4-15,-1 4-10 0,-7 0-5 16,-5-1 1-16,0 0-1 16,0 0-2-16,-12-3 1 15,-4-4-1-15,0-4-3 16,0-4 0-16,3 0-1 15,3-13 1-15,-1-4 1 16,9-3-1-16,-1 1 2 16,3 0-2-16,0 6 1 15,0 6 0-15,0 4-1 16,11 3 0-16,1 3-1 16,1 16 1-16,0 5 0 15,-5 4-1-15,-1-1 1 16,-5 0-2-16,-2-5 2 0,0-1-8 15,-5-9-2-15,-10-2-4 16,4-6-2-16,-1-4 5 16,0 0 6-16,4-17 3 15,2-6 0-15,2-2 2 16,4-4 0-16,0-3 1 16,0 7 3-16,6 1 4 15,4 10-2-15,4 6-2 16,-1 7-3-16,3 1-1 15,0 9 2-15,1 16-2 16,-2 4 0-16,2 6 1 16,-2 0 1-16,-5 1 1 15,-6 2-1-15,-4 0 4 0,0 1-3 16,0-1 2-16,-11-3-1 16,-7-3-1-16,-5-3 0 15,-2-8-2-15,-3-6 1 16,2-10 0-16,2-5 0 15,3 0-1-15,9-14 2 16,4-9 1-16,5 1 4 16,3-2 1-16,0 2-5 15,10 4 0-15,6 4-2 16,4 4 0-16,6 4-2 16,1 6 0-16,3 0 0 0,1 3 0 15,1 13 0-15,-2 2 0 16,-1 3 0-16,-1-1 0 15,-1-4 1-15,-2-1-1 16,-1-8 0-16,-1-7-2 16,0 0-14-16,-2 0-14 15,4-17-74-15,-4-9-102 16,0-10-309-16</inkml:trace>
  <inkml:trace contextRef="#ctx0" brushRef="#br0" timeOffset="205947.628">18770 11057 895 0,'0'0'5'0,"0"0"21"0,0 0 44 0,-17 84 2 15,20-36-37-15,11 2 8 16,4 5-2-16,-2 5 2 15,-3 0-20-15,0 2-5 16,0 2-2-16,-4-5-7 16,-3-9-6-16,-2-10 0 15,-1-10-2-15,0-8-1 16,-2-12-19-16,-1-8-29 16,0-2-44-16,0-14-22 0,0-14-162 15,0-14-159 1</inkml:trace>
  <inkml:trace contextRef="#ctx0" brushRef="#br0" timeOffset="206357.796">18689 11028 777 0,'0'0'5'0,"0"0"70"15,0 0 23-15,-89 93-18 16,66-42-27-16,8-1-23 15,4-2 14-15,1-3-8 16,6-9-12-16,4-8-12 16,0-10-7-16,0-4-2 15,4-10-3-15,9-4-1 0,3 0-56 16,1-18-60-16,2-4-51 16,-2-11-39-16,-2-5-2 15,3-8 71 1,-3-1 23-16,3-2 87 0,-1 10 28 15,0 4 61-15,1 12 104 16,-6 11 35-16,-3 6 11 16,3 6-54-16,2 3-59 15,6 12-9-15,6 5-33 16,-1 2-17-16,5-1-8 16,5 0-13-16,-2 2-11 15,-3-1-3-15,-1-1-2 0,-2 0-2 16,-8 1-27-1,-1-5-76-15,-12-3-154 0,-6-10-642 16</inkml:trace>
  <inkml:trace contextRef="#ctx0" brushRef="#br0" timeOffset="206801.842">19515 11094 484 0,'0'0'105'0,"0"0"73"0,0 0-45 0,0 0-31 16,0 0-41-16,0 0-20 0,75 9 15 15,-59 25-20 1,-2 8-1-16,2 1 2 0,1 1-4 15,-4-5-9-15,2 2-8 16,0-7-9-16,-4-5-5 16,-2-3 2-16,-2-8-4 15,0-7-33-15,-4-6-50 16,-1-5-90-16,-2 0-147 16,0-20-425-16</inkml:trace>
  <inkml:trace contextRef="#ctx0" brushRef="#br0" timeOffset="206968.545">19534 11266 282 0,'0'0'546'16,"0"0"-522"-16,0 0 77 0,0 0-48 16,0 0-17-16,108-8-25 15,-54-7-11-15,5-7-52 16,2-5-97-16,0-5-191 15</inkml:trace>
  <inkml:trace contextRef="#ctx0" brushRef="#br0" timeOffset="207222.923">20114 10855 795 0,'0'0'96'0,"0"0"35"16,0 0-60-16,0 0 2 15,-25 78-27-15,25-40-13 16,0 3 2-16,4 0-8 16,3 0 7-16,2-3-4 15,1-1-13-15,0-2-7 16,-4-4-5-16,3-2-2 16,-3-7-3-16,0-7-2 15,-1-4-43-15,5-8-56 16,-1-3-83-16,7-3-75 15,-2-20-130-15</inkml:trace>
  <inkml:trace contextRef="#ctx0" brushRef="#br0" timeOffset="207439.521">20336 10774 705 0,'0'0'88'0,"0"0"76"0,0 0-127 16,0 0 24-16,0 0 3 15,21 108-34-15,-7-64 10 16,0-1-14-16,2 0-3 16,-2-1-4-16,-2 2-9 15,3-7-7-15,-3 0 2 16,0-5-3-16,-3-7-2 16,-3-5-49-16,-5-9-107 0,-1-11-223 15</inkml:trace>
  <inkml:trace contextRef="#ctx0" brushRef="#br0" timeOffset="207602.821">20226 11128 840 0,'0'0'37'0,"0"0"-1"15,0 0 38-15,0 0-7 16,0 0-49-16,0 0-18 15,94-32-104-15,-54 12-257 16</inkml:trace>
  <inkml:trace contextRef="#ctx0" brushRef="#br0" timeOffset="208346.323">20629 10985 276 0,'0'0'566'0,"0"0"-512"15,0 0 65-15,0 0-34 16,0 0-30-16,0 0-37 16,42 76-5-16,-28-64-7 15,-5-2-3-15,-3-3-2 16,-3-1 0-16,-3-4-1 16,0-1-4-16,0-1-6 15,-13 0-23-15,1-5 0 16,3-9 13-16,4-1 11 0,1 3 7 15,2 2 2-15,2 6 6 16,0 4 11-16,0 0 21 16,0 0-33-16,0 15 1 15,2 5 3-15,2 5-2 16,-1-1-5-16,-1-3 1 16,-2 2-1-16,0-7 0 15,0-5 1-15,-9-4-2 16,1-7-1-16,1 0-1 15,3-3-11-15,-1-15-21 16,4-6 11-16,1-6 4 16,0 0 11-16,0-2 4 15,3 3 3-15,7 9 0 16,5 4-2-16,-1 8 2 0,-1 8 4 16,5 0 5-1,1 10 0-15,0 15 0 0,0 7-2 16,-3 7-2-16,0 1 3 15,-2 7-1-15,-4 4 9 16,-5 0-4-16,-5-5-3 16,0 0 2-16,-9-9 1 15,-9-5-6-15,-2-10-5 16,-2-9 5-16,0-13-2 16,3 0-4-16,3-15-7 15,4-14 5-15,1-2 2 16,6-1 0-16,5-1 0 0,0 1 2 15,0 8 6-15,6 4-2 16,6 6 0-16,0 8 1 16,4 6-2-16,1 0-3 15,3 2-1-15,4 10-1 16,-4 6 2-16,4-2-2 16,-4-1-2-16,3-7 2 15,-2-1-19-15,3-7-52 16,-1 0-65-16,3-10-194 15,-2-14-296-15</inkml:trace>
  <inkml:trace contextRef="#ctx0" brushRef="#br0" timeOffset="208660.693">21138 10896 900 0,'0'0'64'0,"0"0"40"0,0 0-27 0,0 0-22 0,-41 89-28 15,41-55-17-15,5 1-1 16,12-4-5-16,5-6 1 16,0-10-2-16,2-5-2 15,2-10 2-15,0 0-1 16,3-7 1-16,1-14-1 16,-4-6-1-16,-2-6 0 15,-3-2 3-15,-11-4-4 0,2-3 5 16,-12 4 10-1,0 10 13-15,-4 6 12 0,-17 8-6 16,-9 7-12-16,-13 7-17 16,-7 0-5-16,-5 4-2 15,-6 14-61-15,1 0-92 16,7-2-372-16</inkml:trace>
  <inkml:trace contextRef="#ctx0" brushRef="#br0" timeOffset="210490.864">11282 13312 621 0,'0'0'0'0,"0"0"-25"0,0 0 25 15,0 0 11-15,0 0 45 16,0 0 9-16,0 0-17 0,76 50 7 16,-33-43 3-16,18-7-10 15,17 0-16-15,13-10-8 16,16-13-3-16,14-1-4 15,9-4-6-15,16-1-7 16,3-1 4-16,5-1 0 16,-2-1 4-16,-4 3-1 15,-14-1 4-15,-4-1-1 16,-14 0-5-16,-10-1-4 16,-16 5-3-16,-22 4 0 15,-23 8-1-15,-23 5-1 16,-22 6-31-16,-4 4-61 0,-39 0-12 15,-26 7-50-15,-25 15-104 16,-22 9-149-16</inkml:trace>
  <inkml:trace contextRef="#ctx0" brushRef="#br0" timeOffset="211158.789">11268 13552 697 0,'0'0'9'16,"0"0"-4"-16,0 0 2 15,0 0-5-15,0 0 12 0,0 0-11 16,-52 16 46-16,88-15-9 16,13-1 10-16,20 0 7 15,11-8-8-15,13-12 0 16,14-3-15-16,16-5-12 15,14-4-2-15,6 1-8 16,6-5-4-16,-1 2-2 16,1 0 7-16,-1 1 5 15,-11 0-2-15,-9 3 2 16,-8-2-3-16,-12 5-1 16,-14 4-4-16,-16 1-7 15,-18 5 3-15,-19 6 1 16,-16 4-5-16,-12 4 5 15,-10 1 1-15,-3-1 11 0,0 3 15 16,0 0-3-16,0 0-11 16,0-1-3-16,0 1-3 15,0 0-4-15,0 0-4 16,0-1-4-16,0 1 0 16,0 0 0-16,0-1 1 15,0 1 0-15,0 0-2 16,0 0 0-16,0 0 1 15,0 0 0-15,0-4 1 16,0 4-2-16,0 0 0 16,0 0 4-16,0 0-5 0,0 0 1 15,0 0 0 1,0 0-1-16,0 0 2 0,0 0-2 16,0 0 0-16,0 0 0 15,0 0 0-15,0 0 0 16,0 0 0-16,0 0 0 15,0 0 0-15,0 0 0 16,0 0 0-16,0 0-5 16,0-1-13-16,-5-2-43 15,-8 2-64-15,-4-2-76 16,-2-1-120-16</inkml:trace>
  <inkml:trace contextRef="#ctx0" brushRef="#br0" timeOffset="212928.927">13485 12087 556 0,'0'0'10'0,"-64"-102"21"0,27 49 27 0,-3 1-1 16,-2 2-28-16,-4 0-11 15,-1 2-3-15,-2-2 5 16,0 1 5-16,1-4 4 16,5-1 2-16,-2 1-3 15,3 3-12-15,-4 3 1 16,0 10-7-16,-2 8 1 0,-4 5 3 15,-5 4-9-15,-6 6 1 16,-11 4-3-16,-7 6 4 16,-13 4-4-16,-4 0 0 15,-8 14-2-15,-2 12 0 16,3 5 3-16,-2 8-4 16,5 9 0-16,5 5 0 15,1 8 0-15,1 2 0 16,-1 0 2-16,2-1-1 15,5 0 7-15,2 1 6 16,8 0 6-16,9-2-1 16,7 2-2-16,12-1 3 0,10 1 1 15,8 6 2 1,9 5 0-16,17 5-1 0,7 5-1 16,7 11-4-16,30 1-7 15,5 4 3-15,9-5-7 16,8-5 2-16,3-4-3 15,6-4 2-15,3-3-3 16,6-9 1-16,4-7 1 16,7-10 2-16,7-6 3 15,2-8-3-15,6-6-1 16,5-7-1-16,6-12 2 16,4-5-3-16,3-9-5 15,0 0 3-15,1-20-3 16,-2-5 0-16,-4-6 3 0,-3-8-2 15,-8-4 3 1,1-5 0-16,-5-3-4 0,1-3 2 16,-3-5-2-16,-5-4-1 15,-8 0-8-15,-7-4 6 16,-9-2 1-16,-6-3-2 16,-10-4 2-16,-11-8-5 15,-7-3 0-15,-14 2-1 16,-7-3-1-16,-10 3 5 15,-5 4 0-15,0 5 4 16,-18 4-1-16,-10 3 0 16,-5 4 0-16,-11 3-2 15,-8 1 3-15,-6 3-1 0,-6 4-2 16,-3-3 0-16,-2 2-7 16,3-3 3-16,-1 3-2 15,2 4 4-15,-1 7 4 16,8 7-5-16,-3 7 5 15,-5 7-4-15,-7 8 3 16,-8 7-3-16,-7 2-4 16,0 4 1-16,0 2 3 15,0 0 3-15,5 0-1 16,2 9 3-16,0 6 0 16,1 6 0-16,2 8 0 15,-5 5 0-15,-1 8 1 0,3 9-1 16,3-1-3-1,3 8 2-15,-1-1 0 0,3-2 1 16,1-2 0-16,2-3 0 16,9 3-1-16,5-2 1 15,3 0 0-15,2 1 0 16,5 1-1-16,1 0 1 16,8 2 0-16,4 6 0 15,5 3 0-15,10 4 1 16,6 6-1-16,10 5 0 15,2 4 0-15,2 3-1 16,22-1 1-16,5-5-2 16,12-5-1-16,9-2 3 15,9-2 0-15,3-4-2 16,7-7 2-16,6-3 0 0,1-7 0 16,3-5 0-16,6-5 0 15,7-9 0-15,10-4 1 16,7-9 0-16,4-5-1 15,4-5 0-15,2-6-3 16,-1-2 2-16,1-2 1 16,-6-13-7-16,-8-7 7 15,-7-2-8-15,-5-7-10 16,-4-7 10-16,-1-4 3 16,-1-6-7-16,-4-7 4 15,-3-1 3-15,-6-11-6 16,-2-3-4-16,-2-6 6 0,-3-3-3 15,-7-8-14-15,-10-4 14 16,-9-3 3-16,-8-1 3 16,-11 4 4-16,-8 7 2 15,-4 4 0-15,-10 2 2 16,0 4 13-16,-15 3 8 16,-12-3 9-16,-7 3-8 15,-8 1 3-15,-7 8-10 16,-5-1-8-16,-4 12-4 15,-5 0-2-15,-3 5-3 16,-5 12 2-16,-4 12-2 16,1 8 1-16,4 10-1 15,4 4-1-15,11 2 0 0,5 16-20 16,9 4-45-16,-1 3-45 16,1-2-217-16</inkml:trace>
  <inkml:trace contextRef="#ctx0" brushRef="#br0" timeOffset="-187774.888">10069 18048 233 0,'0'0'29'0,"0"0"10"0,0 0-9 0,0 0 42 0,0 0 2 15,0 0-40-15,0 0-13 16,0 0-8-16,3-11-10 16,1 5-2-16,-2 1-1 15,-1-1 0-15,1 4 0 16,1-2-39-16,-3 1-94 15,0 0-51-15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15:23.906"/>
    </inkml:context>
    <inkml:brush xml:id="br0">
      <inkml:brushProperty name="width" value="0.05292" units="cm"/>
      <inkml:brushProperty name="height" value="0.05292" units="cm"/>
      <inkml:brushProperty name="color" value="#FFC000"/>
    </inkml:brush>
  </inkml:definitions>
  <inkml:trace contextRef="#ctx0" brushRef="#br0">8019 8969 32 0,'0'0'79'0,"0"0"-74"0,0 0 2 0,0 0 15 0,0 0-2 16,0 0 5-16,0 0 5 15,0 3 1-15,0-3 18 16,0 0 3-16,0 0-7 15,0 0-5-15,0 0-7 16,0 0-6-16,0 0-5 16,0 0-6-16,0 0-6 15,0 0-3-15,0 5-5 16,7 2-2-16,-1 4 10 16,8 5 33-16,-1 1-3 15,-1-2 3-15,6 2-17 16,-3-5-9-16,6-2 1 0,5-9 4 15,16-1 3-15,21-23 4 16,28-22-7-16,21-14-18 16,10-5-4-16,2-3-44 15,-7 2-123-15,-9 3-123 16</inkml:trace>
  <inkml:trace contextRef="#ctx0" brushRef="#br0" timeOffset="729.161">7928 10256 467 0,'0'0'9'0,"0"0"22"0,0 0 27 0,0 0 11 16,0 0-7-16,0 0-8 15,-31-50-16-15,31 50-38 16,0 6 7-16,4 11 4 16,8 5 34-16,3 1-16 15,7 4-2-15,-1-2 0 16,3 0-2-16,-5-3-7 16,-1-2-6-16,0-5-2 15,3-4-1-15,4-11-2 0,17 0 7 16,15-22 5-1,28-19-12-15,28-17-3 0,26-9-4 16,21-11-23-16,8-6-129 16,-1-3-157-16</inkml:trace>
  <inkml:trace contextRef="#ctx0" brushRef="#br0" timeOffset="1471.644">8014 11557 296 0,'0'0'17'0,"0"0"17"0,0 0 54 16,0 0 9-16,0 0-2 15,0 0-15-15,-7-48-46 16,7 56-32-16,15 19 29 16,6 8 38-16,4 6-27 15,0 1 11-15,-1 1-15 16,0-5-4-16,-3-3-18 16,3-3-2-16,-2-6-4 15,5-6-3-15,10-9 1 0,14-11-3 16,25-7 2-1,29-31-1-15,29-20-3 0,24-21-3 16,15-14-62-16,17-16-265 16</inkml:trace>
  <inkml:trace contextRef="#ctx0" brushRef="#br0" timeOffset="3638.305">8057 12790 677 0,'0'0'8'0,"0"0"-3"0,0 0 2 0,0 0-1 0,0 0 7 16,0 0 14-16,-69 38 8 16,69-8 8-16,7 2-10 15,9-4-7-15,5-2 2 16,3-1 0-16,0-5-6 15,6-5 3-15,8-5 3 16,12-10-16-16,20-5 2 16,31-33-6-16,37-26-3 15,41-22-4-15,31-20-1 16,23-9-103-16,10-7-217 16</inkml:trace>
  <inkml:trace contextRef="#ctx0" brushRef="#br0" timeOffset="5189.99">8420 13879 380 0,'0'0'0'0,"0"0"0"0,0 0 39 0,0 0 17 0,0 0 7 15,0 0-25-15,0 0-23 16,-27-14 13-16,27 28 39 15,5 2-17-15,8 3-2 16,6-1-7-16,4 1-9 16,2 1-4-16,4-1-5 0,4-7-4 15,5-3 0 1,13-9 2-16,16-6-1 0,26-31 0 16,25-25-8-16,29-22-6 15,34-15-2-15,26-9-4 16,17 2-52-16,3-1-254 15</inkml:trace>
  <inkml:trace contextRef="#ctx0" brushRef="#br0" timeOffset="6406.137">8123 15543 98 0,'0'0'79'0,"0"0"-20"0,0 0-8 15,0 0 9-15,0 0 6 16,0 0-4-16,20 65-12 16,-9-45 10-16,2 1-5 15,0 0-13-15,3 0-10 0,-1 0-7 16,3-2-3-16,-3-2 0 16,0-2-12-16,-3-3 5 15,0-1 2-15,-2 0-5 16,2-4 2-16,-3 0-2 15,2-3 3-15,0-1 5 16,6-3 2-16,16 0 4 16,22-24-3-16,30-22-9 15,48-25-6-15,35-19-4 16,35-16 2-16,28-9-6 16,25 0-94-16,6-5-180 15</inkml:trace>
  <inkml:trace contextRef="#ctx0" brushRef="#br0" timeOffset="7643.593">7813 17050 263 0,'0'0'7'0,"0"0"23"0,0 0 47 0,0 0 13 15,0 0-12-15,0 0-18 16,-42-66-48-16,54 81 27 16,8 9 13-16,5 9 0 15,3 8-7-15,2 0-8 16,3 0-2-16,1-8-13 15,8-5-6-15,4-10-6 0,15-13 3 16,17-5-1-16,25-28 4 16,30-34-6-16,35-28-3 15,32-25-3-15,43-12-4 16,35-15-8-16,17-15-304 16</inkml:trace>
  <inkml:trace contextRef="#ctx0" brushRef="#br0" timeOffset="29400.29">9943 8563 445 0,'0'0'9'0,"0"0"-5"0,0 0 27 16,-77-84 19-16,54 63 1 15,-7 0 6-15,-1-1-27 16,-7 2-6-16,0 0 8 16,-2 1 1-16,-5 2-16 15,-1 4 3-15,-2 4-6 16,-6 6 0-16,-7 3-13 15,-6 0 3-15,5 0 0 16,-1 7 1-16,9 5-1 16,3 4 3-16,4 3-2 0,5 2-1 15,0 5 1-15,-1 8-1 16,1 5 2-16,0 6-1 16,5 3-2-16,1 3 0 15,6 0 4-15,2 4-2 16,8-4-3-16,9 3 5 15,5-3-2-15,6-2 0 16,0 0 2-16,1-3 0 16,14-2 0-16,0-1-2 15,4 3-4-15,-2-3 4 16,5 3-5-16,2-3 3 16,1-6 1-16,1-1-4 15,5-4 1-15,2-8 3 0,3 0-2 16,1-6 0-16,3-4-2 15,5-4 4-15,0-3-3 16,4-6 0-16,5 3 2 16,7-4-1-16,0 0-1 15,2-5-1-15,-5-5 2 16,0-3 0-16,2 0-2 16,-2-5-2-16,2-1 2 15,-2-3 0-15,-3-5 0 16,-7-2 2-16,-4-4-1 15,-8 2 1-15,-1-1-1 16,-7-2-1-16,-4 2 3 0,-3 0-3 16,-3-1 1-16,-3-2 0 15,-4-1 2-15,-1-2-2 16,-3 0 1-16,0 2-2 16,-4 2 3-16,-1-1-2 15,-2 3 1-15,0 0 5 16,-3 0-1-16,-12 2 2 15,-2-3 10-15,-5 2 1 16,0-3-6-16,-2 2-4 16,0 0 0-16,-3 1 3 15,-3-1-7-15,-1 4 1 16,0 1 4-16,-4 5 2 16,-2 2 1-16,1 1 1 0,-1 4-3 15,1 1 5 1,0 3-8-16,2 1-2 0,1 4-2 15,1 0 2-15,4 5-3 16,2 1-3-16,2 0-2 16,5 0 2-16,8 0 0 15,5 0-11-15,6 6-49 16,0 6-58-16,3 4-45 16,-3-3-302-16</inkml:trace>
  <inkml:trace contextRef="#ctx0" brushRef="#br0" timeOffset="31427.199">12608 9376 586 0,'0'0'1'0,"0"0"4"0,0 0 7 0,0 0 0 15,0 0 17-15,0 0 22 16,0 0-37-16,-18-39-14 15,36 39-12-15,15 3 12 16,10 10 3-16,11-3 4 16,7 1-2-16,4 0 4 15,6 3-1-15,9-3 1 16,7-2 3-16,10 0-2 0,4-5-2 16,4 0-4-1,8-4-2-15,3 0 4 0,-2 0-1 16,-1 0-1-16,-4 0 3 15,-9 0-5-15,-11 0-1 16,-9 0 2-16,-10 0-1 16,-13 0-1-16,-11 0 0 15,-15 0-1-15,-13 0 0 16,-12 0-1-16,-6 0-17 16,0 0-27-16,-25 0-8 15,-20 0-2-15,-14 0-182 16,-9 3-50-16</inkml:trace>
  <inkml:trace contextRef="#ctx0" brushRef="#br0" timeOffset="31932.457">12720 9476 443 0,'0'0'0'0,"0"0"0"0,0 0-25 16,0 0 20-16,0 0 5 15,0 0 26-15,-55-48-1 0,55 48-19 16,6 0 9 0,15 0-9-16,14 8 11 0,8 3 16 15,7 5-4-15,5 3-3 16,8-2-6-16,7 5-8 15,12-3 15-15,9-2-3 16,4 0-11-16,13-4 6 16,-1-6 1-16,6 0-6 15,1 0 1-15,1-5-2 16,-3 3 4-16,-6-3-6 16,-5 0-1-16,-10 0-2 15,0-2 0-15,-4 0-4 0,-10 0 1 16,-8 0-1-1,-11 0-1-15,-7-4 4 0,-11-1-3 16,-7 1-1 0,-11 0 3-16,-8 1-3 0,-10 0 0 15,-4 2 5-15,0-3 16 16,0-2 12-16,-13 0-36 16,-17-1-13-16,-16 0-60 15,-4 1-19-15,-12-2-36 16,-14-5-79-16</inkml:trace>
  <inkml:trace contextRef="#ctx0" brushRef="#br0" timeOffset="33243.549">12909 9345 296 0,'0'0'0'0,"0"0"-6"0,0 0 6 0,0 0 0 15,0 0 13-15,0 0-13 16,-42-5 12-16,50 14 17 16,14 0 18-16,11 1-10 15,11-2 17-15,17 4-8 16,13-4-9-16,7 2-12 0,10 2-5 15,3-2-5 1,0-2-5-16,9 0-3 0,-2-5 3 16,-1 5 9-16,-4-3-1 15,-4 0-6-15,-5 1 1 16,-4-1 2-16,-8-2-2 16,2-3-4-16,-6 2 0 15,-6-2-2-15,-7 0 0 16,-10 0-4-16,-11 0 1 15,-8 0 5-15,-8 0 2 16,-8 0 4-16,-5 0 0 16,-5 0-3-16,-3 0 5 15,0 0 9-15,0 0 5 0,0 0-9 16,0 0-3 0,0 0-1-16,0 0-2 0,0 0 3 15,0 0-6-15,0 0 2 16,0 0-1-16,0 0-2 15,0 0-1-15,0 0-1 16,0 0 0-16,0 0-4 16,0 0 0-16,0 0-1 15,0 0-3-15,0 0-2 16,0 0 0-16,0 0 0 16,0 0 2-16,0 0-1 15,0 0-1-15,0 0 0 16,0 0 0-16,0 0-2 15,0 0 2-15,0 0 0 0,0 0 0 16,0 0 3-16,0 0-3 16,0 0 5-16,0 0-5 15,0 0 1-15,0 0-1 16,0 0 1-16,0 0 0 16,0 0 1-16,0 0-1 15,0 0-2-15,0 0 1 16,0 0 0-16,0 0-1 15,0 0 0-15,0 0-1 16,0 0 1-16,0 0-5 16,0 0-1-16,0 0-2 15,0 3 6-15,0 2 2 16,0 0 1-16,0-1 1 16,0 0-1-16,1 0 1 15,1-4-1-15,-2 5 0 0,0-5-2 16,1 0 2-16,-1 2 1 15,2 1-1-15,-1-1 0 16,2 2 0-16,-2-1 1 16,1-2-1-16,-1 2 0 15,1 0 0-15,-1-2 0 16,1 4 0-16,-1-3 0 16,1 1 1-16,-1-2-1 15,1 0 0-15,-1 1-1 16,1-2 1-16,-2 2 0 0,0-2 0 15,0 0 1-15,0 0-1 16,0 0 0-16,0 1 1 16,0-1-1-16,0 0 0 15,0 0 0-15,0 0 0 16,0 0 0-16,0 0 0 16,0 0 0-16,0 0 0 15,0 0 0-15,0 0 0 16,0 0 1-16,0 0-1 15,0 0 0-15,0 0 1 16,0 0-1-16,0 0 2 16,0 0-1-16,0 0 0 15,0 0-1-15,0 0 1 16,0 0-1-16,0 0 4 16,0 0-4-16,0 0 1 0,0 0 0 15,0 0 1-15,0 0-2 16,0 0 0-16,0 0-1 15,0 0-6-15,0 0-5 16,0 0-23-16,1 0-58 16,-1 1-58-16,0 4-45 15,-19-5-196-15</inkml:trace>
  <inkml:trace contextRef="#ctx0" brushRef="#br0" timeOffset="59128.301">12053 9905 635 0,'0'0'87'0,"0"0"-79"0,0 0 5 16,0 0 6-16,0 0-7 16,0 0 54-16,0 92 3 15,19-53-20-15,5-2-19 16,6-10 8-16,3-5-7 15,16-15-1-15,20-7-10 16,20-19 9-16,20-23-15 16,12-10-14-16,0-7 0 0,3-4-122 15,-5 4-140 1,-11 3-255-16</inkml:trace>
  <inkml:trace contextRef="#ctx0" brushRef="#br0" timeOffset="59744.863">12086 11281 733 0,'0'0'2'0,"0"0"2"16,0 0 19-16,-3 87 26 15,3-55 14-15,7-1-5 0,14 2-15 16,3-5-13-16,12-6-3 15,11-13-4-15,19-9-5 16,25-13 2-16,30-28-20 16,21-17-7-16,22-11-172 15,12-15-475-15</inkml:trace>
  <inkml:trace contextRef="#ctx0" brushRef="#br0" timeOffset="62869.018">10367 12262 514 0,'0'0'5'0,"0"0"-2"0,-79-100 14 0,43 72 6 16,-6 3 20-16,-5 1 0 15,-4 4-21-15,-7 1 26 16,-3 5-14-16,-9 0-12 16,-5 6 4-16,-4 1 7 15,4 2-4-15,1 5 6 16,-1 0-12-16,3 0-7 16,-5 11-3-16,-1 5 0 15,1 8-4-15,6 6 0 16,3 3 0-16,4 6 1 15,5 4-4-15,3 6 12 0,8 1-10 16,12 7 0-16,11-1 5 16,16 2-3-16,9 6 0 15,0 4 9-15,15 6-7 16,12 2 9-16,17-4-8 16,6 0 0-16,8-3-4 15,6-4-1-15,9-4-2 16,6-5 0-16,9-12 0 15,8-11-4-15,8-11-1 16,7-12 0-16,-1-10-2 16,8 0 2-16,-6-21 0 0,-6-13 2 15,-3-8-3 1,-11-11 1-16,-5-7 1 0,-13-7 2 16,-9-3-4-16,-10-8 0 15,-13-8 0-15,-14-3 1 16,-15-1-1-16,-13 4-3 15,-3 4 3-15,-27 6 0 16,-14 4 2-16,-10 7-2 16,-6 8 0-16,-7 8 0 15,-6 5-2-15,-5 8 4 16,-5 3-2-16,4 3 3 16,3 4-3-16,1 4 4 15,2 6 0-15,1 7-1 16,1 9-3-16,10 0 1 15,10 4 0-15,6 14-1 0,14 2-21 16,11 2-49 0,10 4-13-16,10 2-82 0,10-4-81 15,13-5-127-15</inkml:trace>
  <inkml:trace contextRef="#ctx0" brushRef="#br0" timeOffset="64329.353">12332 13225 402 0,'0'0'8'0,"0"0"-8"0,0 0 8 0,0 0 7 15,0 0 27-15,0 0-10 16,0 0-12-16,-27-16 25 16,54 23-10-16,10-1-1 15,10 4-1-15,12-1-11 16,7 1-7-16,5 4 1 16,9 1-5-16,1 3 1 15,2 0 0-15,3 0-1 0,5 1-2 16,5-2-6-16,5-2 2 15,5 0-1-15,4-6-1 16,4 0-2-16,7 0 2 16,-2-1-1-16,-4 0 1 15,-8-1-2-15,-2 3 0 16,-5-5 1-16,1-5-1 16,6 0 2-16,0 0-2 15,0-15-1-15,-9-3-1 16,-2-5 1-16,-8-3 2 15,-9-3-2-15,-5-2 2 16,-8-2-2-16,-8-2-1 0,-10-2-5 16,-6-4 5-1,-9-3 0-15,-10-6 0 0,-6-3 1 16,-9-5 0-16,-8-3 0 16,0-2 0-16,-14-3 1 15,-16-5-2-15,-10-4 2 16,-9-1-1-16,-6 3 1 15,-8 3-1-15,-6 7 0 16,-4 2 0-16,-9 5 1 16,-4 2 1-16,-5 8 2 15,-5 5 1-15,-4 3 0 16,4 4 1-16,1 3 4 16,-2 4-2-16,2 5 7 0,-7 7-7 15,-2 2 4 1,-11 6 5-16,-6 1 12 0,-6 4-16 15,-7 2-7-15,-9 2-1 16,-2 14 0-16,-4 8-1 16,1 8-1-16,0 2-3 15,5 3 1-15,6 2-1 16,10 1 2-16,15 1 4 16,15 4 1-16,11 2 5 15,18 0 0-15,15 3 0 16,15 1 9-16,22 3 2 15,12 5-5-15,4 9 7 16,14-1 1-16,19 4-8 16,8-5 13-16,14-2-11 0,6-3-2 15,6-4-3-15,12-1-4 16,3-8-2-16,14-7-3 16,8-9 0-16,7-5-5 15,7-9 2-15,10-6-1 16,12-8-2-16,5-4-24 15,-2 0-123-15,-16-17-219 16</inkml:trace>
  <inkml:trace contextRef="#ctx0" brushRef="#br0" timeOffset="66092.808">10054 13394 557 0,'0'0'7'0,"-108"-44"-7"0,50 24 12 0,-6 4 2 16,0 3 13-16,1 6 8 16,2 6-13-16,3 1-3 15,0 0-6-15,-2 5 12 16,-1 11-6-16,0 2 3 16,3 9-4-16,8 4-3 15,3 4-3-15,6 8 2 16,1 4-4-16,1 6-1 15,2 7 1-15,1 3 0 16,9 7 0-16,5 3 11 16,11-1 2-16,8 2-6 15,3 3 3-15,8-1-5 0,14 0 0 16,11-3-1 0,7-10-8-16,11-7 3 0,10-6-1 15,6-9-4-15,15-7 0 16,6-9-2-16,9-10 3 15,6-10-5-15,8-5 2 16,5-14-2-16,5-18 1 16,-6-11 2-16,-3-8-3 15,-14-7 2-15,-16-5 1 16,-13-6-2-16,-20-4 0 16,-13-5 1-16,-20-5-1 15,-16-5 0-15,-1-4-1 16,-35 0 2-16,-10 9-2 0,-11 8 0 15,-11 10 0-15,-12 6 0 16,-9 8 1-16,-2 8 1 16,-6 9-2-16,-3 7 1 15,5 6 2-15,8 8 4 16,8 4-5-16,4 8 3 16,14 1-4-16,1 1-1 15,4 17 1-15,7 9-1 16,5 7-1-16,7 9 0 15,4 8-36-15,8 5-64 16,2 2-115-16,-5-2-171 16</inkml:trace>
  <inkml:trace contextRef="#ctx0" brushRef="#br0" timeOffset="82181.665">11428 15666 594 0,'0'0'15'0,"0"0"8"0,0 0 27 0,0 0-1 16,0 0-4-16,-14 80 1 16,22-56 6-16,5-3-18 0,4-8-6 15,5-6-8 1,9-7 1-16,17-14 7 0,36-32 5 16,41-33-9-16,52-33-18 15,52-25-6-15,25-20-88 16,22-16-289-16</inkml:trace>
  <inkml:trace contextRef="#ctx0" brushRef="#br0" timeOffset="94854.704">11531 16958 625 0,'0'0'18'0,"0"0"-18"0,0 0 11 0,0 0 11 0,0 0 8 0,0 0 19 16,-18 96-15-16,36-48-12 16,4-8-5-16,2-9-4 15,1-12 0-15,-5-3 5 16,11-13 5-16,8-3 4 0,22-31-1 15,24-34-8 1,36-31-18-16,43-28 0 0,35-20-36 16,15-14-188-16</inkml:trace>
  <inkml:trace contextRef="#ctx0" brushRef="#br0" timeOffset="97961.838">19065 8894 432 0,'0'0'7'0,"-7"-84"-7"0,11 45 4 0,15 3-3 15,6 0 5-15,6 4 6 16,4 4 7-16,1 3-6 16,-1 7-6-16,-4 7 0 15,-4 7 8-15,-6 4 7 16,-5 7-5-16,-2 19-6 15,-7 14 15-15,-7 14 14 16,0 9 4-16,-15 10-19 0,-2 10-2 16,-3 4-5-1,5 5-1-15,7 2-1 0,8 3 0 16,0 1 9-16,12-1 4 16,6-2-11-16,6-2-3 15,1-1 5-15,2-9-7 16,3-3-2-16,3-7-3 15,0-3-6-15,0-6 5 16,1-5-4-16,0-9-2 16,4-7 0-16,3-7 1 15,4-13-2-15,3-8 2 16,-8-10 3-16,4-5 0 0,-10-5-5 16,1-16 4-1,-9-5-4-15,-4-5-2 0,-7-3 0 16,-4 3 1-16,-10 2-2 15,-1 1 1-15,0 6 2 16,-7 6-6-16,-11 3-1 16,-6 11-2-16,-6 2 8 15,-4 2-7-15,-7 25 2 16,-1 10 6-16,-2 13 0 16,8 16 0-16,2 11-2 15,8 18 2-15,10 11 3 16,6 5 1-16,5 10 3 15,5 3-1-15,0 2-2 16,-1-3-3-16,-1 2 1 16,1 1 0-16,1-2 0 0,0 5 7 15,0 1 0-15,0-3-9 16,3-2 3-16,6-4-1 16,-1 4-2-16,3-2 2 15,0 4 0-15,-4 4-1 16,-1-2-1-16,-2 4 2 15,-2-8-1-15,2-3-1 16,-2-1 1-16,-1-4 0 16,1 1 1-16,-1 0-2 15,-1 6 2-15,0 1-1 16,0-2-1-16,0 2 1 16,9-5 0-16,-1-2 1 0,2 1 0 15,3-6-2-15,-1-2 0 16,1-3 1-16,1 0-1 15,-3-1 5-15,7-1-4 16,-6-1-1-16,7-1 8 16,-4-1-6-16,1 1 5 15,-1-3 3-15,2-4 2 16,-4-3-5-16,0-5 1 16,-5-2-2-16,3-4 1 15,-7-3 1-15,-4-6-2 16,0-8-2-16,0-7 6 15,-12-4-1-15,-7 1 3 16,-3-5-3-16,-4 2 1 0,-4-5 2 16,-3-3-2-1,0-4-5-15,0-6-2 0,2-5-3 16,1-8 1-16,0-5 0 16,-3-2 0-16,-2-8-2 15,-1-5-2-15,-1-2-12 16,-1 0-6-16,-2-16-24 15,2-16-34-15,-6-14-142 16,-10-18-419-16</inkml:trace>
  <inkml:trace contextRef="#ctx0" brushRef="#br0" timeOffset="100351.362">18580 8639 507 0,'0'0'1'0,"0"0"2"0,-32-83 28 0,12 54 6 15,-5 3 16 1,-1 2-6-16,-2 4-1 0,-2-2-19 15,-3 4-3-15,-4 2 11 16,-5 3-12-16,-1 4-7 16,-6 5 3-16,-5 4-11 15,-6 0-2-15,-3 11-1 16,4 7-4-16,5 3 4 16,4 3-4-16,3 3 4 15,10 0 0-15,4 0-1 16,5 4 1-16,2 0-3 15,4 6 1-15,4 3 3 16,0 2-1-16,6 0 2 16,-1 0 2-16,5 2-5 0,5-2-4 15,3 2 0-15,0 0 0 16,6 0 5-16,8-5-1 16,4 3-1-16,2-2 5 15,0-2 2-15,8 3-7 16,2 0-3-16,3-1 11 15,6 3-3-15,1-4-2 16,5 0-1-16,3-4-3 16,0-3 0-16,4-4 3 15,1-5-3-15,5-6-2 16,-1-4 2-16,-3-6-1 16,-2-6 0-16,5-1 0 15,1 0 2-15,0-10 1 0,0-7-3 16,-2-1-1-16,2-6 1 15,-5-4 1-15,2-3-1 16,-5-4-1-16,-2-8 1 16,-8 2 0-16,-1-5-1 15,-7-1 1-15,-9 1 0 16,-5-1-1-16,-8-1 1 16,-8-5 3-16,-2-4-1 15,-6-4-2-15,-18-1 0 16,1 0 1-16,-7 2-1 15,4 1 0-15,-3 5 2 16,3 4 0-16,-4 2-1 0,0 3 5 16,-4 4 14-16,-7 4 3 15,-3 5-13-15,-4 5 9 16,-1 5-16-16,-5 5-3 16,-1 4-1-16,-5 6 0 15,5 4 0-15,0 3 8 16,2 0-6-16,5 0-2 15,12 9-9-15,8-1-50 16,11 3-13-16,6 1-83 16,-2-7-207-16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18:33.594"/>
    </inkml:context>
    <inkml:brush xml:id="br0">
      <inkml:brushProperty name="width" value="0.05292" units="cm"/>
      <inkml:brushProperty name="height" value="0.05292" units="cm"/>
      <inkml:brushProperty name="color" value="#FFC000"/>
    </inkml:brush>
  </inkml:definitions>
  <inkml:trace contextRef="#ctx0" brushRef="#br0">18431 15257 626 0,'0'0'2'0,"0"0"15"0,0 0-15 0,0 0 5 0,0 0 24 0,0 0 5 0,0 0-14 16,0 0-14-16,0 0-6 16,0 0 2-16,0 0-4 15,6 0-22-15,-2 0-84 16,-4 0-93-16,0 0-182 15</inkml:trace>
  <inkml:trace contextRef="#ctx0" brushRef="#br0" timeOffset="1153.609">18173 13769 258 0,'0'0'8'0,"0"0"0"0,0 0 30 0,0 0-6 15,0 0-18-15,0 0-1 16,-9-46 1-16,9 43-5 15,0 3-9-15,7-4-4 16,11 4-63-16,-7-9-75 16</inkml:trace>
  <inkml:trace contextRef="#ctx0" brushRef="#br0" timeOffset="2009.432">19529 13215 183 0,'0'0'0'0,"0"0"2"0,0 0-1 0,0 0 3 16,0 0 11-16,0 0 3 16,0 0-8-16,13 0-9 15,-10 0 2-15,0 0-2 16,2 0-1-16,1 0 0 15,-1 0-39-15</inkml:trace>
  <inkml:trace contextRef="#ctx0" brushRef="#br0" timeOffset="75328.34">6958 5976 443 0,'0'0'3'0,"0"0"-3"0,-33-91 12 0,27 67 24 15,-1 8 38-15,4 2-2 16,3 6-14-16,-2 6-7 16,2 2-8-16,0 0-19 0,0 14-22 15,5 19 30 1,10 13 37-16,4 6-17 0,2-1-17 16,4-5-4-16,1-6-6 15,-3-12-11-15,2-7-6 16,3-10 3-16,10-11 0 15,13-4 8-15,18-32-2 16,16-15-8-16,12-17-5 16,7-4-4-16,-2 5-10 15,-5 10-83-15,-5 15-61 16,-11 18-122-16,-17 12-182 16</inkml:trace>
  <inkml:trace contextRef="#ctx0" brushRef="#br0" timeOffset="75805.866">6961 7483 304 0,'0'0'314'0,"0"0"-291"0,0 0 74 15,0 0 5-15,0 0-19 16,0 0-57-16,-30 13-3 16,30 22 30-16,8 1-20 15,8-1-10-15,2-9-5 0,12-6 0 16,16-14 0-16,18-6 1 15,24-16-5-15,21-26-4 16,17-16-6-16,9-10-4 16,0 1-90-16,-7 2-95 15,-12 11-167-15</inkml:trace>
  <inkml:trace contextRef="#ctx0" brushRef="#br0" timeOffset="76278.347">6909 8589 561 0,'0'0'10'0,"0"0"47"0,0 0 64 0,0 0-1 16,0 0-60-16,0 0-48 15,-20 23 24-15,37 4 7 16,7-2-10-16,1-2-4 16,5-6-13-16,7-5-2 15,11-10-2-15,17-2-1 16,23-25 0-16,20-21-8 15,19-16-3-15,11-9-2 16,6-8-127-16,-4-3-219 16</inkml:trace>
  <inkml:trace contextRef="#ctx0" brushRef="#br0" timeOffset="76780.993">6448 10122 725 0,'0'0'4'0,"0"0"10"0,0 0 34 0,0 0 18 0,0 0-7 15,-33 81-29 1,46-62-4-16,7-5-3 0,5-3 5 16,8-2-9-16,3-5 1 15,13-4-4-15,23-5-6 16,23-27 0-16,28-12-6 15,14-9-4-15,6 0-24 16,-6-4-147-16,-13 6-153 16</inkml:trace>
  <inkml:trace contextRef="#ctx0" brushRef="#br0" timeOffset="77252.197">6522 11447 572 0,'0'0'10'0,"0"0"80"0,0 0 26 0,0 0-32 16,0 0-26-16,0 0-19 16,-53 53 4-16,56-32-6 15,13-1-6-15,5-1-8 16,7-10 0-16,18-7-2 16,19-2-12-16,18-23 4 15,22-14-8-15,12-7-5 0,9-8-81 16,2-5-80-1,-1-7-177-15</inkml:trace>
  <inkml:trace contextRef="#ctx0" brushRef="#br0" timeOffset="77702.103">6333 12959 607 0,'0'0'13'0,"0"0"83"0,0 0 1 0,-29 74-13 15,32-46-20-15,21-4-19 16,9-9-11-16,23-7 4 16,15-8-17-16,32-28-3 15,25-22-15-15,26-22-3 16,19-15-152-16,4-12-187 16</inkml:trace>
  <inkml:trace contextRef="#ctx0" brushRef="#br0" timeOffset="78132.001">6643 14221 674 0,'0'0'15'0,"0"0"4"0,0 0 67 0,0 0-24 15,0 0-46-15,0 0 20 16,48 7 23-16,26-7 0 16,22-28-33-16,20-17-21 15,17-16-5-15,13-12-9 16,8-14-148-16,1-1-80 15,-4 0-75-15</inkml:trace>
  <inkml:trace contextRef="#ctx0" brushRef="#br0" timeOffset="78431.003">7154 15350 494 0,'0'0'13'0,"0"0"2"0,0 0 57 15,114-24 68-15,-48-20 15 16,31-25-64-16,42-36-40 16,65-33-39-16,82-45-12 15,62-47-35-15</inkml:trace>
  <inkml:trace contextRef="#ctx0" brushRef="#br0" timeOffset="81154.964">16809 5765 650 0,'0'0'5'0,"0"0"-5"0,0 0 22 0,0 0 27 15,0 0 7 1,0 0 30-16,-67 96-10 0,67-57-25 16,0-5-8-16,1-8-18 15,18-5-8-15,14-6-4 16,20-14-3-16,29-1 4 16,33-30-3-16,36-22-9 15,25-13 0-15,12-4-2 16,-3 3-14-16,-14 11-49 15,-19 15-27-15,-19 9-54 16,-30 14-73-16,-34 12-197 16</inkml:trace>
  <inkml:trace contextRef="#ctx0" brushRef="#br0" timeOffset="81482.083">17165 7164 837 0,'0'0'7'16,"0"0"-2"-16,0 0 16 0,0 0 15 15,0 0-25-15,0 0-5 16,-16 66 39-16,27-26 7 16,14-8-34-16,16-10-4 15,28-13 5-15,33-9 11 16,37-25 1-16,32-27-21 16,27-18-10-16,6-9-47 15,0-4-110-15,-14 1-170 16</inkml:trace>
  <inkml:trace contextRef="#ctx0" brushRef="#br0" timeOffset="81936.856">16912 8858 667 0,'0'0'4'0,"0"0"2"0,0 0 46 0,0 0 28 15,-62 86 2-15,62-68-26 16,23-11-16-16,29-7 12 15,35-22 2-15,46-31-23 16,43-26-22-16,33-21-9 16,20-5-11-16,-5 3-127 0,-25 15-170 15,-37 20-218 1</inkml:trace>
  <inkml:trace contextRef="#ctx0" brushRef="#br0" timeOffset="82256.663">17063 10213 758 0,'0'0'25'16,"0"0"-10"-16,0 0 49 16,177-111 17-16,-29 28-49 15,52-26-21-15,52-14-11 16,42-13-11-16,15-10-154 15,-18-1-493-15</inkml:trace>
  <inkml:trace contextRef="#ctx0" brushRef="#br0" timeOffset="82691.093">17123 11930 69 0,'0'0'825'0,"103"-48"-821"16,-4 2-1-16,24-10-3 0,17-8-5 15,14-5-140 1,10-10-164-16</inkml:trace>
  <inkml:trace contextRef="#ctx0" brushRef="#br0" timeOffset="83104.056">17389 13484 784 0,'0'0'16'0,"107"-56"15"16,-15 1 1-16,26-15-23 16,22-11-9-16,27 2-64 15,4 0-200-15</inkml:trace>
  <inkml:trace contextRef="#ctx0" brushRef="#br0" timeOffset="83501.248">17853 14979 839 0,'0'0'11'0,"87"-81"-4"16,0 15 27-16,42-19 15 15,59-10-27-15,65-12-14 16,55-17-8-16,31-17-140 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21:29.848"/>
    </inkml:context>
    <inkml:brush xml:id="br0">
      <inkml:brushProperty name="width" value="0.05292" units="cm"/>
      <inkml:brushProperty name="height" value="0.05292" units="cm"/>
      <inkml:brushProperty name="color" value="#FFC000"/>
    </inkml:brush>
  </inkml:definitions>
  <inkml:trace contextRef="#ctx0" brushRef="#br0">13452 5335 451 0,'0'0'10'0,"-6"-93"38"0,-13 41-15 0,-3-9 0 16,-5-8-1-16,4-7 23 15,-2-13-6-15,1-4-34 0,0 7 4 16,-4 5-3 0,-5 10-4-16,-7 9-5 0,-12 5-3 15,-14 6-4-15,-9 14-1 16,-8 9-5-16,-8 11 5 16,-6 8 1-16,-12 9 2 15,-12 0 2-15,-7 6 11 16,-8 11-15-16,-6 2 0 15,-8 2 5-15,2 4-1 16,-3 5 0-16,-6 2-4 16,-2 2 3-16,-11 0-1 15,-8 1-2-15,-5 5 0 16,-1 0 6-16,-1 6-5 16,2 7-1-16,1-1-1 15,0 2-1-15,-3 0-3 0,4-2 5 16,7 4 3-16,8 7-2 15,2 6-1-15,10 3 1 16,4 2-2-16,3 4 0 16,10-2 1-16,10 0 0 15,11 2 2-15,10-1-2 16,18 0 4-16,11 3-3 16,17 2-1-16,12 6-3 15,12 1 1-15,5 1 2 16,4 5 0-16,8 2 2 15,4 2-1-15,6-5-1 16,6 1 2-16,3-5-1 0,3 2-1 16,18 1-2-1,7 1 2-15,6 1 1 0,8-3-1 16,6-4-1-16,10-3 1 16,12-2 3-16,12 1-1 15,11-5-2-15,8-4 5 16,11-5-5-16,9-3 2 15,9-9 2-15,3-2-2 16,5-8 2-16,6-9-4 16,18-7 0-16,13-7 4 15,15-5 3-15,9-6-7 16,5-3 2-16,-2-4 0 16,10-2 0-16,7-5 1 0,11 0-2 15,9-18 1-15,-2-6-1 16,3-6-1-16,-3-1 2 15,2-9-2-15,-2-4-1 16,-7-4 1-16,-10-6 4 16,-8-1-4-16,-6-3 0 15,-3-4 2-15,-9-1-2 16,-12-6 0-16,-9-3 0 16,-16-1 1-16,-10-5 2 15,-9-4 0-15,-13-4-1 16,-7-6-2-16,-13-5 0 15,-11-2 1-15,-11 2 2 16,-13-2-2-16,-13-3-1 16,-13-2 4-16,-14-3-3 0,-13 2-1 15,-16 3 2 1,-1 2-1-16,-25 3 10 0,-18 3 0 16,-17 8-3-16,-13 9 12 15,-9 7-7-15,-11 1-3 16,-5 4-3-16,-5 5-1 15,-1 1-4-15,5 5-1 16,8 3-1-16,5 2 4 16,9 2-2-16,0 8-2 15,7 4-3-15,7 6 3 16,8 7 0-16,7 8 2 16,11 5-2-16,10 7 0 15,12 2-4-15,12 0-17 0,3 17-46 16,8 6-28-1,17 1-103-15</inkml:trace>
  <inkml:trace contextRef="#ctx0" brushRef="#br0" timeOffset="1170.044">20332 4964 428 0,'0'0'3'0,"-163"-126"4"0,57 72 4 0,-9 0-9 16,-10 4 15-16,-8 4-9 16,-9 8-2-16,-2 8-1 15,-5 9 3-15,-10 7 1 16,-2 7-2-16,-10 7-1 16,-1 0-2-16,-8 17 2 15,1 12-3-15,3 12 3 16,7 8 1-16,6 7 0 15,5 2-2-15,5-1 2 0,6 4 4 16,6 4-2 0,5 3-2-16,10 2 1 0,5 3 0 15,7 1-1-15,4 0 3 16,3 2 1-16,4 4 1 16,4 0-5-16,3 7 0 15,10 6 0-15,9 6-4 16,10 5 3-16,12 4-4 15,9 2 7-15,10 5-9 16,9 1 14-16,12 2-6 16,11-2-3-16,4 6 1 15,7 6-3-15,23 1 2 16,10 4-2-16,16 0 3 16,14-8-3-16,15-5-3 15,13-11 6-15,16-7 6 0,8-10-1 16,9-6 2-16,14 1-1 15,16-8-3-15,20-4 2 16,21-7-2 0,18-9-3-16,8-10 5 0,14-5-5 15,8-7-2-15,11-7 0 16,7-3-4-16,0-7 0 16,2-2 0-16,-3-9 0 15,3-9 6-15,6 0-6 16,-1-14 0-16,-5-13 0 0,6-10 0 15,0-8 4 1,-5-10-9-16,-6-7 4 0,-8-11 1 16,-6-9 14-16,-6-4-13 15,-12-3 1-15,-14-4 0 16,-12-1 0-16,-19-13 3 16,-7-3-5-16,-17-8-4 15,-19-6-4-15,-18-10 4 16,-25-4 4-16,-26-3 0 15,-17-2 0-15,-23 4 0 16,-20-6 4-16,-16-2-1 16,-6-1 9-16,-25 0 9 15,-14 3-5-15,-12 7-6 16,-15 9 0-16,-14 9-10 16,-16 5 1-16,-18 7-5 0,-19 2 7 15,-21 7-3-15,-22 11 0 16,-23 9 2-16,-38 17-8 15,-32 21 12-15,-54 23-2 16,-51 23-4-16,-63 48-36 16,-68 37-76-16,-76 24-140 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22:08.347"/>
    </inkml:context>
    <inkml:brush xml:id="br0">
      <inkml:brushProperty name="width" value="0.05292" units="cm"/>
      <inkml:brushProperty name="height" value="0.05292" units="cm"/>
      <inkml:brushProperty name="color" value="#FFC000"/>
    </inkml:brush>
  </inkml:definitions>
  <inkml:trace contextRef="#ctx0" brushRef="#br0">28306 5698 616 0,'0'0'2'0,"0"0"36"0,0 0-12 16,0 0-18-16,0 0 44 15,-3 73 5-15,3-21-8 0,0 7 8 16,0 6-6-16,0 2-5 16,0-1-3-16,0 0-11 15,0-1-2-15,0 2-10 16,0-5 3-16,5 1-9 15,-1-3-2-15,-2-5 2 16,-1-1 1-16,-1-5-7 16,0-9-1-16,0-1 0 15,0-11-7-15,0-7 5 16,0-7-4-16,0-9-1 16,0-3 0-16,0-2-10 15,2-10-21-15,2-16-70 0,3-13-73 16,0-7-123-1,-3-11-281-15</inkml:trace>
  <inkml:trace contextRef="#ctx0" brushRef="#br0" timeOffset="1795.924">28315 5691 488 0,'0'0'20'0,"0"0"41"0,0 0 26 0,0 0-45 15,0 0-4-15,0 0-22 16,-4 0-16-16,14 0 0 15,17 0 15-15,13 0 0 16,14-3-7-16,14-6-3 16,10-4-5-16,12 0 4 15,4-1-2-15,-2 1-1 16,2 3-1-16,-3-2 4 16,-1 6-4-16,1-3 2 15,0-2-1-15,7 0 9 16,1-1-4-16,2-2 4 15,4 0 5-15,-5 0 3 0,-1 3-10 16,-6 2-3-16,-8 1 0 16,-7 1 3-16,-10 1-6 15,-7 2 8-15,-7 0-2 16,-7 1 0-16,-11-2-2 16,-10 1 6-16,-4-1 2 15,-5 3-3-15,-5-2 1 16,-5 1-1-16,-2 1-3 15,-3 1 6-15,-2 1 8 16,0-1 8-16,0 1-13 16,0 0-11-16,0 0-6 15,0 0-2-15,0 0-4 0,0 4 1 16,3 10 5-16,0 4 1 16,1 1 0-16,-1 5 3 15,-2 5 0 1,1 3 6-16,-1 5-2 0,1 2 3 15,1 4 10-15,1 4 11 16,-1 5-12-16,3 2 7 16,0 0-6-16,0-4-7 15,0 0-2-15,0-1-2 16,1 4-1-16,-2-2 1 16,4 1 0-16,-3 1 1 15,1-4-5-15,-1-2-2 16,0-2-1-16,-1-3 6 0,1-4-5 15,-2-2-1 1,0-4-2-16,1-2-1 0,-2-1 2 16,1-6 0-16,-1 0-2 15,-1-4 0-15,1-2 0 16,-2-5-1-16,-1-4 1 16,0-1 5-16,0-2-5 15,0-4-1-15,0-1 1 16,0 0 8-16,0 0 2 15,0-3-5-15,0-7-5 16,0 2-2-16,-6-1 1 16,-1 2 1-16,-5 0-1 15,0 1-2-15,-3 2-3 16,-3-2 1-16,-1 5 3 0,-2 0 0 16,-1 1 0-16,-7 0 0 15,-4 0 0-15,-4 0 2 16,-4 0 0-16,-1 0-1 15,-3 0 1-15,-3 2 0 16,-6 4 0-16,-4 0 1 16,3 1-1-16,0-3 0 15,1 3 0-15,2-1 0 16,2 0-1-16,1-1 0 16,3 1 1-16,0 0 1 0,1-1 0 15,-1-2-1 1,1 3 0-16,-6-4 1 15,1 2 0-15,-1-1 3 0,-3-1-4 16,5-1 0-16,6 2 0 16,5-1-1-16,5-2-2 15,2 1 5-15,1 0-2 16,0 0 0-16,1 1-2 16,2 2 0-16,-1-1 1 15,1 0 1-15,-2 1 1 16,1 2-1-16,0 0 0 15,2 0 0-15,4-1 0 16,3-1 0-16,2 1 0 16,2-3-1-16,2 4 2 15,0-1-1-15,2 0 0 0,0-2 0 16,0 1 0-16,2 0 0 16,-1-1 1-16,-1-1 0 15,-1 1-1-15,0-2 0 16,-3 1 0-16,0-1 4 15,-1 1-3-15,-2-2 0 16,1 0-1-16,0 0 0 16,1 0 1-16,0 0 0 15,1 0-1-15,-1 0 0 16,-1 0 0-16,-4 0 0 16,2 0-1-16,3 1 1 15,-1 2 0-15,5-1 0 16,0 0 0-16,2 1 0 15,1-1 0-15,0-1 0 16,4 2 0-16,-2-3 0 0,3 0 0 16,1 0 0-16,-3 0 0 15,1 0 3-15,-1 0-2 16,0 0 3-16,2 0 3 16,-1 0 1-16,1-3-2 15,-1 0 7-15,1-1-2 16,1 0-1-16,-1 1 2 15,0-2-2-15,0 1-1 16,1 1-4-16,0-3 2 16,0 1-4-16,0 0 2 0,1 1 0 15,-1 0 0 1,-1-2 0-16,3 0 2 0,-2 0 0 16,0 3-1-16,1-2 2 15,-1-1-2-15,3 3 0 16,-1 1-6-16,1 0 0 15,0 0-1-15,0 2 0 16,0-1-20-16,0-2-36 16,0-7-83-16,16-10-210 15</inkml:trace>
  <inkml:trace contextRef="#ctx0" brushRef="#br0" timeOffset="2911.583">28815 5699 266 0,'0'0'124'0,"0"0"1"0,0 0-11 0,0 0-37 0,0 0-17 16,0 0-10-16,0 0-12 15,1-29-32-15,-1 32-3 16,0 13 9-16,0 5 13 16,0 8 4-16,0 3 12 15,0 8-1-15,0 1-9 16,0 1-3-16,-3-1-1 0,-2-2-6 15,-1 1 4-15,0-1 3 16,-1 1 0-16,0 0-1 16,0-5-8-16,-1 4-4 15,2-2 6-15,-1-3-6 16,-2 1-8-16,0-2 6 16,1-1-3-16,2 0-3 15,-1-2 0-15,4 0 0 16,0-2 1-16,2 0-2 15,-1-2 1-15,-2-1-3 16,2-2-1-16,-1-1 0 16,0 1-1-16,0-5-1 15,-1 3-1-15,1-2 1 0,1-2 2 16,-1-1-3-16,3-3 0 16,0-5 1-16,0-2-1 15,0-3 2-15,0-3-2 16,0 0-2-16,0 0-15 15,0-7-10-15,6-9-55 16,6-4-46-16,0-3-96 16,3-6-284-16</inkml:trace>
  <inkml:trace contextRef="#ctx0" brushRef="#br0" timeOffset="3548.488">29264 5649 19 0,'0'0'285'0,"0"0"-204"0,0 0 9 0,0 0-26 0,0 0-12 15,0 0-9 1,0-6-14-16,0 6-22 0,0 1 4 16,2 12 35-16,-2 5 8 15,0 6 5-15,0 6-9 16,0 6-2-16,0 3-3 15,0 3-5-15,0 3-8 16,0-1-8-16,-3-1-5 16,-2-3 6-16,4 2-2 15,-4 0-3-15,0-2 0 16,1 4-3-16,-2 0-4 16,0 1 0-16,2 0 9 15,-2-1-3-15,0-4-2 0,-1 0 0 16,-1-3-2-16,2 0-1 15,-2-3-2-15,1-5-1 16,3-1-4-16,-1-2-3 16,2-4 0-16,0-2-1 15,0 0 0-15,1-4 0 16,1-2-3-16,1-3 2 16,0-2 0-16,0 0 1 15,0-1-3-15,0-4-3 16,0 1 3-16,0-2-9 15,0-2-15-15,0 1-11 16,0-2-26-16,3 0-32 16,8-6-38-16,0-14-140 15,1-10-307-15</inkml:trace>
  <inkml:trace contextRef="#ctx0" brushRef="#br0" timeOffset="4155.901">29752 5485 234 0,'0'0'48'0,"0"0"43"0,0 0-13 0,0 0-34 0,0 0-25 16,0 0-14-16,-2-1 18 16,2 16 28-16,-1 4 30 15,-2 10-12-15,0 2-13 16,0 4 11-16,0 1-9 15,0 7-8-15,-1 1-2 16,1 5-12-16,-2 1-2 16,1 3-3-16,-1-3 5 15,0-2-8-15,0-1-4 16,2-4-7-16,0 1 0 0,0-1-3 16,1 3-6-16,-1-3-2 15,2 2 1-15,-4-2 1 16,2 0 0-16,-1-4-2 15,-3 0 1-15,2-2-1 16,-1 0 0-16,-2-4 3 16,1-2-4-16,-2-1-2 15,3-5 0-15,2-3 2 16,-1-7-4-16,5-2 0 16,0-4-1-16,0-5 2 15,0-3-2-15,0-1-1 16,0 0-8-16,0-3-15 15,3-9-31-15,8-7-30 0,2-4-60 16,0-4-128-16,5-10-254 16</inkml:trace>
  <inkml:trace contextRef="#ctx0" brushRef="#br0" timeOffset="4683.41">30095 5447 349 0,'0'0'44'15,"0"0"81"-15,0 0-59 0,0 0-19 16,0 0-40-16,0 0 36 16,30 35 1-16,-24-1 9 15,1 7 4-15,-2 4 9 16,-2 6 1-16,-2-1-8 16,2 7-7-16,-1 5-7 15,-1 0-5-15,-1 0-4 16,0-3 0-16,0-4-5 0,0-1-3 15,0 0-1 1,-3 2-4-16,-3-1-3 0,0 4-2 16,1-8-4-16,0-1-4 15,3-5 1-15,2-1 0 16,0-7-3-16,0-3 2 16,0-4-4-16,0-6-2 15,0-6-3-15,0-3-1 16,2-8 2-16,-2-6-2 15,0-1-2-15,0 0-2 16,0-13-15-16,0-9-36 16,0-8-40-16,-12-7-66 0,-6-9-131 15,-2-9-452 1</inkml:trace>
  <inkml:trace contextRef="#ctx0" brushRef="#br0" timeOffset="5326.897">28475 5929 295 0,'0'0'21'0,"0"0"31"0,0 0 22 0,0 0 5 16,0 0-7-16,0 0-26 16,-78 27 6-16,78-26-28 15,16 3 36-15,16-4 36 0,13 0-23 16,20 0-35-16,16 0-7 16,11-4-17-16,10-3-3 15,5-1-4-15,4 2-1 16,0 2-2-16,4-1 0 15,-3 0 3-15,-1 1-1 16,-5 0 6-16,-4 1-1 16,-6-1 6-16,-4 1-4 15,-2-1-3-15,-8 1 0 16,-9-3 4-16,-9 3 0 16,-10-3 0-16,-6-1-1 15,-8 0 1-15,-5-2 0 16,-7 0-2-16,-4 1-7 15,-8-2 4-15,-5 4-6 0,-8 5 1 16,1-1-1-16,-4 1-3 16,0 1 0-16,0 0-38 15,-10 0-79-15,-22 1-6 16,-15 8-134-16,-13 4-203 16</inkml:trace>
  <inkml:trace contextRef="#ctx0" brushRef="#br0" timeOffset="5933.322">28266 6285 485 0,'0'0'13'0,"0"0"-8"0,0 0-1 16,119 0 5-16,-72 0 22 16,8 0-5-16,9 0 4 15,12 0 8-15,6 0 15 16,9 0-8-16,3 0-6 16,2 0-6-16,-2 0-2 15,0 0-8-15,2 0 0 16,1 0 8-16,2 0-4 15,-1 0-5-15,-2 0-1 16,-5 0 5-16,0 0 2 16,-2 0 8-16,-1 0-6 15,-3 0-5-15,-7 0-6 0,-4 0-7 16,-5 0 3-16,-8 0-5 16,-10 0 0-16,-8-1 0 15,-10-1 4-15,-8-1-7 16,-9 2-3-16,-10 1-1 15,-5-3-3-15,-1 3-2 16,-12 0-18-16,-22 0-21 16,-21 0-96-16,-16 3-49 15,-7 4-89-15,-6-3-297 16</inkml:trace>
  <inkml:trace contextRef="#ctx0" brushRef="#br0" timeOffset="6692.229">28276 6508 239 0,'0'0'24'0,"0"0"116"0,0 0-53 0,0 0-13 15,82 44 3-15,-52-36-8 16,6 0-26-16,4-1-14 16,16-3 23-16,11 0 3 15,13-3-8-15,13-1-7 16,5 0-15-16,7 0-4 16,2 0-2-16,2 0-7 15,1 0-6-15,4 0 2 16,-4-1-2-16,1-4-1 0,-5 1 1 15,1 0 3-15,-3-1 12 16,-1 1-2-16,-9 0-4 16,-7 1 6-16,-10 1 0 15,-11 0-3-15,-11-1-3 16,-13 3-1-16,-9 0 4 16,-9 0 2-16,-10 0-1 15,-6 0-2-15,-6 0-3 16,-2 0-2-16,0 0 1 15,0 0-3-15,0 0-5 16,0 0-1-16,0 0 0 16,0 0-3-16,0 0 0 15,0 0-1-15,0 0 1 16,0 0-1-16,0 0 0 0,0 0-1 16,0 0 1-16,0 0 0 15,0 0 1-15,0 0 0 16,0 0 0-16,0 0-1 15,0 0 0-15,0 0 1 16,0 0-2-16,0 0-5 16,0 0-26-16,0-2-26 15,-7-3-43-15,-6-3-104 16,0-6-187-16</inkml:trace>
  <inkml:trace contextRef="#ctx0" brushRef="#br0" timeOffset="11830.216">14797 5523 270 0,'0'0'0'0,"0"0"-2"16,0 0 2-16,0 0 42 0,0 0 39 15,0 0-11-15,89 44-30 16,-60-27 0-16,2-1-17 15,9 1-3-15,2-2 3 16,4 2 1-16,5 0-6 16,4-1 0-16,2 0-4 15,2-1-1-15,2-2 0 16,-1 0-2-16,3-2 2 16,1-2-1-16,5 0-4 15,4-2-2-15,0-4-1 16,2-3-2-16,-1 0-2 15,-1 0 1-15,2 0 2 16,1 0-3-16,-1 0 0 16,-3 1 0-16,2 4 1 15,-1-3-1-15,-3 1 2 0,-1 0-1 16,-5-1-1-16,-5-2 3 16,4 0-3-16,-3 0-1 15,4 0 1-15,2 0 1 16,-1 0-2-16,1-2-1 15,-3-2 1-15,-1-2 0 16,1-1 1-16,2 3-2 16,1-2 1-16,-2 0 0 15,0-3 2-15,1 2-2 16,-1 0 1-16,-5 6-1 0,3-2 3 16,-6 0-3-16,-1 1 0 15,-2 0 1-15,0-3 1 16,3 5 1-16,2-5 2 15,1 3 1-15,2-1-2 16,-6 3 0-16,1 0 0 16,-5 0 0-16,-3 0-1 15,-1 0 0-15,0 0 1 16,0 0-3-16,-2 0-1 16,1 0 5-16,3 0 8 15,-2 0-3-15,0 0-3 16,1 0 1-16,-2 0-1 15,-1 0 0-15,-2 0-1 0,1 5-1 16,-1-3 6 0,-1 1-3-16,0 0-1 0,-3-1-2 15,0-1-1-15,-1 0-1 16,1-1-2-16,1 0 1 16,2 0 2-16,0 0-2 15,1 3 0-15,2-1 1 16,-2 1 12-16,0 2-12 15,-3-2 1-15,-1 0 1 16,1 0-3-16,1 0 1 16,-1-1-1-16,2 3 1 15,1-4-3-15,-2 4 3 16,-3-4-2-16,1 1 1 16,0 0 0-16,0 3 2 0,2-1 1 15,0-1-4-15,1 3 2 16,2-2-2-16,-2-1 1 15,-1 0 0-15,3-2-1 16,-2 0 6-16,1 1-1 16,-3 0-2-16,-1 0 2 15,0 1-2-15,1 0 0 16,4 0 0-16,-2 0 2 16,0 0-1-16,-6-1 4 15,2 1-2-15,-4-3-1 0,-2 5 1 16,3-5 1-1,-2 4 1-15,1-3-1 16,-1 2-1-16,0 0-1 0,-2 0 1 16,-3-2 0-1,-1 0 2-15,0 1-3 0,-3-2 5 16,-5 0 0-16,2 0 0 16,-4 0 3-16,-2 0 0 15,-3 0-3-15,-6 0-1 16,2 0 0-16,-5-3-3 15,-1 2 4-15,-1 1-2 16,-1-3-3-16,0 3-4 16,0-1-2-16,0-1-8 15,-1 2-28-15,-15 0-44 16,-2 0-34-16,-5 0-119 0,1-3-352 16</inkml:trace>
  <inkml:trace contextRef="#ctx0" brushRef="#br0" timeOffset="32604.648">29001 7574 528 0,'0'0'3'0,"0"0"23"0,0 0 13 0,0 0 29 0,0 0-22 15,0 0-19-15,0 0-27 16,0-22-8-16,0 46 8 15,2 14 14-15,8 13 20 16,5 6-5-16,2 6 18 16,2 2-5-16,-2 2-11 0,0 5-7 15,0 0-10 1,-4 2-1-16,-1-5-6 0,0-6 4 16,-3-2 2-16,-1-3-1 15,-2-2 0-15,2-2 8 16,-2-7-5-16,0-5-3 15,-1-5-2-15,-2-8-2 16,-2-4 1-16,1-5-4 16,0-6 0-16,-2-6-2 15,0-4 1-15,0-4-3 16,0 0-1-16,0 0-2 16,0 0-54-16,0 0-48 0,-4-10-101 15,-11-9-305 1</inkml:trace>
  <inkml:trace contextRef="#ctx0" brushRef="#br0" timeOffset="32911.57">28971 8521 461 0,'0'0'146'0,"0"0"-143"0,0 0-3 16,0 0 90-16,0 0-22 16,35 89 3-16,-13-65-26 0,-1-1 0 15,2-2-13-15,-1 0-4 16,-2 1-5-16,-1-4-15 16,-4-1-1-16,-4-3-6 15,-1-3 1-15,-6-3-1 16,1-2 3-16,0-3-4 15,-2-3-21-15,3 0-27 16,2-3-37-16,0-14-96 16,-1-4-110-16</inkml:trace>
  <inkml:trace contextRef="#ctx0" brushRef="#br0" timeOffset="33089.987">29264 8610 3 0,'0'0'613'0,"0"0"-582"0,0 0 91 16,0 0 19-16,-25 93-70 16,17-74-15-16,1 2-24 15,-1-7-17-15,5-1-11 16,-1-5-4-16,3-1-17 16,1-4-134-16,0-3-203 15</inkml:trace>
  <inkml:trace contextRef="#ctx0" brushRef="#br0" timeOffset="33623.628">29728 7531 361 0,'0'0'90'0,"0"0"4"15,0 0 32 1,0 0-38-16,0 0-30 0,0 0-47 15,-3-14-11-15,3 33 0 16,2 12 23-16,5 6 10 16,5 7 5-16,-3 4 7 15,0 6-1-15,0 2-10 16,-2 3-6-16,1 5-3 16,-2 1 1-16,-1 1-5 15,0 0 0-15,-4-6-1 16,3-3-2-16,-3-4-3 15,-1-7-6-15,0 0-1 16,0-4 0-16,0-5-4 16,0-5-2-16,0-4 1 0,0-5-2 15,-1-5 1-15,-3-4-1 16,3-6 0-16,1-2-1 16,-2-5-7-16,2 2-34 15,0-3-31-15,-1 0 1 16,-2 0-66-16,-4-12-207 15</inkml:trace>
  <inkml:trace contextRef="#ctx0" brushRef="#br0" timeOffset="33847.568">29628 8490 698 0,'0'0'68'0,"0"0"-56"0,0 0 105 0,0 0-45 16,0 0-14-16,0 0-26 15,37 78-18-15,-19-69-9 16,-3 1 0-16,2-5-5 16,-2-4-65-16,1-1-141 15,1 0-265-15</inkml:trace>
  <inkml:trace contextRef="#ctx0" brushRef="#br0" timeOffset="34020.264">29893 8501 791 0,'0'0'114'0,"0"0"-30"0,0 0 24 16,0 0-29-16,0 0-38 15,-77 92-21-15,70-71-13 16,2-3-5-16,3-6-2 15,2-5-71-15,0-7-148 16,14 0-250-16</inkml:trace>
  <inkml:trace contextRef="#ctx0" brushRef="#br0" timeOffset="34485.873">30367 7400 598 0,'0'0'94'16,"0"0"33"-16,0 0-40 15,0 0-73-15,0 0-6 16,0 0 30-16,22 96 13 0,-16-52-1 16,-2 6 13-1,1 4-3-15,0 4-18 0,-1 1-7 16,0 1-9-16,-2 0-10 16,-2-2-5-16,0-1-4 15,0 3-3-15,0-4-2 16,0-5 0-16,0-6-1 15,0-7 0-15,0-4 2 16,1-5-3-16,1-3 4 16,-2-3-3-16,1-4 0 15,-1-1-1-15,2-6-2 16,-2-4 0-16,0-3-14 16,0-4-32-16,0-1-29 15,0 0-25-15,0-14-140 16,-2-7-331-16</inkml:trace>
  <inkml:trace contextRef="#ctx0" brushRef="#br0" timeOffset="34710.543">30191 8322 723 0,'0'0'41'0,"0"0"120"16,0 0-72-16,0 0-26 16,0 0-34-16,71 74-15 0,-47-66-8 15,1-2-6 1,1-5-1-16,1-1-71 0,-2 0-119 16,-1-4-305-16</inkml:trace>
  <inkml:trace contextRef="#ctx0" brushRef="#br0" timeOffset="34906.796">30586 8204 750 0,'0'0'150'16,"0"0"-2"-16,0 0-66 16,0 0-4-16,0 0-32 0,-67 92-15 15,49-63-8 1,4 0-14-16,2-2-5 0,2-4-4 15,4-2-11 1,3-8-67-16,3-9-134 0,0-4-325 16</inkml:trace>
  <inkml:trace contextRef="#ctx0" brushRef="#br0" timeOffset="35306.616">31068 7183 632 0,'0'0'128'15,"0"0"40"-15,0 0-109 16,0 0-57-16,0 0 12 15,7 100 15-15,-1-42 7 16,2 9 41-16,-3 1-6 16,2 2-21-16,-1 1-6 15,-2 0-14-15,-1-5 2 16,-1 4-12-16,-2-6-10 16,0-2-3-16,0-4-1 15,0-3-5-15,0-6 0 0,0-7 0 16,0-4 1-16,0-10-2 15,0-8-3-15,0-4-16 16,0-7-44-16,0-9-39 16,0 0-57-16,0-18-84 15,0-8-383-15</inkml:trace>
  <inkml:trace contextRef="#ctx0" brushRef="#br0" timeOffset="35492.417">30934 8090 677 0,'0'0'49'0,"0"0"69"15,0 0-21 1,0 0-30-16,0 0-24 0,0 0-27 16,96 70-12-16,-60-70-4 15,2-6-89-15,0-13-142 16,-3-5-306-16</inkml:trace>
  <inkml:trace contextRef="#ctx0" brushRef="#br0" timeOffset="35639.008">31326 7942 648 0,'0'0'237'16,"0"0"-72"-16,0 0-50 16,0 0 3-16,0 0-18 15,-34 87-47-15,13-51-15 0,-5 6-24 16,-11 5-6-16,-9 13-8 15,-12 6-91-15,-10 0-509 16</inkml:trace>
  <inkml:trace contextRef="#ctx0" brushRef="#br0" timeOffset="64603.296">12147 12440 575 0,'0'0'3'0,"0"0"-3"0,-94-89 1 0,60 61-1 15,-2 1 5-15,-3 4 0 16,5 1 2-16,-6-1-4 16,1 1 3-16,-2-1 2 15,4 0 5-15,0-2 3 16,3 2 2-16,2 1-4 15,-4-1-3-15,2 2-2 16,-5 1 1-16,-4 4-2 16,-2 0 0-16,-4 4 0 15,3 0-2-15,-5 4 1 16,-1 1-2-16,-2 2 1 16,-1 4-1-16,-2 1 0 0,-2 0-2 15,0 3-1-15,1 12-1 16,3 4 0-16,0 4 2 15,1 2-2-15,-4 2-1 16,3 1 2-16,2 1 0 16,3 2-1-16,5-1 1 15,5 3 2-15,2 1-2 16,4-1-2-16,4 3 2 16,2-1 0-16,1 0 1 15,3-1 1-15,5 1-2 16,1 1 0-16,6 3 2 15,4 2-1-15,1 5-1 0,1 4 2 16,0 3-3-16,3 4 2 16,0-1 1-16,-2 1 0 15,5 1 0-15,0-1-1 16,0 1 0-16,0 0 0 16,0-3-3-16,14 0 3 15,0-1-2-15,3-2 2 16,1 1 3-16,2-4-4 15,-1 0 2-15,2-4-1 16,0-1 1-16,4-5-2 16,5-1 1-16,4-2-1 15,11-2 3-15,4 0 1 16,5-5-3-16,12 0 2 16,-4-4 1-16,1-4-5 0,-2 4 1 15,2-3-2-15,0-3 3 16,-1 0-2-16,2-4 1 15,-4-2 0-15,0-5-1 16,1 2 2-16,2-4-1 16,-1-2-2-16,4-1 2 15,2-3 0-15,1 0-1 16,1 0 3-16,8-4-3 16,-1-6 1-16,2-6 1 15,1-2-3-15,-8-5 1 16,0-3-1-16,-3-6 0 0,-3-7 3 15,2-5-2 1,-4-2 0-16,-1-6 0 0,-2 1 0 16,-7-3 0-16,1-2 0 15,-6-5-1-15,-8-1 1 16,-7-6 2-16,-7-1-2 16,-10-5 1-16,-6-6-2 15,-8 1 0-15,-3 2 1 16,0 0-1-16,-15 1 0 15,-7 1 0-15,-8 1 1 16,-8 2-2-16,-3 5 2 16,-4 5 0-16,-4 9 4 15,-2-1 1-15,-6 3-2 16,-4 2 0-16,0 4-2 16,0 1 4-16,4 6-3 0,4 2 5 15,5 7 6-15,-1 5-11 16,2 4 3-16,0 3 2 15,0 6-3-15,-5 6-2 16,1 3-1-16,-1 2-1 16,-3 7-1-16,-6 13-1 15,-2 5 1-15,-4 7-2 16,0 1 2-16,13-1 0 16,8-6 0-16,19-5-44 15,13-9-132-15,10-12-267 16</inkml:trace>
  <inkml:trace contextRef="#ctx0" brushRef="#br0" timeOffset="66215.119">12138 12672 393 0,'0'0'0'0,"0"0"0"0,0 0 9 0,0 0 9 15,0 0-2-15,0 0-16 16,0 0-3-16,-6 4 3 15,6-1 8-15,0 0 1 16,0 0 11-16,0 3 13 16,3-1-8-16,3 0-2 15,0 1-2-15,3-1 0 16,1 2-3-16,-2-1-7 16,2 1 5-16,-2-1 10 15,-2-1-1-15,0-2-8 16,0-1-3-16,-1 0 10 15,-2-2-8-15,5 0 4 16,3 0 9-16,6-6 3 0,10-13-7 16,15-10-10-16,19-13-8 15,18-11-6-15,24-11 1 16,13-2 0-16,4 3 1 16,4 3-3-16,-14-3-147 15</inkml:trace>
  <inkml:trace contextRef="#ctx0" brushRef="#br0" timeOffset="69448.795">10667 13376 376 0,'0'0'0'0,"0"0"-2"0,0 0 2 0,0 0 5 16,0 0-5-16,0 0 1 16,0 0 5-16,55 13 0 15,-17-13-2-15,8 0 2 16,6 0 1-16,3-4 2 0,3-1 1 16,5-1-5-16,-5 2 0 15,-3 2-2-15,-4 2 0 16,-6 0-1-16,-8 0 1 15,-5 0-2-15,-7-2 1 16,-7 2-2-16,-8 0 2 16,-5 0-2-16,-5 0 0 15,0 0-4-15,-3 0-13 16,-18 2-31-16,-12 4-120 16</inkml:trace>
  <inkml:trace contextRef="#ctx0" brushRef="#br0" timeOffset="69823.548">10832 13416 192 0,'0'0'13'16,"0"0"-10"-16,0 0 12 15,0 0 39-15,0 0-24 16,0 0-11-16,20 5 12 16,8-4-4-16,5-1-5 15,6 0 1-15,1 1-7 16,4-1 0-16,0 0-3 16,0 0 0-16,0 0-1 0,0 0-2 15,-4 0-1-15,-3 0-2 16,-3 0-2-16,-7 0 0 15,-10 0-2-15,-3 0 1 16,-8 0-1-16,-4 0 1 16,-2 0-1-16,0 0 3 15,0 0 0-15,-2 0-6 16,-15 0-47-16,-13 0-155 16</inkml:trace>
  <inkml:trace contextRef="#ctx0" brushRef="#br0" timeOffset="71428.754">12608 12993 205 0,'0'0'12'0,"0"0"-11"0,0 0 2 0,0 0 16 16,0 0 19-16,13 72-4 15,-10-65-11-15,0-2 3 16,-1-3 10-16,1-1-2 16,1 2 7-16,1-3-3 15,5 0 0-15,4 0 6 16,10-3-10-16,7-13-14 15,9-5-7-15,14-8-6 16,9-5-4-16,8-3 0 16,10-2 2-16,4 1-5 0,-6 0-101 15,-5-3-293-15</inkml:trace>
  <inkml:trace contextRef="#ctx0" brushRef="#br0" timeOffset="72794.799">11537 13590 426 0,'0'0'0'0,"0"0"2"0,0 0 0 16,0 0 1-16,0 0 1 15,0 0 0-15,0 0-1 16,107-3 1-16,-55 1-1 16,11-1 4-16,9-4 5 15,13-3-4-15,0 0-2 16,0 0-2-16,-3 0-1 16,0 0-2-16,-6 0 1 0,-10 0 0 15,-8 2-2-15,-9 1 1 16,-12 0 0-16,-8 3 0 15,-12 1 1-15,-9 0-1 16,-8 3-1-16,0 0-15 16,-12 0-50-16,-19 0-143 15</inkml:trace>
  <inkml:trace contextRef="#ctx0" brushRef="#br0" timeOffset="73175.062">11723 13682 73 0,'0'0'222'0,"0"0"-214"16,0 0-5-16,0 0 5 16,0 0 17-16,0 0-3 15,54-11 7-15,-15 1-1 16,9-3 0-16,7-1 5 15,6-2-3-15,3-4-8 16,0 5-4-16,0 0-5 16,-2 2-3-16,-4 3-4 15,-3 1 2-15,-2 2-2 16,-5 2-1-16,-2 2-2 0,-4 1 1 16,-7 2 1-16,-2 0-1 15,-8 0 0 1,-6 0-1-16,-8 0-3 0,-5 0 1 15,-3 0 2-15,-3 0-3 16,0 0 1-16,0 0-1 16,-9 0-41-16,-18 0-89 15,-6 0-142-15</inkml:trace>
  <inkml:trace contextRef="#ctx0" brushRef="#br0" timeOffset="81883.5">16442 14723 276 0,'0'0'2'15,"0"0"-2"-15,0 0 4 0,0 0 8 0,-82-75 3 0,67 63 3 16,-3-3-1-16,0 2 3 0,-2-2 10 16,-4 0 13-16,0 0 2 15,1-1-15-15,-2 1-5 16,-2-1-8-16,0 3-2 16,-1 0-5-16,-2 2-2 15,0 1 1-15,-2 2-1 16,-1 0-1-16,-3 2 2 15,1 2-2-15,0-1 1 16,-4 4 2-16,-1 1-1 16,-2 0-4-16,-4 0 0 15,-1 0 2-15,0 0-1 16,0 0 2-16,4 0 1 16,3 0-5-16,2 0 1 0,4 0 0 15,1 3-2-15,-1 1 1 16,3 3-3-16,-2 1 2 15,0 1-3-15,0 0 1 16,2 1-1-16,-2 1 1 16,2 3 0-16,0-1-1 15,1-1 1-15,0 2-1 16,0 0 0-16,3 2 3 16,1 1-3-16,3 1 1 15,-1 2-1-15,3 2 0 16,3 2-1-16,2 3 1 15,5 5 1-15,0 5 0 0,3 8-1 16,2 5 0-16,1 3 0 16,2 0 2-16,2-3-2 15,1-2 1-15,0 2-1 16,0-2 2-16,8-2-2 16,2-1 1-16,3-1 0 15,-2-3-1-15,1-3 0 16,0 0 1-16,-3-1 0 15,1-1 0-15,0-5 0 16,0 2 1-16,3 0 0 16,2-1-1-16,4-1 1 15,2 3 2-15,8-3-2 16,2-1 0-16,5-4-1 0,5 1 2 16,1-1-1-16,4-1 0 15,-1 0 0-15,1 1-1 16,-1 0 0-16,1-4-1 15,1-2 1-15,8-5 0 16,4-6 0-16,12-5 3 16,5-4-2-16,6 0-1 15,4-16 0-15,4-4 0 16,-4-1-1-16,-2-6 2 16,-5 1-1-16,-6 2 0 15,-6 0-1-15,-8 1 1 16,-3-1 2-16,-4-2-3 0,-3 3 2 15,-5-4-1 1,-7-1 0-16,-4-3-1 0,-6-3 0 16,-3 1 1-16,-5-5-1 15,-5 3 2-15,-5-2-2 16,-5-1 0-16,-4 0 1 16,0-3-1-16,0 1 0 15,-6-4 0-15,-6-3 0 16,-1-1 0-16,-1-2 1 15,1-2-1-15,-4 0 0 16,4 1-2-16,-3-1 2 16,2-1 0-16,-2 1 0 15,1 4 0-15,-3 2 0 16,-1 7 0-16,-3 6 0 16,-3 1 1-16,-2 4 3 0,1-2 0 15,-3 2 2-15,-2 0 3 16,0 1 7-16,-2 1-3 15,0 0 1-15,0 0-2 16,0 1 4-16,0 0-3 16,0 1 0-16,1 2-2 15,-3-1 1-15,4 5-2 16,-4 2-2-16,2 0-6 16,0 7 2-16,-5 2-4 15,-1 7 1-15,-11 5-1 16,-17 30 0-16,-24 17-3 15,-30 11-166-15,-37 3-485 0</inkml:trace>
  <inkml:trace contextRef="#ctx0" brushRef="#br0" timeOffset="83995.928">15769 15708 381 0,'0'0'6'0,"0"0"-4"0,0 0-1 0,0 0 16 15,0 0 13-15,0 0-25 16,0 0-1-16,20 0 8 16,6 0 6-16,6-6 1 15,2-1-3-15,5 0 2 16,6 0 2-16,6 1-4 16,2 1-2-16,2 0 0 15,1 0-5-15,-1 1-4 16,0 0 0-16,-1 0 1 15,-5-4-4-15,-1 6 2 0,-6-4-4 16,-5 2 3-16,-6-1-1 16,-2 2-2-16,-6 1 2 15,-3-3-1-15,-7 3 0 16,-4-1 0-16,0 0-1 16,-4 3 0-16,-4-1-3 15,-1 1-18-15,0 0-24 16,-5 0-53-16,-18 0-160 15</inkml:trace>
  <inkml:trace contextRef="#ctx0" brushRef="#br0" timeOffset="84506.872">15787 15761 180 0,'0'0'40'0,"0"0"-34"0,0 0 7 16,0 0 38-16,0 0 12 16,0 0-13-16,-60-9-4 15,60 9-12-15,0 0-12 16,0 0-13-16,16 0 9 0,12 0 4 15,5 0-3-15,7 0-6 16,8-1 5-16,2-4-5 16,6 1 4-1,4-2 1-15,-2-1-4 0,-2 2 1 16,-2 0-6-16,-2 2-1 16,-3-1-5-16,-1 0 4 15,-3 0-5-15,-1 0 2 16,-3-1 0-16,-2 1-1 15,-5-1 2-15,-4-1-1 16,-3-2 0-16,-5 4 3 16,-4-4-6-16,-2 3 1 0,-7-1 1 15,-1 2 2 1,-7-1 0-16,-1 4 4 16,0-2 3-16,0-1-12 0,-16 1-11 15,-8 3-27-15,-9 0-62 16,-10 0-11-16,-8 2-62 15,-8 3-97-15</inkml:trace>
  <inkml:trace contextRef="#ctx0" brushRef="#br0" timeOffset="85302.509">15799 15693 193 0,'0'0'6'0,"0"0"16"0,0 0 31 0,0 0-8 15,0 0-26-15,0 0-10 16,38-5 22-16,-9 5 20 16,9 0-13-16,6 0-2 15,6 0-7-15,8 0-6 16,3 0-5-16,2 0-7 15,1 0-4-15,-3 0-1 16,0 1-4-16,-3 1 1 16,-1 0-1-16,-5-1 0 15,-5-1-1-15,-6 1 2 16,-5 1-2-16,-6 0 0 0,-5-1-1 16,-7 1 0-16,-2 0 1 15,-6-1-1-15,-4 0 0 16,-2 1 0-16,-4-2 0 15,0 1 3-15,0-1 0 16,0 0 0-16,0 2 4 16,0-2 4-16,0 1-1 15,0-1-4-15,0 0 0 16,0 0-1-16,0 0-3 16,0 0-2-16,0 0 0 15,0 2 0-15,0-1 1 16,0 2-1-16,0 1 2 15,0-4 0-15,0 2 0 0,0-2 0 16,0 1-1-16,0-1 2 16,0 0 3-16,0 0 4 15,0 0 3-15,0 0 5 16,0 0 3-16,0 0 1 16,0 0-4-16,0 0-2 15,0 0-3-15,0 0-4 16,0 0-2-16,0 0-3 15,0 0-4-15,0 0 1 16,0 0-1-16,0 0 0 16,0 1 1-16,0-1-1 15,0 0 1-15,0 0-1 16,0 0 0-16,0 0 1 16,0 0-1-16,0 0 1 0,0 0-1 15,0 0 0-15,0 0 1 16,0 0-1-16,0 0 1 15,0 0-1-15,0 0 0 16,0 0-1-16,0 0-21 16,0 0-41-16,-1 0-55 15,-8 0-170-15</inkml:trace>
  <inkml:trace contextRef="#ctx0" brushRef="#br0" timeOffset="103038.889">28530 5638 171 0,'0'0'129'0,"0"0"-96"0,0 0 71 0,0 0-36 0,0 0-30 15,0 0-22-15,0 0 1 16,-1-6 4-16,1 6 1 15,0 0-1-15,0 0-2 16,0 0-9-16,0 12 33 16,0 8 58-16,4-2-60 15,2-1 1-15,0 4-10 16,0-2-15-16,0-1-7 16,-3 0-5-16,6 1 2 15,-6-4-4-15,0-2-1 16,-2-3 1-16,1-1 0 0,-2-8-3 15,0 2-40 1,0-3-54-16,0 0-1 0,-3-6-107 16,-5-7-178-16</inkml:trace>
  <inkml:trace contextRef="#ctx0" brushRef="#br0" timeOffset="103443.079">28578 5685 183 0,'0'0'182'16,"0"0"-175"-16,0 0 92 15,0 0-9-15,0 0-38 16,0 0 13-16,53 60-28 16,-42-52-9-16,0-2-7 0,-1-5-4 15,-1-1-6-15,1 0 2 16,0 0 0-16,0-13-4 15,2-5-5-15,-4-4-2 16,0 0-2-16,-4 0-2 16,-1-2 2-16,-3 2 3 15,0 4-3-15,0 3 1 16,0 8 5-16,0 2 7 16,0 5 21-16,2 0-34 15,-1 6-3-15,2 11 3 16,1 8 8-16,1-1 16 15,1-2 5-15,0 0 1 0,2-1-4 16,-2-4-5 0,2 0-11-16,-1-3-5 0,0-3 0 15,1 0-5-15,2-5-79 16,3-6-189-16</inkml:trace>
  <inkml:trace contextRef="#ctx0" brushRef="#br0" timeOffset="107383.446">28060 5548 259 0,'0'0'15'0,"0"0"23"0,0 0 46 16,0 0 2-16,0 0-10 15,0 0-21-15,-46-76 4 16,43 68 2-16,-1 5-14 16,4 0-1-16,0 3-16 15,0 0-21-15,0 14-8 16,0 17 0-16,-2 16 6 0,0 13 2 15,2 15 8-15,0 11-2 16,0 10-1-16,0-3 1 16,0-4-2-16,0-10-5 15,9-4-2-15,0-5 2 16,0-3 2-16,0-3-3 16,0-4-2-16,-3-6-2 15,-3-2 1-15,2-4-4 16,-2-3 4-16,0-1-3 15,-2-5 0-15,1-3-1 16,-2-8 1-16,0-3-1 16,0-2 0-16,2-6 0 15,-2-1 1-15,2-3 0 16,-2 0-1-16,0-3 1 16,0-2 1-16,0 2-2 0,0 2 0 15,0-2 0 1,0 0 0-16,0 1 0 0,0-2 0 15,0 1 2-15,0-3-2 16,0 0 0-16,0-1 0 16,0 0 1-16,3-3-1 15,3 4 2-15,1 0-2 16,7-1 0-16,1-1 3 16,7-1-2-16,5-2 0 15,4-1 0-15,2-1-1 16,0 0 0-16,-2 2 0 15,-1 0 0-15,-2 1-1 0,2 3 1 16,0-1-1-16,4 2 1 16,7-1 0-16,8-2 0 15,5-3 0-15,9-1 1 16,3 0-1-16,1 0 0 16,1 0 0-16,-4 0 0 15,-4 0 1-15,-5 0-1 16,-4 0 0-16,-5 0 1 15,-3 0-1-15,0 0 0 16,-2 2 1-16,1-2-1 16,5 0 0-16,2 0 0 15,1 0 0-15,0 0 2 16,-3 0-2-16,0 0-3 0,-3 0 3 16,2 0 1-16,-3 0-1 15,5-2-1-15,-2 0 0 16,2 2 1-16,-3-1 0 15,1-1 0-15,0 2 0 16,0-2 0-16,2 0 1 16,1-1-1-16,2 0 0 15,1-2 0-15,2 0 0 16,1-2 1-16,-1 2 2 16,-2-2-3-16,0-2 0 15,0 3 0-15,1-1 1 16,-1 2 0-16,0-3-1 0,-2 1-2 15,-3 0 2-15,-7-1 0 16,3 1-1-16,-7 1 1 16,-3 0 0-16,-3 0 1 15,-3 2-1-15,-3-2 0 16,-5 2-1-16,0-1 1 16,-6 0 1-16,-4 0-1 15,-1 1 2-15,0-2 0 16,-2 0 0-16,0-7-2 15,-1 2 4-15,2-3-4 16,-1-5 2-16,-3 1-1 16,1-2-1-16,-1-4 0 15,0-1-3-15,-1-5 6 16,-1-4-3-16,-1-3 2 16,0-2-2-16,0-1 0 0,0-2 0 15,-1 0 0-15,-5-4 0 16,-2 0 0-16,1-3 0 15,-3-5 1-15,-1-1-1 16,2-2 0-16,-3-2 0 16,0 2 1-16,-3-4-1 15,2-3 0-15,-3-3 0 16,-1-1 0-16,-2 1 0 16,0 7 0-16,0 4 0 15,3 0-1-15,-1 3 1 16,0 1 0-16,3 1 0 15,-2 4 0-15,2 3 0 0,1 4 0 16,-2 1 0-16,4 7 0 16,-2 1-2-16,1 1 2 15,0 5 0-15,-1 0 0 16,1 2 0-16,3 1 0 16,0 1 1-16,1 5 0 15,2-1-1-15,2 2-1 16,-2-2-1-16,2 6 4 15,1 3-4-15,-3-1 4 16,-1 5-3-16,1 0 1 16,-4 1-2-16,1 3 0 15,-3 0-1-15,-3 0 2 16,2 0 1-16,-3 0 0 0,-4 0 0 16,1 0-1-16,-2 4 1 15,-3 3 0-15,1 2 0 16,-3-1 0-16,-1-1 0 15,-4 3 0-15,-4 1 0 16,-2-3 0-16,-5 1 0 16,-1 0 0-16,-5-2 0 15,-3 0 0-15,-1 1 0 16,-1-2 0-16,1-1 0 16,-3 1 0-16,3 0 1 15,-1-2-1-15,-1 0 0 16,3 1 0-16,1-3 0 0,0 3 2 15,0-2-2-15,-3 1 0 16,1-2 0-16,0 2 0 16,0 1 1-16,4 1-1 15,0 0-1-15,5-1 0 16,1 2 1-16,3-3 0 16,2 0 0-16,0-1-1 15,2 1 1-15,0-1 0 16,0 1 0-16,1-1 0 15,0-1 0-15,-2 2 1 16,1-4-1-16,1 4 0 16,-3-4 0-16,4 2 0 15,-1-2 0-15,1 0 0 16,0 0 0-16,3 0 0 16,-1 0 1-16,3 0-1 0,-1 0 0 15,0 0 0-15,2 0 0 16,0 0 0-16,0 0 0 15,2 0 0-15,-1 0 0 16,2 0 0-16,5 1 0 16,-3 3 0-16,2 1 0 15,4-3 0-15,-2 1 0 16,3 2 0-16,2-4 0 16,1 5 0-16,2-3-1 15,0 0 1-15,3-1 0 0,1 2 0 16,0-1 0-16,3 1-4 15,-3-1 4-15,0 1-1 16,3-2 1-16,-2 2 0 16,1-3 1-16,-2 1 0 15,-3 2 0-15,5 0-2 16,-2-3 1-16,-1 4 0 16,-1-1 0-16,2 0 0 15,-2 2 0-15,1 0 0 16,1 1 0-16,-2 0 0 15,2-2 0-15,-1 0 0 16,1 1 0-16,-1-1 0 16,2 1 1-16,1-1 0 15,-1 4 0-15,2-2-1 16,-2 5 1-16,2 4 1 16,-1 0 0-16,-3 5 5 0,4 0-5 15,-3 3-1-15,1 2 1 16,1 1-2-16,4 0-2 15,-2-15-191-15</inkml:trace>
  <inkml:trace contextRef="#ctx0" brushRef="#br0" timeOffset="165597.668">14752 8069 329 0,'0'0'3'0,"0"0"-6"0,0 0 6 0,0 0 10 0,0 0 23 15,0 0 12-15,97 23-14 16,-67-7 10-16,4 2 0 16,6 1-15-16,5-3 27 15,7-1-21-15,9-5-1 16,8-3-5-16,6-4 2 16,5-2 3-16,2-1-23 0,2 0-2 15,5 0-5-15,-4-3 1 16,-3-3-3-16,-5 4 2 15,-7-1 2-15,1 3-2 16,-2 0 5-16,0 0-5 16,-2 0 1-16,1 5 2 15,-1 7-4-15,-1-3 2 16,4 3-3-16,-1-2 3 16,-2-1-1-16,-5 0 3 15,-2 1 1-15,-1-2-3 16,2 1 6-16,-1 4 0 15,-4-3 4-15,1-1-10 16,-4-2 4-16,-2-1-2 0,4-2 4 16,4-3-5-16,-1 1 0 15,3-2-2-15,-3 0 4 16,-1 0-1-16,-5 1 2 16,-4 2 1-16,-2 0 6 15,-4 0-2-15,-5 1-1 16,-4-3 1-16,-3 2-2 15,-3 2 1-15,-4-3 6 16,-4 1-2-16,-2 0 0 16,-6-1-5-16,-1 0-2 15,-2 0 0-15,-4-2-2 16,-1 1-2-16,0-1 0 0,0 2-1 16,-3-2 5-16,5 1-6 15,-5 1 4-15,4-2-4 16,-4 0-3-16,0 0 5 15,0 0-5-15,1 0 3 16,-1 0-4-16,0 0 2 16,0 0 1-16,0 0-1 15,2 0 1-15,-2 0-1 16,0 0 0-16,0 0 5 16,0 0-6-16,0 0 3 15,0 0-4-15,0 0 1 16,0 0-1-16,0 0 2 15,0 0-2-15,0 0 0 0,0 0 1 16,0 0 0 0,0 0-1-16,0 0 1 0,0 0-1 15,0 0-1-15,0 0 1 16,0 1 0-16,0-1 0 16,0 0 0-16,0 0-4 15,0 0 4-15,0 2-3 16,0-2 2-16,0 0-3 15,0 0 4-15,0 1 1 16,0-1-1-16,0 1 1 16,0-1 0-16,0 0-1 15,0 0 1-15,0 0-1 16,0 0-1-16,0 1 1 16,0-1 0-16,0 4 1 0,0-4 0 15,0 2 0-15,0 0-1 16,0-2 1-16,0 3 1 15,0-3-2-15,0 1 0 16,0 0 0-16,1-1 0 16,-1 0 0-16,0 0 1 15,0 0-1-15,0 0 1 16,0 0-1-16,0 0 1 16,0 0 0-16,0 0-1 15,0 0 2-15,0 0-2 16,0 0 0-16,0 0 0 15,0 0-2-15,0 0 0 16,0 0 1-16,0 0 1 0,0 0 0 16,0 0 0-1,0 0 1-15,0 2-1 0,0-2 0 16,0 0 3-16,0 0-2 16,0 0-1-16,0 0-1 15,0 0 0-15,0 0 1 16,0 0 0-16,0 0 0 15,0 0 0-15,0 0 4 16,0 0-4-16,0 0 2 16,0 0-2-16,0 0 1 15,0 0 2-15,0 0-3 16,0 0 2-16,0 0-2 0,0 0 0 16,0 0 1-16,0 0-1 15,0 0 0-15,0 0 0 16,0 0-2-16,0 0 0 15,0 0 2-15,0 0 0 16,0 0-2-16,0 0 1 16,0 0 0-16,0 0 1 15,0 0 0-15,0 0 2 16,0 0-2-16,0 0 0 16,0 0 0-16,0 0-3 15,0 0-1-15,0 0-1 16,0 0 1-16,0 3 3 15,0-1 1-15,0 2 8 16,0-1-6-16,0 1 0 16,-1-1-1-16,-1 0 0 0,1 0-1 15,-3 0 0-15,4-1 1 16,-2 0 0-16,-1-1 0 16,3-1-1-16,0 0 1 15,0 0-1-15,0 0 0 16,0 0 1-16,0 0-1 15,0 0 0-15,0 0 2 16,0 0-2-16,0 0 0 16,0 0 1-16,0 0 1 15,0 0-1-15,0 0 0 16,0 0 1-16,0 0-1 16,0 0 2-16,0 0-3 0,0 0 3 15,0 0-2-15,0 0 0 16,0 0 0-16,0 0 1 15,0 0 0-15,0 0 2 16,0 0 0-16,0 0 1 16,0 0 1-16,0 0-1 15,0 0 0-15,0 0-3 16,0 0 0-16,0 0-1 16,0 0 1-16,0 0 1 15,0 0-1-15,0 0 2 16,0 0-4-16,0 0 1 15,0 0-1-15,0 0 0 16,0 0 0-16,0 0 0 0,0 0-1 16,0 0 1-16,0 0 0 15,0 0 0 1,0 0 1-16,0 0 0 0,0 0 0 16,0 0-2-16,0 0 1 15,0 0 0-15,0 0 0 16,0 0 0-16,0 0 0 15,0 0-1-15,0 0-2 16,0 0 3-16,0 0-2 16,0 0 0-16,0 0-1 15,0 0 2-15,0 0-1 16,0 0 1-16,0 0 0 0,0 0 1 16,0 0 0-16,0 0 0 15,0 0 0-15,0 0 1 16,0 0 0-16,0 0 0 15,0 0 2-15,0 0-1 16,0 0 0-16,0 0-2 16,0 0 2-16,0 0-2 15,0 0 2-15,0 0-2 16,0 0 0-16,0 0-1 16,0 0 0-16,0 0-1 15,0 0 0-15,0 0 1 16,0 0-1-16,0 0-1 15,0 2 3-15,5 1 1 16,-1-1-1-16,-1 1 0 16,0-1 0-16,0-1 0 0,0 0 1 15,-2 2-1-15,2-3 0 16,-1 2 1-16,-1-1-1 16,1 1 0-16,1 0 0 15,0 0 0-15,-1 1-1 16,2-3 1-16,-1 4 0 15,-2-3-1-15,2 1 0 16,0-2 1-16,-1 1 0 16,-1 1 0-16,1-1 0 15,-2 1 0-15,0-2 0 16,1 0 0-16,-1 0 0 16,0 0 0-16,0 0 0 0,0 0 1 15,0 0-1-15,0 0 0 16,0 0 0-16,0 0-1 15,0 0 1-15,0 0 0 16,0 0-1-16,0 0 0 16,0 2 1-16,0-2 0 15,0 2 0-15,0-1 0 16,0-1 0-16,0 0 0 16,0 0 0-16,0 3 0 15,0-3 0-15,3 0 0 16,-3 0 1-16,0 0 0 15,0 0-1-15,0 0 0 16,0 0 1-16,0 0-1 0,0 0 0 16,0 0-2-16,0 0 2 15,2 1 2-15,-2 0-2 16,1 1 0-16,1-2 0 16,-2 2-1-16,1-2 1 15,-1 1 0-15,0 0 0 16,0-1 0-16,0 2 0 15,0-2 0-15,0 0 1 16,0 0-1-16,0 0 0 16,0 0-1-16,0 0 3 15,0 0-1-15,0 0-1 16,0 0 0-16,0 0 2 0,0 0-1 16,3 0 2-16,-3 0-2 15,0 0 0-15,0 0-1 16,0 0 4-16,0 0-4 15,0 0 2-15,0 0-2 16,0 0 0-16,0 0 2 16,0-3-2-16,0 0 0 15,0 1 0-15,3 1 0 16,-3 0 0-16,0-2-2 16,0 3 2-16,0 0-1 15,0 0 1-15,0 0-1 16,0 0-2-16,0 0-2 15,0 0-1-15,0 0 1 16,0 0-4-16,0 0 1 16,0 0 0-16,0 0-4 0,1 0 0 15,1 0 5-15,-2 0 7 16,3 4-1-16,-3-1-1 16,2 1 1-16,-2 1-2 15,0-1 2-15,1 0-2 16,-1 1 3-16,2 1-3 15,-2-2 3-15,0 2 0 16,0-2-2-16,0 1 2 16,0-4-2-16,0 2-1 15,0-2 3-15,0-1 0 16,0 0 2-16,0 0-2 16,0 0 0-16,0 0 1 0,0 0-1 15,0 0 0-15,0 0 0 16,0 0 1-16,0 0-1 15,0 0 1-15,0 0-1 16,0 0 1-16,0 0-1 16,0 0 1-16,0 0 1 15,0 0-1-15,0 0 0 16,0 0 0-16,0 0 1 16,0 0 1-16,0 0-2 15,0 0 0-15,0 0 0 16,0 0-1-16,0 0 0 15,0-1 0-15,0-2 0 16,1 2 0-16,-1-1 0 0,0 2 0 16,0 0-2-1,0 0 0-15,0 0 0 0,2 0 1 16,-2 0-1-16,0 0-1 16,0 0 2-16,1 0 1 15,-1 0-3-15,0 0 3 16,0 0 0-16,0 0 0 15,0 0 0-15,0 0 0 16,0 0-1-16,0 0 1 16,0 0 0-16,0 0 0 15,0 0 0-15,0 0-1 16,0 0 2-16,0 0 0 0,0 0 0 16,0 0-1-16,0 0 0 15,0 0 3-15,0 0-2 16,0 0 1-16,0 0 0 15,0 0 0-15,0 0 0 16,0 0 1-16,0 0-2 16,0 0 0-16,0 0 1 15,0 0-1-15,0 0-1 16,0 0 0-16,0 0 1 16,0 0-1-16,0 0 2 15,0 0-2-15,0 0 2 16,0 0-2-16,0 0 1 15,0 0-1-15,0 0 1 16,0 0 1-16,0 0-2 16,0 0 0-16,0 0 0 0,0 0-2 15,0 0 1-15,0 0-2 16,0 0 3-16,0 0-2 16,0 0 0-16,0 0 0 15,0 0 1-15,0 0-3 16,0 0 4-16,0 0-1 15,0 0 0-15,0 0 1 16,0 0-2-16,0 0 2 16,0 0 1-16,0 0-1 15,0 0 0-15,0 0 0 16,0 0-1-16,0 0 1 16,0 0 0-16,0 0-1 0,0 0 0 15,0 0 1-15,0 0 0 16,0 0 0-16,0 0 0 15,0 0 0-15,0 0 0 16,0 0-1-16,0 0 1 16,0 0 2-16,0 0-1 15,0 0-2-15,0 0 2 16,0 0-1-16,0 0 1 16,0 0-1-16,0 0 0 15,0 0 0-15,0 0 0 16,0 0 0-16,0 0 0 15,0 0 0-15,0 0 0 16,0 0 0-16,0 0 0 0,0 0-1 16,0 0 1-16,0 0 0 15,0 0-1-15,0 0 0 16,0 0 1-16,0 0 0 16,0 0-2-16,0 0 2 15,0 0 0-15,0 0 0 16,0 0 2-16,0 0-2 15,0 0 0-15,3 0 3 16,0 0-3-16,2 2 0 16,0-2 1-16,0 0 0 15,1 0 0-15,3 0-1 16,0 0 1-16,0 0-1 0,0 0 2 16,1-6-2-16,2-1 0 15,0 0 1-15,4-4-1 16,1-1 0-16,5-4 1 15,0 1 1-15,2-3-2 16,-1-1 0-16,1 0 0 16,-4-1 0-16,-4-3 1 15,-2 1-1-15,-2-3 0 16,-4-1 0-16,-1-1 0 16,-1-1 0-16,-3-3 0 15,-1 0 1-15,-2 1-1 16,0 4-1-16,0 1 1 15,0 3 0-15,0 2 0 0,0 2 0 16,-2-1 2 0,-1 1-2-16,0 2 0 0,0-3 1 15,-2-1-1-15,5 2 1 16,0-4 0-16,0 4 0 16,0 0-1-16,0 0 3 15,0 3-3-15,0 3 1 16,0 2-1-16,0 3 0 15,0 3 0-15,0 1 1 16,0 0-1-16,0 2-1 16,0 1 0-16,0 0-3 15,0-2 0-15,0 2-1 16,0-1 2-16,0 1 1 16,0 0 0-16,0 0 1 0,0 0 0 15,0 0 0-15,0 0 0 16,0 0 1-16,0 0 0 15,0 0 0-15,0 0-2 16,0 3-1-16,0 1-5 16,0 0-5-16,0 0-14 15,0 2-33-15,0-1-14 16,0 5-29-16,-3 0-48 16,-4 2-32-16,-2-1-47 15,3-1-125-15</inkml:trace>
  <inkml:trace contextRef="#ctx0" brushRef="#br0" timeOffset="166872.34">18304 7930 240 0,'0'0'49'0,"0"0"1"0,0 0 44 0,0 0-9 16,12-76 10-16,-12 56-30 0,0-1-31 16,0-4 5-16,-12-2-8 15,2-2-3-15,-5 0 5 16,-5-3-5-16,-5-4-11 15,0 1-7-15,-7-2 0 16,3 1 2-16,-4-2-5 16,3 1 2-16,2-2-6 15,-2 0 5-15,2 0-1 16,-2 0-3-16,1 2 6 16,-3 6-2-16,-3 1 0 15,-2-1 2-15,-1-2 10 16,-1 2-7-16,0-1-7 15,-3 1 1-15,0 0 5 16,-4-1-7-16,-4 0 1 16,-5 0-2-16,1 4-1 0,-5-1 0 15,-1 4 2-15,0 3 2 16,4 2-1-16,3 1-1 16,3 3-1-16,1 2 3 15,2 1-1-15,-5-1-3 16,4-1 1-16,-2 3 1 15,1-1 1-15,2 3-4 16,-2 3 6-16,-4 1-3 16,-5 2 2-16,-3 3-5 15,-5-1 1-15,0 2 0 0,2 0 0 16,2-2-2 0,1 1 4-16,0-3-1 0,1 2-2 15,-1 0 2-15,3-1-2 16,1 3 1-16,-1 0-2 15,0 0 2-15,-10 0-3 16,-3 3 1-16,-1 4 0 16,5 1-1-16,8 2-1 15,0 0 0-15,0 7 1 16,-1-1-2-16,-1 4 2 16,3-1 0-16,1 2 0 15,0 2 1-15,-1-2 1 16,0 4-2-16,1 4 0 15,1-1 0-15,3 3 0 16,4 4 0-16,6 2 0 0,4-1 1 16,8 3-2-16,2-2 2 15,7-4-1-15,3 1 0 16,2 0-2-16,7-1 2 16,2 2 2-16,4 3-2 15,2 3-2-15,2 1 2 16,0 0 0-16,0 5 1 15,2 0 0-15,4 2 0 16,-2-3 0-16,1 1-1 16,2-5 0-16,2 1 1 15,3-5-1-15,1-3 0 16,4 1-1-16,5-4 0 0,3-1 1 16,5 0 0-16,3-2 0 15,1 3 2-15,2-3-2 16,2 2-2-16,-1 3 2 15,2-1 2-15,1-2-1 16,-1-6-1-16,4-1-4 16,0-2 4-16,5 0 3 15,4-1 0-15,7-2 3 16,2-2-2-16,0 0-4 16,0-2 3-16,3-1-2 15,2-1 4-15,5-3-2 16,1-4 1-16,-3 0-4 15,-4-2 4-15,-5-4-3 16,-3 0-1-16,-2 0 1 16,0 0 0-16,-2 0 1 0,-1-5 1 15,-6-5-2-15,-8 2 1 16,1-1-1-16,-6-1 0 16,-3 2 0-16,-5 1-1 15,-5-1-3-15,-10 7-72 16,-10-5-73-16,-10-8-247 15</inkml:trace>
  <inkml:trace contextRef="#ctx0" brushRef="#br0" timeOffset="171887.617">16298 8183 127 0,'0'0'0'15,"0"0"-4"-15,0 0 4 0,-90-19 0 16,75 13-1-16,-3 1-16 15,0-3 0-15,-6 2-8 16</inkml:trace>
  <inkml:trace contextRef="#ctx0" brushRef="#br0" timeOffset="172501.334">15220 8213 277 0,'0'0'7'0,"0"0"-7"16,0 0 23-16,0 0 14 15,0 0 5-15,0 0 33 16,-71 0-13-16,71 0-47 15,0 5-14-15,12 4 31 0,12 6 4 16,5 0-9 0,10 2 7-16,9-2-4 0,5 2-6 15,9-2-3-15,8-1 36 16,9 4-38-16,5 0-3 16,1 0-3-16,-2-3 1 15,1 1-4-15,7-4 2 16,4 1 4-16,6-4-3 15,1 1 1-15,1-5-3 16,1-2-2-16,1 0-2 16,5-2 7-16,2 0 2 15,-1 4-4-15,-8 2-5 16,-5 1-7-16,-7 1 7 0,2-1 6 16,-5 2-4-16,-3-1-2 15,-9 1 3-15,-3-2 5 16,-6-2-9-16,-6-2 0 15,-4-1-3-15,-9-2 1 16,-2-1-3-16,-10 0 3 16,-7 0-1-16,-3 0-1 15,-11 0-2-15,-5 0 0 16,-7 0-1-16,-3 2-6 16,0-2 0-16,0 1-1 15,0 3-17-15,-15 3-30 16,-13 2-22-16,-14-4-136 0,-13-2-87 15</inkml:trace>
  <inkml:trace contextRef="#ctx0" brushRef="#br0" timeOffset="173078.956">15373 8351 524 0,'0'0'26'0,"0"0"-19"0,0 0-1 0,0 0 3 16,0 0-8-16,0 0 5 16,-14 12 6-16,48-4 4 15,8-2-6-15,10 2 0 16,11 0 9-16,10 0 11 16,12 2 12-16,6 3-13 15,9-3-2-15,7-2-13 16,4 1-5-16,4 1-5 15,-3 0 0-15,-5 0-3 0,0 1 2 16,-3 1-3-16,2 3 2 16,2-3 3-16,6 3 0 15,-2-5-1-15,1-1-1 16,-3-2 0-16,-2 2 0 16,-6-2-3-16,-7 2 2 15,-7-3 11-15,-8 3-8 16,-8-4-1-16,-8 0 1 15,-12-5 2-15,-1 0 0 16,-11 0 0-16,-7 0-2 16,-9 0-3-16,-9 0 1 15,-12 0-3-15,-3-8-3 16,-21 0-83-16,-25-6-115 0,-15-4-159 16</inkml:trace>
  <inkml:trace contextRef="#ctx0" brushRef="#br0" timeOffset="173574.669">15796 8142 201 0,'0'0'39'0,"0"0"37"0,0 0-46 0,0 0 11 16,0 0 0-16,100 19-2 16,-39-3 2-16,15 1-10 15,14 3 5-15,7 1-2 16,4 1-3-16,7 0 1 15,4-2-3-15,4 0-7 16,8-4 7-16,1 2-7 16,2-3-8-16,-3-4-5 15,-3-4 1-15,-3 0-4 0,-5-3 37 16,-12 0-25 0,-10-4-7-16,-13 3-1 0,-17-3-2 15,-7 0-5-15,-15 0 9 16,-9 0-2-16,-10 0-1 15,-7 0 1-15,-10 0-9 16,1 0 9-16,-4 0-3 16,0 0-3-16,0 0-4 15,0 0-19-15,-7 0-94 16,-10 0-33-16,-10 6-180 16</inkml:trace>
  <inkml:trace contextRef="#ctx0" brushRef="#br0" timeOffset="178112.306">23020 8531 294 0,'0'0'8'0,"0"0"23"0,0 0 17 0,0 0 16 15,0 0 3-15,0 0-9 16,-79-21-9-16,79 21 7 16,0 0-48-16,0 0-2 15,19 0 5-15,7 7 0 16,14 2 8-16,8-2 1 16,9 3-3-16,5 0-1 15,4 0-1-15,0-2 0 16,0 0-2-16,3-2-5 0,6-2 0 15,11-3 0-15,15-1 17 16,6 0 1-16,6 2-4 16,1-1-16-16,2 3 3 15,2 2 2-15,-3 1 0 16,-2 0-6-16,-1 0 2 16,-7 2 1-16,-1 0 1 15,-4 0 7-15,0-2-1 16,-8 4 2-16,-5-2-12 15,-9-2 3-15,-7 0-3 16,-4 0-2-16,-7 2 2 16,-7-2 0-16,0-1 5 15,-1 0-5-15,-1 0 0 16,-6-1 4-16,-4-1 2 16,-4-1 5-16,-5 1-4 0,-8 0 0 15,-3-1 0-15,-7-2-3 16,-3 0 2-16,-3-1 6 15,-5 0-4-15,-2 0-6 16,-1 0 1-16,0 0-3 16,0 0 3-16,0 0-4 15,0 2-4-15,0-2 0 16,0 0 0-16,0 0-2 16,0 0-1-16,0 0-29 15,0 0-89-15,-7 0-25 16,-13 0-118-16</inkml:trace>
  <inkml:trace contextRef="#ctx0" brushRef="#br0" timeOffset="184870.335">16168 9484 245 0,'0'0'44'0,"0"0"-37"0,0 0 3 0,103 56 0 16,-56-41 26-16,11-2 23 15,7 3-12-15,5-2 2 16,7 0-19-16,7-2-8 16,12-4 3-16,15-1 22 15,15-4 7-15,18-2-16 16,12 2-18-16,8 1-6 16,12 2 1-16,0 2-5 0,2 2 5 15,-4 2-6-15,-3-1 4 16,-3-1 2-16,-10 1 0 15,-9-3-5-15,-13 1-1 16,-17 1-1-16,-16-6-6 16,-18 0 3-16,-13-1-3 15,-20-3-2-15,-14 0 1 16,-18 1-3-16,-14-1-15 16,-6 0 3-16,-30 0-51 15,-30 0 8-15,-23 0-158 16,-27 5 11-16,-19-2-7 0</inkml:trace>
  <inkml:trace contextRef="#ctx0" brushRef="#br0" timeOffset="185343.327">16441 9756 455 0,'0'0'4'0,"0"0"1"0,0 0 2 0,0 0 3 0,0 0-10 16,0 0 0-16,16-7 50 15,38 20-19-15,15 1-9 16,17-1 8-16,18-2 8 15,11 0 13-15,16 2-3 16,13-2 4-16,10 2-10 16,15-5-16-16,12 4-11 15,0-2 5-15,1-5-8 16,-2 1 13-16,-2-5-8 16,-7 2-6-16,-10-3 9 15,-9 0-6-15,-16 0 4 16,-21 0-3-16,-18 0-5 0,-16 0 1 15,-16 0-2 1,-8 0-3-16,-17 0 3 0,-10 0-5 16,-15 0 0-16,-8 0-4 15,-7 0 0-15,0 0-4 16,-11 0-20-16,-19 0-15 16,-13 4-135-16,-14-4-157 15</inkml:trace>
  <inkml:trace contextRef="#ctx0" brushRef="#br0" timeOffset="201013.088">12936 12917 302 0,'0'0'18'0,"0"0"20"0,-56-85 43 0,36 60-4 15,-2-2-31-15,-5 3 1 16,3 0-1-16,-4 0-2 16,-4 1-4-16,1 5 1 15,-3-2-11-15,-4 5-1 0,-2 2-14 16,0 3 8 0,-5 2-4-16,-1 1-6 0,-5 3-6 15,-1-1 4 1,-3 3-2-16,-2-1 1 0,2 1 16 15,-4 2-16-15,0 0-1 16,1 0 1-16,-5 0-4 16,0 5 0-16,2 5-4 15,3 1-2-15,3 2 2 16,1 3-1-16,2 3-1 16,0-1 0-16,-2 5 0 15,-1 0 1-15,7 4 2 16,2 1-2-16,4-1 0 15,2 3 0-15,0 0 2 16,7 3-1-16,0 3 0 0,9 3 1 16,0 4 3-16,8 1-1 15,2 3 1-15,11 0-3 16,3 1 0-16,0 2 3 16,3 0-3-16,14 1 2 15,2 0-1-15,3 2-2 16,1-2 2-16,4 0-2 15,1 0 1-15,2-2-3 16,6 0 8-16,4-2-1 16,-1-2 0-16,4-5 0 15,6-8-5-15,5-5-1 16,1-8 7-16,3-4-4 0,1-4 5 16,5-3-9-1,0-3 4-15,7-1-1 0,-2-4-2 16,0 0-1-16,-2 0 2 15,3 0-1-15,3-11 0 16,2-5-1-16,2-2 0 16,-2-3-2-16,4-3 2 15,-7-6 1-15,0-4 2 16,-7-2 1-16,-4-5-4 16,-3-2 2-16,-6 3-2 15,-4-5 4-15,-5 1-4 16,-1-2 1-16,-9-1-1 15,-3-3-1-15,-11-1 1 16,-6 1 2-16,-5-3-2 16,-8-1 0-16,0 2 0 0,-5-3 0 15,-17 2 0-15,-8 2-1 16,-4 2 1-16,-3 0 1 16,1 5-1-16,-3 1 0 15,0 1 1-15,-1 2-2 16,-6 2 0-16,1 0 1 15,-7 6 1-15,-3 3 2 16,-6 8-2-16,-4 3 0 16,-2 4 3-16,-3 3 3 15,-3 4-3-15,1 4-3 16,1 3 1-16,-1 0 3 16,5 1-3-16,0 12 2 0,0 3-4 15,2 3 1-15,10 4-1 16,9 2-3-16,3 7-29 15,1 5-107-15,-6-2-250 16</inkml:trace>
  <inkml:trace contextRef="#ctx0" brushRef="#br0" timeOffset="203553.41">11510 13628 243 0,'0'0'1'0,"0"0"6"0,0 0 26 0,0 0 16 16,0 0 4-16,0 0-9 15,0 0-4-15,0 0 11 16,-3 79-8-16,12-62-11 16,-2 0-11-16,1-1 1 15,7-2-2-15,-5-3-1 16,3-3 1-16,-2-2-6 16,1-4 0-16,4-2 5 15,10 0 3-15,11-19 3 16,20-12-1-16,17-8-6 15,19-7 0-15,11-4-7 16,1 3-3-16,-7 0-7 16,-8 7-1-16,-7 1 0 0,-10 4-58 15,-17 3-162 1</inkml:trace>
  <inkml:trace contextRef="#ctx0" brushRef="#br0" timeOffset="-203917.934">18191 16384 444 0,'0'0'33'0,"0"0"35"0,0 0 20 0,0 0-2 0,0 0-31 16,0 0-29-16,0 0-19 15,-12-15-7-15,12 15-4 16,0 6-60-16,3 2-154 16</inkml:trace>
  <inkml:trace contextRef="#ctx0" brushRef="#br0" timeOffset="-178958.675">12521 9819 555 0,'0'0'8'0,"0"0"35"0,-101-74 8 0,59 46 12 16,-1 0-9-16,-2-1-3 16,-1 1-16-16,0 0-1 0,1 2 7 15,-3-2-22 1,-2 4 3-16,-4 0 5 0,-5 3-17 15,-5 0-4-15,-4 1 4 16,1 0-7-16,-2 3-2 16,-1 4 8-16,-9 2-8 15,-6 4 0-15,3 0-1 16,-3 5 1-16,0-3 0 16,7 0-1-16,-2 2 6 15,2 2-5-15,2 1 2 16,3 0 0-16,1 0 0 15,1 11 0-15,-6 3 0 16,4 7-3-16,0 3-1 16,7 2 0-16,1 3 1 15,2-1 0-15,0 3 0 0,8 3 0 16,-1 0 0-16,5 2 0 16,5-2-1-16,-3 1 1 15,7-3 2-15,-1 3-2 16,2-1 0-16,1 3 0 15,-2-2 0-15,6 4 0 16,7 1-1-16,4-2 1 16,5 4 0-16,5-1-1 15,4-1 1-15,7 1 0 16,4 0 2-16,0-3 3 16,0 5-3-16,10 4 0 15,8 2 0-15,0 1-1 0,3 0 0 16,6-5 2-16,1 1 0 15,2 0-2-15,4 1 1 16,4 2 2-16,2 1-2 16,5 1 1-16,1-3 1 15,5-3 1-15,-1-6-1 16,7 2-3-16,-3-2 1 16,4-5 0-16,3 2 0 15,3-2-1-15,1-5 0 16,6 3 5-16,2-6-5 15,2 0 2-15,5-3-3 16,-1-6 1-16,4 3 0 16,0-4 1-16,2-1-1 15,4 1-1-15,-1-2 1 16,-1 2 0-16,1-2 0 0,-1-3 1 16,-4 1-1-16,-5 3 0 15,-1-4 1-15,0 1-2 16,0-1 1-16,1-2-2 15,-4 3 1-15,-4-4 0 16,1-1 0-16,1-6 0 16,0-1 0-16,0 0 0 15,4 0 1-15,-4-5 0 16,1-8 0-16,0-3-1 16,-2-4 1-16,2-4-1 0,-4-3 2 15,-3-1-1 1,-4-3-1-16,1-1 2 0,0-1 1 15,-1-3-1-15,-5-2-2 16,-2-3-2-16,-7 2 2 16,-5-3 2-16,-1 1-1 15,-3-3-1-15,-3-3 0 16,-5 2 1-16,1 0 3 16,-6-3 13-16,-2-1-1 15,-2 3-4-15,-2 2-5 16,-5 1 4-16,-3-1-2 15,-5-3 1-15,-6 0 5 16,-1-9 1-16,0-1-2 16,-10-1-3-16,-9-1-3 15,-8 6-3-15,-3 0-2 0,-4 0 1 16,-6 3 0 0,-2 0-2-16,-3 5 2 0,-3 1 0 15,-2 4-2-15,-3-2 0 16,-5 6 8-16,-2-1-3 15,-2 2 1-15,-1 3-5 16,0 1 2-16,-1 2 2 16,-6 1-2-16,2 8 3 15,-6 0-2-15,0 5 1 16,2 3-2-16,-1-1 1 16,-1 5-5-16,2 0 1 15,6 1 0-15,3 6-2 0,10-3 1 16,2 4 0-16,9 0-1 15,0 0-15-15,4 0-47 16,-1 15-69-16,-3 5-63 16,-5 0-195-16</inkml:trace>
  <inkml:trace contextRef="#ctx0" brushRef="#br0" timeOffset="-178209.861">6009 10747 189 0,'0'0'305'0,"0"0"-303"0,0 0 4 0,0 0 4 15,0 0 23-15,0 0 6 0,16 59 9 16,22-42-8 0,11-1-2-16,8-4-7 0,9 1-3 15,3-3-6-15,6-1 5 16,9 1 16-16,7-1-18 15,13-3-8-15,8 0-6 16,12-6-5-16,1 0-3 16,-1 0-1-16,-3 0-2 15,-5 0 3-15,-8-6 4 16,-11 0 1-16,-11-3 0 16,-14 2-2-16,-11-1-4 15,-15 5-2-15,-16-1 3 0,-9 2-1 16,-12 1-1-16,-9 1-1 15,0 0-19-15,-9 0-47 16,-21 0 8-16,-18 10-78 16,-19 3-79-16</inkml:trace>
  <inkml:trace contextRef="#ctx0" brushRef="#br0" timeOffset="-177771.942">6282 11123 17 0,'0'0'507'0,"0"0"-507"0,0 0-3 0,0 0 3 0,0 0 3 0,0 0 8 0,51-59-8 16,-27 59 14-16,16 0-2 15,3 0 5-15,6 0 30 16,8 4 1-16,4 4-6 16,8 1-13-16,13 3 2 15,6-2-3-15,5-2-4 16,6 0-10-16,3-2 6 16,4-5 3-16,4-1 1 0,-5 0-1 15,-1 0 2-15,-8 0 3 16,-7 0 1-16,-8 0-4 15,-7 0-8-15,-8 0 4 16,-8 0-7-16,-11 0-5 16,-13-1-1-16,-10 0-9 15,-10 1-2-15,-9-2 1 16,-2 2-1-16,-3 0 0 16,0 0-38-16,-3 0-91 15,-28 9-158-15</inkml:trace>
  <inkml:trace contextRef="#ctx0" brushRef="#br0" timeOffset="-176438.096">12929 10780 657 0,'0'0'17'0,"0"0"10"0,0 0 36 16,0 0-37-16,0 0-24 15,0 0 57-15,4 99-2 16,11-60-25-16,3-3-11 16,4-5-3-16,1-4-5 0,2-4 9 15,1-5-11 1,-1-4 3-16,-1-5 0 0,-5-2-7 16,2-6 4-16,4-1 2 15,5 0 2-15,11-19-5 16,8-7-2-16,5-5-5 15,5-2-1-15,-1 0-1 16,-1-3 0-16,-3 4-1 16,-8 2-31-16,-3 6-45 15,-15 7-91-15,-15 8-136 16</inkml:trace>
  <inkml:trace contextRef="#ctx0" brushRef="#br0" timeOffset="-176131.893">13069 11061 456 0,'0'0'35'0,"0"0"63"15,0 0-47-15,0 0 22 16,0 0-10-16,0 0-12 16,70 42-8-16,-50-24 2 15,3-4-4-15,6 0-8 0,8-7 17 16,15-6-18-16,20-1-3 16,28-20 1-16,24-18-19 15,30-14-11-15,15-16-136 16,27-13-400-16</inkml:trace>
  <inkml:trace contextRef="#ctx0" brushRef="#br0" timeOffset="-171917.876">16840 10704 247 0,'0'0'8'0,"0"0"7"0,0 0 63 15,0 0 13-15,0 0-27 16,0 0-9-16,0 0-9 15,85 36-4-15,-60-32-6 16,-2-1-6-16,3 0-9 0,2 1-4 16,0 0-3-16,4 1-2 15,2 0-5-15,2-5 0 16,4 1 0-16,5-1-3 16,4 0 1-16,6 0-1 15,7 0 7-15,2 0 4 16,2-4-5-16,0 4 1 15,-2 0-1-15,-2 0-3 16,2 0 0-16,-5 0-2 16,-2 0 2-16,0 0-1 15,0 0 2-15,1 0 0 16,3 0-6-16,0 0 4 16,-4 0-5-16,3 0-1 0,-8 0 0 15,-4 0 0-15,4 0 1 16,-6 0 2-16,0 0 3 15,-1 0-1-15,1 0 2 16,-2 0-4-16,2 0 1 16,-3 0-4-16,3 3 4 15,-1-2-2-15,-1 3-2 16,0-3 1-16,-2 1 0 16,2 2 0-16,-2 1-1 15,-1-3 2-15,-1 2 0 16,-3-1-2-16,4-1 1 15,2 1-1-15,0-2 1 16,-2 2 1-16,1-3-2 16,-3 3 1-16,-1-2-1 0,-4-1 0 15,-4 3-1-15,-2-1 2 16,-4-2-1-16,-5 0 1 16,-2 0 1-16,-4 0 1 15,-2-5-2-15,-2-3 2 16,-2-4-1-16,2-2 3 15,-4-2 5-15,-1-4 4 16,-4-1 0-16,5-4-5 16,-4-8 1-16,2 3-1 15,-3-7-4-15,0-2-2 16,0-3-3-16,0 4 1 16,0-2 1-16,0-4-2 15,-3 2 0-15,0-2 1 0,-4 0-1 16,2 2 1-16,-7 5 0 15,3 2 0-15,-3 1-1 16,-3 3 2-16,0-1-2 16,1 1 1-16,-1 0-1 15,0 3 2-15,3-1 0 16,-3 0 0-16,3 1-2 16,-2-1 3-16,1 1 1 15,3 3-1-15,-8-2 0 16,6 3-2-16,-6 1 2 15,1 3-1-15,3 3 0 16,-3-1 3-16,-2 5 4 0,-2 3-7 16,1-1 2-16,1 4-1 15,1 0-3-15,0 5 0 16,1 0 0-16,-2 2 0 16,0 0 0-16,-2 0 1 15,-1 0-1-15,-4 0 0 16,-2 0 1-16,-6 0-1 15,-2 0 0-15,-6 0 1 16,0 0 1-16,0 0-2 16,-4 0 1-16,1 0-1 15,-1 0 1-15,0 0-1 16,-8-4 0-16,2-3 4 16,-7 0-4-16,-10 0 0 0,-3-2 1 15,-11 2 0 1,-2 0 0-16,-3-2-1 0,7 2 0 15,4 1 1-15,2 0-2 16,-1 2 0-16,-2-2 0 16,-4 2 1-16,-6-1 0 15,-7-2 0-15,-8-1 0 16,-11 2 0-16,-2 1 3 16,-1 0-3-16,0 4 1 15,6-2 1-15,8 3-2 16,6 0-2-16,5 0 2 15,-2 3 0-15,-3 5-1 16,-3 1 1-16,3-1 0 16,2-1 3-16,5 1-2 0,4-1-1 15,2-2 2-15,-1 4-2 16,-3-2 0-16,0 0 2 16,6-2-2-16,1 2-2 15,4 0 2-15,1 2 4 16,-3-3-4-16,4-3 1 15,-1 1 1-15,4 0 1 16,0-1-3-16,1-3 5 16,7 0-4-16,0 0 1 15,6 0-2-15,1 0 1 16,-3 0 1-16,-1 0-1 16,0 0-1-16,-1 0 0 15,4 0 1-15,6 0-1 0,6 0 1 16,0 0-1-16,4 4 1 15,-1 0-1-15,1 3-1 16,1 0 1-16,0-1 0 16,4 1 0-16,-1-3 1 15,2 3-1-15,2-2 0 16,3 0 0-16,1-1 0 16,0 2 0-16,5-2 1 15,1 2 0-15,3 1-1 16,3 1 0-16,-3 3 0 15,-1 0 0-15,1-2 0 16,2 5 0-16,2-1 0 0,2 3 0 16,2 4-1-16,-2 1 0 15,4 3 1-15,4 2-1 16,3 4 1-16,2 5 1 16,2 2 1-16,0 1-1 15,2 8-1-15,9-3 1 16,3 3 0-16,4 1 0 15,-3 0 0-15,1 2-1 16,1-3 1-16,-3-2-1 16,0-1 7-16,1-4-1 15,-2-2-6-15,3-3 5 16,0 0-3-16,1-2 0 16,0 0-2-16,1 0 3 0,-2-2-2 15,1 0 0 1,-4-3 1-16,0-2-2 0,-1-1-1 15,2-4 1-15,-2 2 1 16,0-5 0-16,3-3 0 16,0-1-1-16,1-4 2 15,5-2-1-15,0-3 0 16,6-4 0-16,2 3 0 16,4-1 0-16,2-2 0 15,-1 0-1-15,7 1 0 16,0 2 2-16,3-3-2 15,3 3 0-15,5-2 2 16,2-1-1-16,3 2 1 16,5 0-2-16,5 2 0 0,5-4-3 15,4 0 1-15,5 0 2 16,5 0 0-16,-4 0 0 16,-1 0 0-16,-4 0 0 15,-7 0-1-15,-2 0 1 16,-3 0 1-16,-4 0 2 15,1 0-4-15,-1 2 2 16,-2 4-1-16,6 0 2 16,0-1-2-16,0 1 1 15,3-2-1-15,-1 0-1 16,0-2-1-16,3-2 1 16,3 0 1-16,2 0-2 15,-2 0 2-15,3 0-1 0,-4 0 1 16,2 0 0-16,-2 0 1 15,-3 2-1-15,0 0 3 16,-1-1-3-16,-3-1 2 16,4 1-2-16,1-1-2 15,2 0 2-15,-3 0 0 16,-2 0 0-16,0 0-3 16,0 0 3-16,6 0 0 15,-1-1-1-15,-2-4 1 16,0 3-1-16,-3-1 0 15,-4 3 1-15,1 0 1 16,-4 0 1-16,-4 0 0 0,-3 0-2 16,-1 0 1-16,-3 0-1 15,-1 0 0-15,1-1 0 16,-4-2 0-16,1-1 0 16,-3 1 3-16,-5-1-3 15,0 0-3-15,-7-1 3 16,-6 3 0-16,-3-2-1 15,-7 0 1-15,-2 2 0 16,-4 0 0-16,-5 2 0 16,-1-1 0-16,-3 1 1 15,0-3-1-15,0 3-3 16,0 0-74-16,-5 0-98 16,-26 0-265-16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27:09.546"/>
    </inkml:context>
    <inkml:brush xml:id="br0">
      <inkml:brushProperty name="width" value="0.05292" units="cm"/>
      <inkml:brushProperty name="height" value="0.05292" units="cm"/>
      <inkml:brushProperty name="color" value="#FFC000"/>
    </inkml:brush>
  </inkml:definitions>
  <inkml:trace contextRef="#ctx0" brushRef="#br0">15723 13211 329 0,'0'0'30'0,"0"0"-30"0,0 0 26 15,0 0-2-15,0 0-10 16,0 0-5-16,0 0-3 16,-13-2-6-16,13 2-3 15,0 0-1-15,0 0-28 16,0 0-96-16,0-2-32 16</inkml:trace>
  <inkml:trace contextRef="#ctx0" brushRef="#br0" timeOffset="1483.339">13770 6050 161 0,'0'0'7'0,"0"0"2"0,0 0 16 15,106 13 3-15,-72-9 7 16,2 1 15-16,5-1 5 15,-1 0-26-15,8-1-10 16,-2 3 9-16,2-2 3 16,5 2 7-16,10-2 10 15,7 2 11-15,7 1 7 16,1-1-21 0,4 1-16-16,5 0-6 0,-2-2-14 15,3-3 8-15,0 1 2 16,-5-1 4-16,-2 2 4 15,-3-3 0-15,-7 2 4 0,-3-3-9 16,-5 0-3 0,-6 0-8-16,-5 0-5 0,-4 0 2 15,-8 0-1-15,-4 0-2 16,-9-3-1-16,-6 0 3 16,-11 1 2-16,-7 2 0 15,-1 0 1-15,-2 0 6 16,0 0 7-16,0 0-2 15,0 0-12-15,0 0-5 16,0 0 1-16,0-3-5 16,-3-1-16-16,-6-2-71 15,-4-4-124-15,-6-6-206 16</inkml:trace>
  <inkml:trace contextRef="#ctx0" brushRef="#br0" timeOffset="4257.072">14042 2482 640 0,'0'0'9'0,"0"0"61"0,0 0 56 0,0 0-35 16,-66-73-19-16,64 73-18 16,2 0-33-16,0 11-21 15,0 20 0-15,0 17 16 16,0 8 0-16,0 5 6 15,2-2-6-15,6-2-3 16,-5-6-7-16,1 2-2 16,1-8-1-16,-1-5-1 15,-1-5-2-15,0-4-11 16,-2-7-83-16,2-5-129 16,-3-10-199-16</inkml:trace>
  <inkml:trace contextRef="#ctx0" brushRef="#br0" timeOffset="4670.201">14341 3049 495 0,'0'0'44'15,"0"0"-27"-15,42-94 32 16,-24 55 3-16,-3 1-9 16,-2 5-6-16,-2 1-20 0,-5 4-3 15,-6 7 0 1,0 6 6-16,-3 2 3 0,-15 9-12 16,-1 4-1-16,-7 0-10 15,3 1 4-15,0 15 4 16,4 5 0-16,2 3 0 15,5 8 4-15,5 4 11 16,1 0 3-16,6-2-7 16,0-4-11-16,3-5 9 15,10-4-9-15,4-5-4 16,2-5 3-16,5-7-3 16,4-4-1-16,5 0-3 15,6-14-4-15,4-7-85 0,-1-5-80 16,-5-4-222-16</inkml:trace>
  <inkml:trace contextRef="#ctx0" brushRef="#br0" timeOffset="5140.063">14802 2630 617 0,'0'0'38'0,"0"0"37"16,0 0 2-16,0 0-28 15,-52 80 2-15,52-48-7 16,0-3-15-16,0-1-1 0,5-1-6 16,4-4-6-1,0-1-9-15,-2-2-3 0,-1-7-1 16,-3-5 0-16,0-4-2 16,-1-2 0-16,-2-2 1 15,0 0-1-15,0-10-1 16,0-11-11-16,0-2 3 15,-2-6 1-15,1-3-2 16,1-1 3-16,0-3 2 16,1 5-3-16,11 3 4 15,0 7 0-15,-1 4 3 16,3 5-3-16,-2 7 1 16,5 4-1-16,-1 1-4 15,4 2 5-15,0 14 2 0,-2 4 1 16,-1 5 8-16,-2 0 3 15,-4 2 0-15,0-2 2 16,-5-1-3-16,0 1 0 16,-3-5-7-16,0 1-1 15,-3-3-3-15,1-1 0 16,-1-6-12-16,3-8-93 16,3-3-173-16,3-3-254 15</inkml:trace>
  <inkml:trace contextRef="#ctx0" brushRef="#br0" timeOffset="5861.775">15343 2485 720 0,'0'0'74'0,"0"0"70"0,0 0-94 0,-93 35-26 15,62 0-4-15,3 5-6 16,6-1-5-16,8-7-8 15,8 0 2-15,6-7 0 16,0-5-3-16,3-4 1 16,10-5 1-16,4-6-1 15,2-5-1-15,-1 0-17 16,1-5-12-16,1-15-23 16,-2-7-8-16,-2-1 15 0,-6-7 14 15,1 0 10 1,-8 2 5-16,2 1 11 0,-3 11 5 15,-2 7 0-15,0 6 3 16,0 5 15-16,0 3 31 16,0 0-24-16,0 12-25 15,0 11 13-15,0 6 6 16,3 7 11-16,2 1-5 16,1 3-8-16,-2 2-10 15,2-1 1-15,0 4 2 16,0 0-1-16,-2 0-2 15,1 1-4-15,0-3 2 16,2-4-1-16,-1-3 3 16,0-2 7-16,-2 0-5 15,1-3-2-15,-1-2-2 0,-1-3-2 16,1-5 2-16,-4-3-4 16,0-6-1-16,0-1 2 15,0-5 0-15,0-3 1 16,0-1 4-16,-5-2 1 15,-9 0 0-15,-2 0-4 16,-2 0-1-16,-7 0-2 16,-1-5-1-16,-2-4 2 15,1-2 0-15,2 0 0 16,2-4 12-16,3 1 4 16,2-1-1-16,4-4 1 15,4-2-5-15,3-6-4 0,7-1-7 16,0-3-1-16,8-2-2 15,17-3-1-15,10-2-16 16,8-1-25-16,6-1-30 16,1-1-38-16,2 0-51 15,-3 3-88-15,-3-1-187 16</inkml:trace>
  <inkml:trace contextRef="#ctx0" brushRef="#br0" timeOffset="6185.181">15763 2303 265 0,'0'0'293'0,"0"0"-199"0,0 0 76 0,0 0-51 0,0 0-46 15,0 0-37 1,-20-26-33-16,15 57 4 0,4 9 9 16,1 5 3-16,0 3 12 15,0 7 5-15,0-2-11 16,0-1-1-16,1-3 5 15,-1-6-13-15,0-2-5 16,2-5-2-16,-2-1-5 16,0-4-1-16,0-1-2 15,0-3 1-15,0-4-1 16,0-3 0-16,0-6 1 16,0-2-2-16,0-5 0 0,0-5-8 15,0-2-37 1,0 0-40-16,0-1 9 0,0-14-84 15,0-8-149-15</inkml:trace>
  <inkml:trace contextRef="#ctx0" brushRef="#br0" timeOffset="6379.424">15542 2743 515 0,'0'0'74'15,"0"0"-7"-15,0 0 28 16,0 0-56-16,0 0-29 16,0 0-5-16,97-29-3 15,-50 8-2-15,1-4-72 0,0-6-69 16,-1-5-75-16,5-6-75 16</inkml:trace>
  <inkml:trace contextRef="#ctx0" brushRef="#br0" timeOffset="6897.021">16127 2294 277 0,'0'0'130'16,"0"0"-1"-16,0 0 7 16,0 0 44-16,0 0-62 15,0 0-57-15,-20-30-38 16,10 56-7-16,2 5 2 16,2 5 7-16,4 10 6 15,1 3-9-15,1 4 0 0,0-1-3 16,0-4-2-16,1-3-5 15,4-8-3 1,-1-4-3-16,0-4-3 0,-2-5-2 16,-2-6 1-16,0-4 0 15,0-3 0-15,0-5-2 16,0-5 1-16,0-1 0 16,0 0-1-16,1 0 0 15,1-10-3-15,1-7-7 16,5-4-4-16,1-4-11 15,5-2-4-15,3-3-9 16,2 0 16-16,0 2 2 16,0 3-10-16,1 4 21 15,0 1-2-15,-5 9 4 16,1 1 2-16,-4 5 2 0,-3 5-2 16,1 0-1-16,-1 0 2 15,-1 12 2-15,-2 8 0 16,-3 6 2-16,-1 3 5 15,-2 4 11-15,0-1 12 16,0-1 4-16,0-1 4 16,0-6-3-16,0-8-11 15,0 1-9-15,0-7-8 16,0-1-3-16,0-3-2 16,0-5-36-16,0-1-114 15,0-3-258-15</inkml:trace>
  <inkml:trace contextRef="#ctx0" brushRef="#br0" timeOffset="7234.829">16649 2627 621 0,'0'0'26'0,"0"0"4"0,0 0 36 0,0 0 23 15,0 0-28-15,0 0-24 0,96 8-16 16,-54-8-8-16,7 0-7 16,4 0 30-16,2-5-27 15,-6-4-8-15,-6 1 2 16,-7 0-2-16,-11 1-1 15,-4 1 4-15,-9 3-4 16,-7-1-1-16,-5 1-10 16,0-1-35-16,0-2-70 15,-15 1-78-15,-3-4-150 16</inkml:trace>
  <inkml:trace contextRef="#ctx0" brushRef="#br0" timeOffset="7737.131">17016 2403 492 0,'0'0'60'15,"0"0"8"-15,0 0 15 16,0 0 5-16,0 0-26 16,-11 89 9-16,27-65-36 15,2-3-3-15,6-1-5 16,0-8-8-16,4-3-4 15,-1-4-8-15,3-5-2 16,-5 0-2-16,4 0 0 16,-6 0 0-16,-5-5-2 0,-3-4 2 15,-3 0 2 1,-3 3-4-16,-4 0 3 0,-2 3 0 16,-2 2-2-16,-1 0 11 15,0 1 13-15,0 0-12 16,0 0-8-16,-1 14-2 15,-10 6 4-15,-4 2 7 16,2 4 13-16,-5 2-7 16,0 0-1-16,-3 3-2 15,3-1-3-15,3 1 11 16,-1-1-6-16,1-1-5 16,0-1 0-16,0-1-2 0,3-5 1 15,-1-3-8 1,4-2-3-16,1-6-1 0,3-5 0 15,3-5-1-15,2-1 0 16,0 0-1-16,0-6-2 16,2-13-39-16,11-9-65 15,2-5-84-15,3-6-298 16</inkml:trace>
  <inkml:trace contextRef="#ctx0" brushRef="#br0" timeOffset="8734.987">17958 2357 606 0,'0'0'13'0,"0"0"74"0,0 0 2 0,0 103-3 16,0-67-23-16,0-4-21 16,0 4-15-16,3-8-1 15,-3-3-14-15,0-4-4 16,0-5-1-16,0-4-2 15,0-3 0-15,0-4-2 16,0-5 1-16,0 0 2 16,-3-2-6-16,0-13-10 0,-1-8-1 15,4-3 6-15,0 0 0 16,0-3 5-16,0 7-1 16,0 1 2-16,3 7-1 15,4 4 2-15,1 4 4 16,5 5-5-16,2 1-1 15,4 0-1-15,2 8 1 16,-1 6 3-16,3 5 1 16,-2 0 0-16,-4 0 0 15,-1 0-2-15,-2-3 0 16,-6-2 0-16,-5-2 0 16,0-2 1-16,-3-1-1 0,0-3 1 15,0-3 2 1,0-2-1-16,0-1-1 0,0 0 5 15,0-3 1-15,0-13-9 16,0-5 0-16,6-5-2 16,5-5 1-16,2 0-2 15,-1 4 3-15,4 6 0 16,-2 3 0-16,-3 4 0 16,5 3-1-16,-4 3 0 15,1 2-1-15,-1 4 2 16,3 0-3-16,-3 2 2 15,0 0 2-15,1 0-1 16,-2 10 0-16,-2 1 2 16,1 9 5-16,-2 0 0 15,-2 7 10-15,-2-1 7 0,0 2 2 16,-4 1 2-16,0-4-7 16,0-1 9-16,0-1-4 15,0-2-1-15,0-4-10 16,0-2-5-16,0-2-5 15,0-5-1-15,3-2-3 16,-3-3 2-16,2-3-3 16,-2 0-47-16,0 0-33 15,0-13-76-15,0-11-285 16</inkml:trace>
  <inkml:trace contextRef="#ctx0" brushRef="#br0" timeOffset="9738.417">18759 1880 218 0,'0'0'402'0,"0"0"-343"0,-71-82 78 15,41 60-50-15,-2 6-31 16,-2 2-7-16,-4 3-26 15,2 3 3-15,-5 2-15 16,7 4-6-16,-7 2 2 16,0 0-1-16,-4 1-4 0,-10 12-1 15,-2 5 1 1,-2 0 0-16,1 4-2 0,5 1 1 16,4 3-1-16,7 4 3 15,-1 2 6-15,6 2-1 16,-1 4 3-16,1 0 4 15,-2 2-3-15,6 0-5 16,2 3 0-16,1-1-4 16,5 2 3-16,2-1 0 15,4 3 0-15,5-1-1 16,4-2 4-16,6 3-3 16,4 0-6-16,0 3 4 0,4-1-1 15,13-1-3-15,1-4 5 16,4-3-2-16,2-1 3 15,3-7-3-15,1 3 0 16,2-7-1-16,4 2-2 16,0-4 4-16,2-5-3 15,0-1-1-15,0-5 1 16,7-3-1-16,2-4 0 16,3-1 4-16,4-4-2 15,-3-3-1-15,-1 0-1 16,-2 0 0-16,-3 0 0 15,2-3 0-15,6-7 0 16,3-3-3-16,-1 1-3 16,5-5-2-16,-1-2 1 15,-3-1-6-15,-3-2 5 0,-2-4 4 16,-4-2 4-16,1-4 0 16,-3-3-3-16,3-5 7 15,-4-5-4-15,-1-5 4 16,-6-4-4-16,-4 0 0 15,-6 0 1-15,-6 1 0 16,-6 4 0-16,-4 2-1 16,-1 1 0-16,-4 0 2 15,-1-1-1-15,-3 2 0 16,0 1-1-16,0 4 2 16,-1 0-2-16,-10 5 1 15,-2 2-1-15,-2 2 2 0,-1 2-2 16,0 5 2-16,-4 0 5 15,-4 3-2-15,3 1 0 16,-6 1-1-16,2 5-1 16,-4-1-1-16,-1 4-1 15,-2 2 5-15,-1 4 0 16,-3 5-5-16,1 0 0 16,-2 0 4-16,0 0-2 15,1 8 4-15,0 2-5 16,7-1-1-16,3 1 1 15,1-1-1-15,2-2 0 16,6-1-1-16,3-1 0 16,7-3 0-16,5 0-1 15,2 0-41-15,0-1-140 16,2-1-136-16</inkml:trace>
  <inkml:trace contextRef="#ctx0" brushRef="#br0" timeOffset="11337.356">13781 4524 379 0,'0'0'0'0,"-103"-34"-41"0,42 28 41 16,-5 3 13-16,-3 3 21 15,0 3-10-15,-2 15 6 16,1 1 2-16,-2 8 12 16,-4 2-2-16,4 12 8 15,2 14 13-15,2 16 0 16,4 14-11-16,1 10-6 15,3 13 1-15,5 3 7 16,15-2-19-16,12-1-8 16,14-6-2-16,14-6-11 0,0-4 4 15,31 1-3 1,10-4 0-16,12-4-3 0,7-5 2 16,10-12-1-16,8-13-4 15,7-12-4-15,13-11-2 16,7-12-2-16,9-17 1 15,7-3-4-15,6-14-11 16,0-17-81-16,-6-9-109 16,-12-11-246-16</inkml:trace>
  <inkml:trace contextRef="#ctx0" brushRef="#br0" timeOffset="11808.356">15010 4445 295 0,'0'0'51'0,"85"69"28"0,-36-27-20 15,4 9 9-15,2 6-8 16,1 6-10-16,-1 5-8 15,1-3-12-15,-4-1-3 16,5 4-4-16,-1-1 26 16,-2-2 4-16,-4 2-2 15,-9 1-23-15,-5-4 0 16,-9 0-5-16,-9 3 0 16,-8 6 2-16,-10 3-7 15,-7 9-9-15,-34 6-6 0,-20 7 0 16,-22 3-3-16,-19 3-56 15,-26-5-161-15</inkml:trace>
  <inkml:trace contextRef="#ctx0" brushRef="#br0" timeOffset="12730.095">15293 4764 545 0,'0'0'13'0,"0"0"6"0,-80 53 54 0,71-38 3 15,9-2-14-15,0-3-31 0,19-5-10 16,20-5-8-16,18-8 9 15,23-27 9-15,25-8-14 16,19-8-8-16,16 0-4 16,4 0-5-16,-2 2 0 15,-6 7 1-15,-14 2 0 16,-14 5 0-16,-16 4 2 16,-13 5 12-16,-11 5 5 15,-10 1 3-15,-10 6-7 16,-10 5-6-16,-14 3-5 15,-11 3-2-15,-11 1 3 16,-2 2-6-16,-2 0-12 0,-24 3-9 16,-13 10-101-1,-13 0-130-15,-5-4-264 0</inkml:trace>
  <inkml:trace contextRef="#ctx0" brushRef="#br0" timeOffset="13112.867">16551 4285 808 0,'0'0'0'15,"0"0"-9"-15,0 0 9 16,0 0 0-16,0 0 15 16,87 57-1-16,-59-40 8 0,3-2-6 15,4-2-4 1,-1-6 9-16,5 1-4 0,0-8-6 15,-4 0-4-15,0 0-4 16,-8 0-1-16,-7 0-1 16,-6-3 3-16,-6-2-2 15,-4 5 1-15,0-3 4 16,-2 3 4-16,-2 0 32 16,0 0-20-16,0 0-11 15,0 11-8-15,-17 11 0 16,-6 10 15-16,-5 2 1 15,-4 4-5-15,-2-2-7 16,2 0-5-16,4-5-1 16,8-6-2-16,7-3-9 0,12-10-64 15,1-10-133-15,13-2-189 16</inkml:trace>
  <inkml:trace contextRef="#ctx0" brushRef="#br0" timeOffset="13947.307">17392 4187 482 0,'0'0'32'0,"0"0"53"0,0 0 23 15,7 92 1-15,0-65-29 16,1 1-21-16,2-3-24 16,-1-2-11-16,-1 0-12 15,-4-4-7-15,2-6 1 16,-5-2-4-16,1-6 2 16,-2-3 3-16,0-2-4 15,0 0 6-15,0-13-9 16,-5-8-4-16,-3-6 1 15,3 0 2-15,2-1 0 16,3 2 0-16,0 5 1 0,0 4 0 16,3 5 0-1,9 3 6-15,1 5 5 0,5 3-7 16,3 1 0-16,6 0 5 16,0 4 7-16,-2 6-1 15,0 4-1-15,-5 1 1 16,-2-1-5-16,-2 1 2 15,-2-2-8-15,-7 1 2 16,-4-1-3-16,0 1 1 16,-3 0-1-16,0 1-2 15,0 0 2-15,-3-2 0 16,-1-2 0-16,-2-4-3 16,2-2 4-16,3-5-3 15,-1 0 3-15,2-2-1 16,0-14-3-16,0-2-5 0,0-7-8 15,7 0-5-15,6-1 3 16,2-3-3-16,5 1 2 16,0 3 3-16,2 3 5 15,-2 3 0-15,1 4 4 16,-3 2 1-16,-3 5 2 16,-2 1 0-16,-4 3 0 15,2 4-1-15,-1 0-1 16,-1 0 2-16,1 7 1 15,2 6 3-15,-1 1 3 16,-4 8 9-16,-1-2 6 16,3 0 3-16,-6 0 7 0,3 0-2 15,-1-3-2-15,-4-2-7 16,4-3-4-16,-4-1-6 16,2-2-5-16,-1-2-2 15,-2-2-2-15,4-2-1 16,-4-2 0-16,0-1-57 15,0 0-73-15,-9 0-125 16,-3-4-507-16</inkml:trace>
  <inkml:trace contextRef="#ctx0" brushRef="#br0" timeOffset="14637.96">18142 3698 497 0,'0'0'211'0,"0"0"-172"0,0 0 45 0,0 0-2 15,0 0-50-15,0 0-17 16,58 13 17-16,-35 11-7 16,-1 2 1-16,-6 0-1 15,-5 0-7-15,-4-2-10 16,-7-4 0-16,0 0-4 15,-4-2 4-15,-15-3 0 16,3-2-3-16,-1-5-2 16,3-4-3-16,6-2 0 15,4-2-2-15,1 0 2 16,3 0 0-16,0-2-2 16,0-4 0-16,0-2-3 0,10 3 1 15,6-2-3 1,3 4 5-16,-2 2 2 0,2 1-3 15,3 0 1-15,-5 0 1 16,0 4 1-16,-2 5 0 16,-2 5 1-16,-2 2 5 15,-2 5 3-15,-5-1 3 16,-2 0 9-16,-2 0 6 16,0-1 6-16,0 1-4 15,-9-3 4-15,-6 0-8 16,0-2 6-16,-6-2-5 15,0-2-6-15,-3-2-6 16,-6-2-5-16,5-4-5 16,0-2-3-16,2-1 3 0,5 0-3 15,1 0-1-15,1-7-19 16,3-3-50-16,4 0-67 16,-1-1-178-16</inkml:trace>
  <inkml:trace contextRef="#ctx0" brushRef="#br0" timeOffset="15079.12">17203 4732 718 0,'0'0'4'0,"0"0"4"0,92-34 48 16,-47 18 17-16,7-2-5 15,7 1-18-15,3-3-11 16,2 0-4-16,1 2-1 0,3-1 3 16,1 2-8-16,-3 3-7 15,-3-1-8-15,-4 1-8 16,-5 2 2-16,-2 1-6 16,-10 1 0-16,-6 4 0 15,-13 2-2-15,-12 1 1 16,-4 3-1-16,-7 0-2 15,0 0-28-15,-28 4-78 16,-8 12-88-16,-18-3-98 16</inkml:trace>
  <inkml:trace contextRef="#ctx0" brushRef="#br0" timeOffset="15395.171">17281 4893 548 0,'0'0'3'0,"0"0"45"16,80-7 61-16,-39-2-4 16,11-1-3-16,3-3-25 15,3-3-15-15,4-1-3 16,6-2-5-16,1-2-14 15,1-3-17-15,2-2-4 0,-3 1-7 16,-6 1-7 0,-9 6-2-16,-9 2-1 0,-13 3 0 15,-11 5-2 1,-9 2 3-16,-12 6-3 0,0 0-13 16,-20 0-130-16,-22 0-341 15</inkml:trace>
  <inkml:trace contextRef="#ctx0" brushRef="#br0" timeOffset="18142.823">30237 5839 449 0,'0'0'0'0,"0"0"-32"0,0 0-37 0,0 0-117 15</inkml:trace>
  <inkml:trace contextRef="#ctx0" brushRef="#br0" timeOffset="21426.082">30295 6027 531 0,'0'0'20'0,"0"0"-20"16,0 0 7-16,0 0 7 0,0 0 36 15,0 0-3-15,-52-19-22 16,52 19-14-16,10 3 43 16,11 7-2-16,10 0-6 15,13 2 1-15,6 0-26 16,6-1-9-16,2 2-5 15,1-3-2-15,4 3-1 16,4-1-2-16,0 1 0 16,1-2-1-16,-1-1 0 15,3-2 4-15,-2-1-5 16,4 1 3-16,1-3-2 16,0 1 1-16,2 0-1 0,1-2 0 15,-1 1 1 1,-1 0-2-16,-1-2 1 0,-4 3 0 15,-5 0 2-15,-4-1-3 16,0 1 1-16,-1 0-1 16,-1 1 0-16,-1-3 0 15,-7-1 0-15,-6 1 0 16,-7-2 1-16,-1 1-1 16,0-2 0-16,-4-1 0 15,0 0 0-15,-2 0 1 16,-6 0 0-16,0-6 0 15,-5-5 4-15,-2-3-4 16,-1-2 3-16,-6-3 3 0,3-7-3 16,-3-2-1-16,-1-5 1 15,-1-5-4-15,1-7 1 16,-1-6 1-16,3-8-1 16,0-3-1-16,3-3 0 15,0 3-1-15,0 7 2 16,-1 2-1-16,-2 5 1 15,1-1-1-15,1 5 1 16,-2-3-2-16,-4 2 2 16,0-1-1-16,-4 0 1 15,-1 1 7-15,-2 2 21 16,0-2-3-16,0 4-9 0,-3 0 1 16,-3 3-6-16,0 4-4 15,0 4-1-15,0 1-3 16,-1 7 6-16,-2-1-1 15,0 5 3-15,0 1 0 16,-3 5 3-16,2 0-7 16,-1 1 12-16,-4 5-15 15,0 0-4-15,-3 6 0 16,-4-1 0-16,-4-2 3 16,-9 1-4-16,-4 2 0 15,-9 0 3-15,-5 0-3 16,-6 0 0-16,-6 0 0 15,-10 0 0-15,-1 0 1 0,-6 0 1 16,0 2-2 0,3-2 0-16,4 0-1 0,-2 0 0 15,-1 0 0-15,-2 0 0 16,-4 0-1-16,2 0 0 16,-3 0 2-16,-2 3-1 15,4-3 2-15,2 0-1 16,-1 0 2-16,-1 0 0 15,5 0-2-15,1 0 1 16,8 0-1-16,5 0-1 16,1-3-2-16,0 0 3 15,1 0 0-15,-1-2 0 0,5 3 1 16,3-1-1 0,1 3 0-16,5 0 0 0,3 0-1 15,5 0 1-15,5 0 0 16,5 0 0-16,4 0-2 15,3 5 1-15,2 4 1 16,6 3 0-16,-2 5 0 16,6 3-4-16,1 4-1 15,-1 2 5-15,3 3 1 16,2 3 0-16,-3 0 1 16,5 7-2-16,-1-2 3 15,2 4-1-15,0-1 0 16,4 2 3-16,0-1-4 15,0 0 1-15,0 2-2 16,0 2 1-16,0 0 0 0,0 2 2 16,0-2-3-1,0 3 2-15,0-2-1 0,5 0-1 16,3 0 1-16,1 1-1 16,2 0 0-16,1-1 0 15,3-6 1-15,2-1 1 16,0-7-1-16,2-2 2 15,-2-3-3-15,1-3 1 16,-1-2 1-16,0-1-1 16,-1-2 0-16,0 2-1 15,-1-2 0-15,1-2 2 16,1 0-2-16,4 1 0 0,1-3 1 16,2-2 1-16,1 0-2 15,2 0 0-15,3-1 0 16,1-1 1-16,5-2 1 15,4-1-2-15,1-4 0 16,0 2 3-16,5-2-2 16,-4-1-1-16,4-2 1 15,-2-1-1-15,5 2 0 16,0-2-5-16,7 0 5 16,6 0 3-16,-1 0-3 15,1 0 0-15,-6 0-1 16,-2 0 1-16,-3 0 0 15,1 0 0-15,1 0-2 16,0 0 2-16,2 0 1 16,-3 0-1-16,3 0 0 0,-2 0 0 15,2 0 0-15,0 0 1 16,0 0-1-16,-2 0 0 16,-4 1 2-16,0 0 0 15,-4 1-2-15,1 1 0 16,-3-2 0-16,2 2 1 15,1-3-1-15,-1 1 0 16,0-1 1-16,0 2-1 16,-9-1-3-16,4 0 3 15,-6 1-1-15,-1-2 1 16,-3 0-1-16,-1 0 0 16,0 0 2-16,1 0-1 0,1 0 1 15,-1 0-1-15,-2 0 0 16,0 0 0-16,0-2-1 15,-2-2 2-15,0 0-1 16,-1-3 0-16,-1-4 1 16,1 1-1-16,-2-1 0 15,-1-3 0-15,-1-1 0 16,-2 0 0-16,2-3 0 16,-2 1 2-16,0-2-3 15,-3 1 2-15,-1-1 1 16,1-3-2-16,-1-2 0 15,1-2 0-15,1 0-1 16,-2-5-2-16,-5-8 0 0,-1 0 1 16,-3-8 1-16,-1-2-2 15,-2-2-2-15,-2 3-1 16,-1-2 0-16,0-1-4 16,0-3 3-16,0-1-4 15,-1-4-11-15,-7 4 8 16,-2-6 4-16,1 5 3 15,-2-1 2-15,-4 2 4 16,0 2-2-16,-1 5 3 16,1 3-1-16,-1 1 1 15,2 3 0-15,0 3 0 16,0-3 0-16,1 4 2 0,1 1-2 16,-1 0 0-16,2 4 0 15,0 4 0-15,0 3 0 16,-2 4 1-16,-2 4 0 15,-1 3-2-15,-2 2 1 16,-1 2-9-16,-5 0 0 16,-3 3 4-16,-1 0-1 15,-5 4 6-15,-4-2 3 16,-4 4-1-16,-5 1-1 16,0 0-1-16,-3 0 1 15,-8 0-1-15,-7 0 1 16,-11 0-1-16,-5 0 0 15,-2 3-6-15,5 1-5 0,0-2 5 16,2 2 5 0,0-1-4-16,0 0-4 0,1-3 4 15,0 0 4-15,1 0-3 16,-2 0 1-16,-4 0 3 16,3 4-2-16,-2-1-4 15,0 0 5-15,-2 1-2 16,0 0-3-16,0-2 5 15,6 2-2-15,5-3-1 16,2-1 4-16,1 0-2 16,1 0 2-16,1 0 0 15,-2 0 0-15,5 0 0 16,0 0 1-16,5 0-1 16,0 3 0-16,2-2 0 0,2 2 3 15,4 0-2-15,-1 1-1 16,6 0 0-16,1 2 0 15,5 1 1-15,4 0-2 16,5 3 1-16,-1 3 0 16,5 1 1-16,3 10-1 15,4 2-2-15,5 12 2 16,2 2 1-16,5 5 3 16,2 3-2-16,3 3-1 15,0-2 2-15,0 1-1 16,1-1-2-16,6 1 3 15,-1 0-1-15,1-2-2 16,-3 2 0-16,1 0 0 16,3 0 2-16,-3-2 2 0,2 3 0 15,2-2 1-15,3 1 3 16,0-1-6-16,4-1 3 16,0 0-5-16,1-2 2 15,-2 1 1-15,5-6-3 16,1-4 2-16,3-5 1 15,1-4 0-15,3-2 0 16,-1 2 1-16,3-6-3 16,3 0 1-16,3-5 1 15,7-2 0-15,5-2-2 16,10-2 1-16,9-3 1 0,15-2-1 16,15-2 0-16,14-2-1 15,18-2-1-15,22 0-33 16,16-10-136-16,13-24-755 15</inkml:trace>
  <inkml:trace contextRef="#ctx0" brushRef="#br0" timeOffset="28276.058">15759 8493 389 0,'0'0'29'0,"0"0"4"0,0 0 8 16,0 0-4-16,0 0-2 0,0 0-2 15,0 0-8-15,-30-39-4 16,28 34-7-16,2 3 1 16,0 0 19-16,0 1 5 15,0 1-15-15,0 0-16 16,5 0-4-16,12 0 1 16,9 0 0-16,3 0-1 15,4 0-2-15,3 0-1 16,3 0 2-16,6-2 1 15,6-5-1-15,0 3 0 16,1 1 1-16,2 0-1 16,-5 3 0-16,3 0 0 15,-3 0-1-15,-4 3 2 0,3 6-2 16,-6-2 1-16,-3 1 1 16,-1-2-2-16,-5 0 0 15,3 1 3-15,-5-2-3 16,1 0 0-16,-3-1-2 15,6-2 2-15,-1 0 1 16,-1 1-2-16,0 1 1 16,-2 0-2-16,0-1 0 15,-2 1 1-15,1-1-1 16,-5 0 1-16,5 0-1 16,0-2 4-16,1 2-2 15,0-3 1-15,2 0-2 0,0 0 3 16,3 0-2-1,-3 0-2-15,1 0 1 0,0 0 0 16,-4 0-1-16,-3 0 1 16,-2 0-1-16,-1 0 0 15,0 0 2-15,0 0-1 16,-3 1-1-16,3 0 1 16,1 1 0-16,0-2 1 15,6 2-1-15,-5-2 0 16,3 1-1-16,-3 2 1 15,0-2-1-15,-1 1 0 16,-1 1 4-16,-5-1-4 16,1 2 0-16,-3-3 1 0,0 2 0 15,1-2 1 1,-2-1 0-16,2 1 7 0,-3-1 1 16,-3 0-3-16,-3 2 0 15,-3-1-2-15,0-1 0 16,-4 2 2-16,-1-2 0 15,-1 1 4-15,0-1-1 16,0 0 5-16,0 2 4 16,0-2 0-16,0 0 1 15,0 1 2-15,0-1 1 16,0 0 4-16,0 0 3 16,0 0 2-16,0 0 2 0,0 0-5 15,0 0-6 1,0 0-4-16,0 0-7 0,0 1-3 15,0-1-4-15,0 0-5 16,0 0 1-16,0 0-2 16,0 0 1-16,0 0-1 15,0 0 1-15,0 0-12 16,0 0-27-16,0 0-56 16,0 0-70-16,0 0-41 15,-8 0-306-15</inkml:trace>
  <inkml:trace contextRef="#ctx0" brushRef="#br0" timeOffset="29407.224">19471 8469 213 0,'0'0'30'0,"0"0"-16"0,0 0 25 0,0 0 31 16,0 0-4-16,0 0-44 16,0 0-14-16,0 2 15 15,12-1 3-15,-2 2 2 16,2-1-1-16,3 2-1 16,7 0-2-16,1-1-13 15,5 1 1-15,4-1-4 16,1-2-3-16,2-1-1 15,5 0 0-15,4 0-1 16,2 0 10-16,-1 0-5 16,-2 0-6-16,-3 0 1 15,-1 0-2-15,-1 0 1 0,1 0 2 16,-1 0-4-16,2 0 2 16,-1 0-1-16,-2 3 4 15,2 1 5-15,-3 0-1 16,0 0-2-16,-2 1-2 15,2-1 1-15,-6 2-5 16,4-1 0-16,-3 1 0 16,0-1-1-16,4-1 1 15,-1 0 1-15,2-1 3 16,3 0 2-16,1-1 8 16,2 1-1-16,-2-1-2 15,2-1-5-15,-2-1-1 16,-2 0-1-16,-2 0-1 0,-7 0 5 15,-2 0-3-15,-3 0 7 16,-7 0-2-16,-7 0 3 16,-1 0 0-16,-6 0 2 15,-2 0-4-15,-1 0 0 16,0-1 4-16,0-1-3 16,0 2-13-16,0 0-8 15,-13 0-66-15,-22-1-219 16</inkml:trace>
  <inkml:trace contextRef="#ctx0" brushRef="#br0" timeOffset="43554.459">18286 6917 348 0,'0'0'11'0,"0"0"-11"0,-95-90 13 0,55 67 7 0,-2 7 8 15,-3 0-19-15,-3 0 12 16,1 0-2-16,0 3 0 16,-6 1 7-16,-5 1 15 15,-7 1-28-15,0 2 2 16,-6-1 1-16,1 2 5 15,-6 0-6-15,0 3-4 16,-6 1 0-16,2 1-4 16,-1 2 3-16,-1 0-1 15,0 0-2-15,0 6 2 16,0 5-2-16,7 4-2 16,4-1 2-16,6 6-2 0,6-1 2 15,1-1-2 1,5 2 1-16,1 2-1 0,5-3 4 15,0 5 4-15,1 2-4 16,4 1-5-16,2 6 1 16,-2 6-2-16,0 4-1 15,-1 7 0-15,-3 2 0 16,-1 3 1-16,1 3 0 16,3 6-1-16,1 4 5 15,3 3-1-15,2 0 0 16,3-1 4-16,4-5-1 15,2-3 2-15,7-4-3 16,1 2-1-16,1 1 2 0,5 0-2 16,1 7 1-1,7 6-1-15,3 5 3 0,3 2 0 16,0 0-3-16,9-5 0 16,7-2-3-16,4-5-1 15,4-4-2-15,4-10 3 16,5-1-2-16,1-10-1 15,7-3 3-15,6-7-4 16,10-5 10-16,6-5-2 16,7-4-1-16,4-3-3 15,-1-1-1-15,1-4 0 16,-5-1-1-16,0-5 0 16,1-3-1-16,-1-2 0 15,1-1 1-15,3 0 3 0,6 0-3 16,8-8 2-16,4-4-4 15,2-1 1-15,-1-5-1 16,-3 0 0-16,-1-3 1 16,-3-2-1-16,-7 1 1 15,-5-5 1-15,-4 0-1 16,1-4 0-16,-3-6 0 16,1-2 0-16,0-9 0 15,-3-4 0-15,0-6 1 16,-3-4-1-16,-1-4 3 15,-2-3-4-15,-13-8 0 16,-1-1 1-16,-16 2-1 16,-8 1 0-16,-6 8 1 0,-12-2 0 15,-3 1 0 1,0 1 0-16,-12 3-1 0,-7 5 0 16,-5 0 2-16,1 3-4 15,0-2 4-15,5 0 0 16,3 2-1-16,-4-1 1 15,-1 2-2-15,4-2 0 16,-2-4 1-16,1 0-1 16,3 2 0-16,-4 1 3 15,-5 12 0-15,-5 2 3 16,-5 3 0-16,-3 5 6 16,-4 2 2-16,-9 5-1 0,-3 2-7 15,-6 5-2 1,-4 2-3-16,1 3 2 0,-4 3-2 15,-1 1 3-15,-3 4-2 16,0 2 0-16,-3 2 1 16,3 5 1-16,0 0-3 15,2 0 1-15,0 5-2 16,4 7 1-16,6 2 0 16,7 3 0-16,9 6-1 15,5 7-7-15,5 9-26 16,3 6-78-16,-2-4-110 15,-10-12-511-15</inkml:trace>
  <inkml:trace contextRef="#ctx0" brushRef="#br0" timeOffset="45579.419">21263 7114 457 0,'0'0'4'0,"-84"-71"0"0,38 35 1 0,0 1-4 16,-8 1 10-16,2 3 8 15,-5 6-12-15,-1 2 12 16,-6 6-3-16,-5 6 7 16,-4 2-3-16,-1 8-4 15,-1 1-1-15,-4 0-5 16,6 6-2-16,-2 10-1 16,-1 6-1-16,3 4-2 15,0 5-1-15,-2 6-1 0,-1 5 0 16,-6 2 1-16,5 4-1 15,-1 3 3-15,2 4 1 16,6 3-2-16,-1 3 3 16,4-1 3-16,9 1-3 15,4-1 0-15,12-1 4 16,3-4 3-16,10 3 6 16,2-1-2-16,0 5-9 15,3 2 14-15,2 4-11 16,5 4-6-16,1 4 4 15,7 3-2-15,-1-1-1 16,9-1-1-16,1-4 2 16,0 1-1-16,13-5 1 15,17-2-1-15,10-4 2 0,9-5 5 16,11-5-2-16,4-4-2 16,9-5-3-16,3-3 0 15,2-1-3-15,-1-3 0 16,2-6 3-16,6-5 3 15,3-7-7-15,3-1 5 16,-1-7 0-16,-5-3-4 16,-3-1 1-16,2-6-2 15,-7-1-1-15,2 0 2 16,3-8-2-16,2-11 1 16,2-5 0-16,1-5-2 15,-5-7 0-15,-3-3 0 16,-2-6-1-16,-2-5 1 0,-4-1 2 15,-9-6-3 1,-7-4 0-16,-6-7 3 0,-8-8-2 16,-7-6 0-16,-6-5-1 15,-7-9 2-15,-9-3 0 16,-9 2-2-16,-3 0 0 16,0 8 4-16,-7 7-4 15,-11 1 2-15,-5 2-2 16,0 3 2-16,-4-3 3 15,-1 2 1-15,-2 3 6 16,-5 3 5-16,-1 3-10 16,-6 3 5-16,1 2-1 0,-5 2-3 15,-8 6 12 1,0 6-12-16,-4 9-2 0,-6 11 0 16,-3 8-1-16,-10 7-4 15,-6 8 0-15,1 6-1 16,0 4-2-16,1 20-5 15,8 13-35-15,8 7-58 16,6 2-110-16,3-5-329 16</inkml:trace>
  <inkml:trace contextRef="#ctx0" brushRef="#br0" timeOffset="84374.709">19869 10153 594 0,'0'0'2'0,"0"0"-4"0,0 0 0 16,0 0 2-16,0 0 43 15,0 0-6-15,0 0 4 16,61 78-10-16,-7-65-13 16,10 1 12-16,11-1 6 15,12-2-4-15,5 1-8 16,5-1-3-16,7 3 3 15,7-3-14-15,2-1-2 16,6-3 53-16,2-5-43 16,-9 0-15-16,-3 2 4 15,-10 1 5-15,-14 1-2 16,-11 2 0-16,-14 2 0 0,-12 2-3 16,-16-5-1-16,-11 1-3 15,-10-4-3-15,-5-1 1 16,-6-2 0-16,0-1 0 15,0 0 0-15,0 0 1 16,0 0 1-16,0 0 1 16,0 0-4-16,0 0-24 15,-9-1-37-15,-10-13-72 16,-7-4-74-16,-8-7-136 16</inkml:trace>
  <inkml:trace contextRef="#ctx0" brushRef="#br0" timeOffset="85379.954">11377 10122 529 0,'0'0'1'0,"0"0"-1"0,0 0 2 16,0 0 1-16,0 0-3 0,0 0 0 15,-10 31 9 1,44-16 11-16,14 0-4 0,7 4 7 15,7 2-4-15,10-1 14 16,10 8-2-16,8-1 1 16,7 4-15-16,1 0-10 15,-2-3 1-15,-2 2-6 16,-5-8-1-16,-1-4 3 16,-9-4 1-16,-6-6 5 15,-4 1 1-15,-6-6 5 16,-11 1 0-16,-7-1-10 15,-11-1 0-15,-10 0-5 16,-6-2 3-16,-11 0-4 16,-5 0 1-16,-2 0-2 15,0 0-17-15,-18 0-19 16,-12 0-91-16,-15 0-20 0,-16 0-126 16</inkml:trace>
  <inkml:trace contextRef="#ctx0" brushRef="#br0" timeOffset="85868.185">11225 10282 346 0,'0'0'9'0,"0"0"14"0,0 0 35 0,0 0-18 16,0 0-13-16,0 0-23 15,0-26 0-15,30 26 12 16,7 2 19-16,5 10-10 16,11 0 7-16,10 8 1 15,3 0 13-15,7 4-15 16,6-2-15-16,12 3-6 15,8-5-3-15,7 0 19 16,5-4-6-16,-3-3-12 16,-7-1-6-16,-1-2 4 15,-4-2 12-15,-7 1 5 16,-1-5 0-16,-7 1-6 0,-8-2-7 16,-4 1-5-16,-11-3 0 15,-8 2-3-15,-8 1 0 16,-12-1-2-16,-8-2 1 15,-13-1 1-15,-6 0-1 16,-3 0-1-16,0 0-3 16,-19 0-20-16,-15-4-96 15,-7-8-37-15,-7-2-57 16,-10-11-200-16</inkml:trace>
  <inkml:trace contextRef="#ctx0" brushRef="#br0" timeOffset="86301.744">11698 10222 262 0,'0'0'0'0,"0"0"-3"0,0 0 3 0,0 0 9 15,0 0 37-15,0 0 6 16,25 34-5-16,11-23 10 16,12 3-2-16,9-1-2 15,7 3-3-15,0 0-7 0,7 4-8 16,-2-2-14 0,4 6-11-16,9-4 7 0,0-2 28 15,2-2-22-15,1-3-4 16,-3-3-2-16,-7-1-6 15,-10 0-3-15,-7 0 4 16,-7-2 4-16,-9-1-3 16,-6 0-4-16,-9-4 0 15,-8 3-7-15,-10-5 0 16,-5 0-1-16,-4 0 3 16,0 0 4-16,-18 0-8 15,-15-1-59-15,-16-5-47 16,-13 0-51-16,-15 2-37 0,-12-5-81 15</inkml:trace>
  <inkml:trace contextRef="#ctx0" brushRef="#br0" timeOffset="86684.6">11747 10499 594 0,'0'0'0'16,"0"0"-5"-16,120 26 5 16,-56-18 2-16,10 5-1 0,4-4 12 15,7 2 0 1,3-2-2-16,3-3 1 0,3-1 13 16,-5-2 7-16,-2-1 8 15,-5-1-2-15,-3-1-11 16,-4 0-5-16,-7 0-4 15,-7 0-7-15,-8 0 1 16,-7 0-3-16,-10 0-3 16,-11 0 1-16,-11 0-1 15,-8-1 3-15,-5 1 1 16,-1-2 9-16,0-1-3 16,0 0-3-16,-10-1-13 0,-4 3-2 15,-1-1-38-15,2 1-43 16,1-1-10-16,4 0-86 15,2-4-92-15</inkml:trace>
  <inkml:trace contextRef="#ctx0" brushRef="#br0" timeOffset="88018.424">20887 10525 242 0,'0'0'52'0,"-103"-15"-45"0,62 10 14 0,10 5-7 16,9 0 4-16,10 0 13 15,11 0 2-15,1 8-19 16,17 8 51-16,22 4-12 16,18 0-17-16,19-2 3 15,18-2-8-15,15-4-4 16,13 1 0-16,7-2-4 0,0 1-4 15,2-1-5 1,-5-2 0-16,-4-2-3 0,-6-4-1 16,-7-3 6-1,-4 0-7-15,-11 0 6 0,-10 0-2 16,-12-3 5-16,-12-1 3 16,-17 1-4-16,-13-1-4 15,-13 4 5-15,-7 0-3 16,-7-2-2-16,-3 2 11 15,0 0-1-15,0-3-8 16,0-1-6-16,-13 1 3 16,-4 3-9-16,-6-4-2 15,-6 4-1-15,4-3 1 16,-1 2-1-16,7 1 1 0,3 0-1 16,2-3 1-16,4 3-1 15,-2-2 0-15,3-1 1 16,-2-1-1-16,1 4 0 15,2-4 2-15,-1 4-2 16,1-3 1-16,0 3-1 16,1 0 0-16,1 0 0 15,1-4 0-15,3 4 0 16,-2 0 0-16,4 0 0 16,0 0-1-16,-3 0-3 15,3 0 4-15,0 0-2 0,0 0-3 16,0 0 4-1,0 0 1-15,0 0 1 0,0 4-1 16,0-1 1-16,0 3 0 16,3 1-1-16,6-3 0 15,-1 3 0-15,1-4-4 16,1 4-59-16,-1-3-72 16,-1-4-87-16,-7 0-189 15</inkml:trace>
  <inkml:trace contextRef="#ctx0" brushRef="#br0" timeOffset="99030.302">3167 12026 94 0,'0'0'228'0,"0"0"-227"0,0 0-1 15,0 0 3-15,0 0 3 16,0 0 1-16,0 0-5 16,-3-16 3-16,3 34 9 15,0 6 11-15,0 4-1 16,1 7 4-16,4 10 5 0,1 6 2 15,2 10 4 1,0 10-6-16,0 7-8 0,1 2-6 16,1 6-1-16,2 1-2 15,-1 0-3-15,0-6-6 16,0-7 4-16,-5-6 1 16,3-5-2-16,-2-10 0 15,-2-5 6-15,-2-8-1 16,0-7-2-16,-2-7-3 15,-1-3-2-15,0-3-4 16,0-3-4-16,0-5 4 16,0-3-4-16,0-3 2 15,0 0-1-15,0-3-1 16,2 0 0-16,1-2 1 0,0 4 1 16,7-1-1-16,1-1-1 15,2 0 2-15,2 3-2 16,6-2 0-16,0 3 1 15,4-2-1-15,2 2 0 16,6-1 1-16,1-1 0 16,5-2 0-16,4-1-1 15,-1-1 0-15,1 2 0 16,2 0 2-16,1 1 0 16,-1 0-1-16,4 2 1 15,-1 1-1-15,-2 0 0 16,-7 1-1-16,1 0 0 15,-5 2 0-15,-1-1 1 16,0-2-1-16,0 0 2 16,5 0 1-16,3-3-1 0,4 1 2 15,1-3 0-15,3-2 1 16,-5 2-3-16,1 1-2 16,-1-2 2-16,3 2 3 15,5-3-3-15,3 0 0 16,11 0 7-16,-3 0-1 15,0 0-8-15,-3 0 2 16,0-3 0-16,-1 3-1 16,1 0 0-16,2 0 1 15,-5 0-1-15,2 0 1 16,-5 0-2-16,3 0 2 16,2 0 0-16,1 0-1 0,-1 0-1 15,-2 0 1-15,-3 0 1 16,-4 0-2-16,-2 0 0 15,6-3 1-15,2 2 2 16,1-1 4-16,1 0-5 16,-1 2 1-16,0-2 0 15,0 2 1-15,-1 0-2 16,-4 0-1-16,-3 0 0 16,-1 0 0-16,-3 0 1 15,0 0 0-15,-1 0 0 16,1 0 0-16,1 0 0 15,5 0-1-15,3-1 0 16,6-1 2-16,-3 0-2 16,0-1 0-16,-2 1-1 0,-1-2-1 15,0 2 1-15,3-4 0 16,0 0 0-16,5 1 0 16,-2-2 0-16,-1 0 0 15,-2 2 1-15,3 0-1 16,0-1 1-16,-5 0-1 15,5 0 1-15,-3 3-1 16,-1-2 1-16,1 2 0 16,0 0-1-16,3 1 0 15,2 0 0-15,4-2 1 16,0 1-1-16,2-1-1 0,2-1 1 16,1-1 0-16,4-1 0 15,2 0 0-15,-1 3-1 16,4-2 1-16,-2 2 0 15,0 2 0-15,0-2 0 16,-1 1 1-16,1-3-1 16,1 2 3-16,1 1-3 15,4-1 0-15,-2-4 0 16,1 3 0-16,1 0-2 16,0-2 2-16,-3 1-1 15,2 1 1-15,-2 2 0 16,-2 0 1-16,-3 3-1 15,-2 0 0-15,-1 0 0 0,-6 0 0 16,1 0 0 0,1 0 3-16,0 0-3 0,5 0 0 15,2 1 1-15,-2-1-1 16,2 0-1-16,-2 0 1 16,7 0 0-16,2 0-3 15,-2-4 5-15,6-2-4 16,-5 1 4-16,2 3-2 15,-4-2 0-15,1 0 0 16,-3 2 1-16,-3-4-1 16,2 2 1-16,2 0-1 15,-4 0 0-15,-4 0 0 0,0 1-1 16,-8 0 1-16,3 0 0 16,-3 3 0-16,2 0-1 15,-2 0 1-15,-2 0-2 16,1 0 2-16,-2 0 0 15,0 6 2-15,2-1-2 16,-2 0 0-16,-3-1 1 16,1-1 1-16,-2-2-2 15,2 2 0-15,1-2 0 16,6 2 1-16,-1-3-1 16,1 0-2-16,-2 0 2 15,0 0-1-15,6 0 1 16,1 0 0-16,3 0-1 15,-2 0 1-15,0 0 0 16,-1 0 1-16,-1 2-1 0,0 1 0 16,0 1 0-1,0-1 2-15,-1 1-2 0,4 0 0 16,-3 2 0-16,6 0 1 16,2-3-2-16,-4 2 1 15,1-2 0-15,0 0 0 16,-2-1-2-16,1 1 2 15,1 1 0-15,-1-2 0 16,0 5 0-16,-3-3 0 16,2 3 0-16,-3 0 0 0,-1 0 1 15,-3-2 0 1,1 3 0-16,0-2-1 0,2-2 0 16,-2 1 0-16,-2-1 1 15,4-2-1-15,-8 1-1 16,2 1 0-16,-1 0 0 15,-1-1 1-15,-1-1 0 16,-1-1 0-16,-3 0 0 16,2 4 0-16,-1-3 1 15,0 1-1-15,-2-1 0 16,0-1 1-16,-1-1-1 16,0 0 1-16,-4 0-1 15,0 0 0-15,-3 0 0 16,-2 0 0-16,0 0 0 15,-6 0 0-15,-5 0 0 16,-1-6 0-16,-6 1 0 16,-4-3 0-16,-6 1 0 0,1-4 1 15,-8-1 1-15,2-4-1 16,-5-1 3-16,1-5-4 16,-2-5 1-16,-1-7 2 15,-2-5-3-15,-3-8 4 16,0-6-3-16,0-4 3 15,0-4-3-15,-11-4 1 16,-1 1 3-16,-1-2 0 16,1 3-2-16,0 0 0 15,0-4-2-15,0 3 0 16,0 3 2-16,-1 3 7 16,3 4-6-16,-3-1-1 0,3 7 2 15,-2-1-5-15,1 4 3 16,1 2-2-16,0 2 2 15,-2 5-2-15,-1-1-1 16,2 5 0-16,-1-1 1 16,3 2 6-16,-5-1-5 15,4 0 1-15,-2 1 0 16,2 3 0-16,-3 1 2 16,2 3-1-16,0 3 0 15,2 3 5-15,-1 2 18 16,-2 4-23-16,1 2-1 15,-2 1 6-15,3 3-6 16,-4 4 2-16,2-1-2 16,-3 3-2-16,0 0 0 0,-1 0 2 15,-2 5-2-15,-3 4-1 16,0 1 0-16,-1-3 0 16,-2 6 1-16,-1-3 0 15,-2-1-1-15,0 2 0 16,-2-3 0-16,0-1 1 15,-1-3-1-15,-2 0 1 16,3-2 0-16,-1-2 0 16,-2 0 2-16,3 0-3 15,-3 0 1-15,-4 0-1 16,-2 0 0-16,-2 0 0 0,-8-2 1 16,2 2-1-16,-4 0 1 15,2 0-1-15,-2 0 0 16,0 0 1-16,-6 3-1 15,2 2 0-15,-1-3 1 16,2 1-1-16,3 0-1 16,2-2 0-16,7 1-1 15,-1-2 2-15,-1 0-1 16,5 0-2-16,-1 0 3 16,1 0 0-16,2 0-1 15,0 0 1-15,3 0-1 16,0 0 1-16,-1-3 0 15,4-4-1-15,-3 0 0 16,0-3 0-16,1 0 0 16,-3-2 0-16,-2-1 1 0,0-1-1 15,0 2-1-15,-4-2 2 16,-2 0-1-16,1 2 1 16,-2-1-1-16,-1 2-3 15,-4-1 2-15,-2 0 2 16,-6 3 0-16,2-4 0 15,-3 3-2-15,4 1 2 16,2 0-2-16,-2 2 2 16,-3 3-1-16,-4-3 1 15,-1 2-1-15,-3 0 1 16,0-2 0-16,-1-2 0 16,-3 1 0-16,-1 1 0 0,-3 0 1 15,0 2-1 1,-3 3 1-16,-2-1-1 0,-4 2 1 15,-3-2-1-15,2 1 0 16,1 1 0-16,1 1-2 16,2-3 2-16,-3 3 0 15,3 0 0-15,0-1 0 16,-3-2 0-16,3-2 0 16,-5 0 0-16,5 2 0 15,1-3 1-15,1 6-1 16,-1-4 1-16,-1 4-1 15,-4 0 0-15,5 0-1 16,-2 0 1-16,-1 0-2 0,1 0 1 16,-4 4-1-1,-1-1 1-15,-2 2-1 0,-1-4 2 16,2-1-1-16,-2 0 1 16,0 0 0-16,6 0 1 15,-5 0 1-15,-1 3-2 16,-1-3 0-16,2 0 1 15,2 0-2-15,3 0-1 16,5 0 1-16,-4-4 1 16,2-4-1-16,0-1 1 15,0 1 0-15,1-3 0 16,-4 1 0-16,5 4 0 0,-1 0 0 16,2 1 1-16,1 1-1 15,-4 1-1-15,6 1 1 16,1-1-1-16,1 1-1 15,7 2 1-15,0 0-2 16,-4 0 2-16,1 0 1 16,0 0-1-16,1 0 2 15,1 0-2-15,5 0 1 16,2 0 0-16,-5 0 0 16,3 0 0-16,1 0 1 15,-2 2-1-15,1 2 0 16,-3-1 1-16,-8 2-1 15,4-2 0-15,-2 0 0 16,-1 3 0-16,0-2-2 16,0 3 2-16,-4 1 0 0,-3 1-1 15,-2 1 1-15,-2-2 0 16,1-2 1-16,-1 3-2 16,-1-5 2-16,1-3-1 15,1 3 1-15,3-1-1 16,2-3 0-16,0 0 1 15,-1 0 1-15,4 0-2 16,4 0-1-16,1-1-1 16,3-5 2-16,-5 1-1 15,2-5 1-15,-5 2 0 16,1 3 0-16,-1-5 0 16,-4 1 0-16,1 2 0 0,-5 3 0 15,2 0 2 1,-1 4-1-16,-2 0-1 0,-5 0 0 15,1 0 0-15,-3 0 0 16,0 0-1-16,4 0-3 16,-2 0-4-16,-1 0 5 15,1 0 1-15,2 0 1 16,1 0-3-16,5 0 2 16,2 0 2-16,3 0 0 15,6 0-2-15,6 0 1 16,4 0 1-16,3-4 0 15,2-3 0-15,3 0 1 16,7-2-1-16,9 2 0 0,2 0 0 16,-2 3 0-16,6-1 0 15,-1 0-2-15,1 1 1 16,2-1 1-16,2 5 0 16,-1-1 0-16,-1-2 0 15,4 1 0-15,0 2 0 16,0 0-2-16,1 0 2 15,-2 0-1-15,2 0 1 16,-4 3 0-16,4 3 0 16,-2 0 0-16,0-1-2 15,-2 1 1-15,3 1-3 16,-6 0 4-16,2 0 1 0,-2 0-1 16,0-1 0-1,0 0 1-15,0-1 0 0,-1 1-1 16,1 0 1-16,3 0-1 15,0 3 1-15,-1-2 2 16,1 3-3-16,-3-4 2 16,3 4 0-16,-1 0-1 15,3 1-1-15,-1 3 1 16,2-3-1-16,2 0 0 16,1-2 3-16,3 1 2 15,2-2-5-15,-5 4 1 16,7-3 0-16,4 2-2 15,-3-1 1-15,2 3 0 16,-1 1 1-16,7 1-1 16,-4 2-1-16,2-2 1 0,4 4 0 15,-3 1 2 1,3 1-2-16,0 1 0 0,-3-1 0 16,3 3 0-16,0 0 1 15,0 3 1-15,0 2-1 16,0 1 1-16,0 1 0 15,0 3 2-15,0 1 1 16,0 0 0-16,0 1 2 16,0 0 0-16,0 3-2 15,-3-2 1-15,-3 0-5 16,-3 2 2-16,-1 0-2 16,1 1-1-16,4-4-4 0,-2-10-127 15,-5-14-595 1</inkml:trace>
  <inkml:trace contextRef="#ctx0" brushRef="#br0" timeOffset="101561.696">20075 12393 481 0,'0'0'18'0,"0"0"72"0,0 0 37 0,0 0-26 16,0 0-43-16,0 0-4 15,0 0 3-15,-40 89-7 16,40-34 2-16,9 1-7 0,-2 1 6 16,1-2-13-16,0 1-8 15,-1 0-2-15,-3-2-7 16,-2-2-8-16,-2-3 3 15,0-7 0-15,0-5-5 16,0-8 0-16,0-4-3 16,0-10-2-16,0-6-3 15,0-5 2-15,-2-4-1 16,-1 0 4-16,-3 0 6 16,-1-5-11-16,-1-8-3 15,2-2-8-15,3-2-38 16,2 2-42-16,1 1-53 15,0 0-124-15,0 0-344 16</inkml:trace>
  <inkml:trace contextRef="#ctx0" brushRef="#br0" timeOffset="102513.529">20811 12775 183 0,'0'0'53'0,"0"0"53"0,13-84 9 0,-13 52-23 0,0 1-30 16,-4 3 9-16,-7-1-28 15,-1 9-9-15,2 5-4 16,-1 4-2-16,4 2 11 16,-1 4 1-16,4 3-7 15,-1 2 7-15,2 0-6 16,-1 0-19-16,-3 7-5 0,2 13 3 16,-1 4 1-16,-1 7 3 15,3 1 3-15,1 5-4 16,2 0 6-16,-2 2-5 15,2 1-2-15,1-2 2 16,-3 3-5-16,3-3-6 16,-2-1 0-16,1-3-2 15,-2-3-2-15,-2-4-1 16,4-8 0-16,-2-2 0 16,1-6 1-16,-1-7-2 15,2 2 1-15,1-6 0 16,-2 0 5-16,-2 0 0 15,1-10-6-15,-1-2-3 0,2-1 2 16,2 2 1 0,0 1 0-16,0 1 0 0,0 2 0 15,3 3 0-15,7 3 0 16,2 1-1-16,6 0-6 16,-1 0 4-16,3 10 3 15,0 4 0-15,1-1 2 16,0 1 3-16,-2-2-1 15,0-4-2-15,2-1 0 16,-4 1 0-16,5-6 1 16,-3 0-1-16,-2-2 1 15,-1 0-2-15,-4 0-1 16,0 0-6-16,5-9-54 16,-1-8-101-16,5-6-217 0</inkml:trace>
  <inkml:trace contextRef="#ctx0" brushRef="#br0" timeOffset="102782.579">21530 12693 495 0,'0'0'60'0,"0"0"-32"0,0 0 86 0,0 0-16 16,0 0-31-16,0 0-17 15,91 0-28-15,-60 0-15 16,2 0-1-16,-3 0-5 16,-3 0-1-16,-7 0-71 15,-6 4-106-15,-8 3-177 16</inkml:trace>
  <inkml:trace contextRef="#ctx0" brushRef="#br0" timeOffset="102984.702">21627 12879 488 0,'0'0'68'15,"0"0"38"-15,0 0-1 16,0 0-37-16,0 0-8 15,0 0-26-15,53 21-15 16,-17-21-13-16,5-4-3 16,2-5-3-16,-1 0-52 15,-1-2-137-15,-3 1-192 16</inkml:trace>
  <inkml:trace contextRef="#ctx0" brushRef="#br0" timeOffset="103399.15">22459 12398 455 0,'0'0'87'15,"0"0"53"-15,0 0-38 16,0 0-35-16,0 0 25 16,0 0-30-16,-10 50 14 15,10-23-15-15,0 3-6 0,10 2-13 16,-1 2-4 0,0 3-8-16,0-3-3 0,-1 1-7 15,0-1-4-15,-2-2 2 16,4-2-6-16,-4-5-4 15,-1-5-4-15,0 0-2 16,-2-4-1-16,-2-4 0 16,2-3 1-16,0-4 0 15,-1-2-2-15,-2-3-9 16,0 0-28-16,0 0-29 16,-5 0-45-16,-9-11-187 15,0-11-424-15</inkml:trace>
  <inkml:trace contextRef="#ctx0" brushRef="#br0" timeOffset="104193.479">23332 12653 432 0,'0'0'145'0,"0"0"-7"0,0 0-50 15,0 0-5-15,-107-56-22 16,72 56-21-16,-1 0 1 16,-1 8-10-16,6 15-9 15,2 3-9-15,9 5-6 16,6 5 4-16,2-4-7 15,5-1-3-15,4-4 0 16,0-1 3-16,3-8-1 16,0-2-3-16,10-8 3 0,8-4 0 15,9-4-3-15,3 0-1 16,4-11-18-16,2-7-15 16,-2-8-16-16,-1-4 4 15,-3-6 0-15,-8-5-18 16,-5-4 20-16,-7-6 0 15,-5 2 21-15,-5 3 12 16,0 6 7-16,0 7 4 16,0 5 1-16,0 8 6 15,-9 3 21-15,3 4 9 16,0 6 7-16,1 1 11 16,2 5-10-16,2 1-6 0,1 0-28 15,0 10-9-15,0 9 30 16,0 4-2-16,0 4 8 15,4 4 10-15,2 3-3 16,0 1 4-16,4 1-17 16,-2-1-6-16,-2 0-4 15,3-3-3-15,0-2-6 16,-2 0-8-16,3-3 0 16,-4-3-4-16,-2-6 3 15,3 0-4-15,2-3 0 16,0-4-23-16,3-4-43 0,5-4-30 15,0-3-99 1,9-6-177-16</inkml:trace>
  <inkml:trace contextRef="#ctx0" brushRef="#br0" timeOffset="104904.562">23623 12543 628 0,'0'0'46'16,"0"0"85"-16,0 0-12 0,-11 93-44 0,16-67-32 15,7-3-11-15,0-3-11 16,0-3-9-16,-3-3-4 0,0-4-4 16,-3-3-1-1,-2-1-1-15,-2-3-2 0,-2-3 3 16,3 0 1-16,-3 0-1 15,0-16-3-15,0-7-17 16,0-3 0-16,0-4 1 16,0 0 5-16,0 5 9 15,4 3 1-15,6 3 1 16,-1 8 1-16,1 2 5 16,4 9 3-16,1 0-6 15,6 8 5-15,-1 9 3 16,2 7-2-16,-1-2-2 15,1 0-2-15,-4 1-1 16,-2 0-1-16,-5-5-2 0,-2 2 2 16,-2-6-3-16,-1-3 0 15,-3-2 0-15,-3-6-4 16,3-3-10-16,-3 0 10 16,0 0 3-16,0-14 1 15,0-8-14-15,0-2 9 16,0-4 0-16,0 1-3 15,0-2 8-15,0 1 0 16,0 5 0-16,0 1-1 16,6 6 0-16,0 3 0 15,6 3 1-15,-1 3 0 0,-1 3 0 16,3 4 1 0,3 0 2-16,1 4 5 0,-3 11-1 15,2 8 3-15,-2 4-1 16,-1 3-2-16,-2 1 1 15,-2-3 2-15,-1 1 3 16,-3-2 3-16,-2 0 0 16,0-4 2-16,-2-1-11 15,2-3-2-15,0-8-2 16,0 0-3-16,-1-7 0 16,4-4-36-16,0 0-47 15,3-4-64-15,0-14-328 16</inkml:trace>
  <inkml:trace contextRef="#ctx0" brushRef="#br0" timeOffset="105474.65">24167 12165 512 0,'0'0'78'0,"0"0"43"0,0 0-29 15,0 0-19-15,0 0-26 16,0 0-15-16,81-62-10 16,-62 79 18-16,-1 5-1 15,-6 3-11-15,-1 2-9 16,-7 2 4-16,-4-5-12 0,0 0-5 16,0-5-1-16,-10-4-2 15,1-3 1-15,3-6-1 16,0-4-1-16,3-2 1 15,0 0 2-15,0 0 10 16,3 0-14-16,0-6-1 16,0-4-5-16,6 6 0 15,9-4-3-15,0 7-3 16,4-2 6-16,3 3 4 16,-3 0 0-16,1 4 1 15,1 8-1-15,-6 2 0 16,0 3-2-16,-3 2 3 15,-6 4 0-15,-3-2 6 16,-3 5 1-16,0-1 2 16,-1 1-1-16,-15-2 9 0,2-3 15 15,-6-3 3-15,-1-5 2 16,-1-2-4-16,-6-7-1 16,2-1-12-16,2-3 0 15,2 0-8-15,0-12-1 16,5-4-8-16,2-5 2 15,3 0-3-15,2-1-2 16,1 5-12-16,4 6-33 16,2 5-40-16,0 2-104 15,0 3-333-15</inkml:trace>
  <inkml:trace contextRef="#ctx0" brushRef="#br0" timeOffset="106189.988">20453 13524 334 0,'0'0'228'0,"0"0"-63"0,0 0-14 16,0 0-110-16,0 0 76 15,-11 94-39-15,25-44-13 16,-3 6 4-16,0 5-29 16,-3-1-2-16,-7-4-13 0,-1-4-7 15,0-2-6-15,0 0-3 16,0-6-9-16,0-1 6 16,0-7-4-16,0-7-2 15,0-9-2-15,5-4-33 16,8-12-37-16,6-4-38 15,5-1-64-15,6-25-159 16</inkml:trace>
  <inkml:trace contextRef="#ctx0" brushRef="#br0" timeOffset="106670.035">20845 13739 671 0,'0'0'119'15,"0"0"-73"-15,0 0 86 16,0 77-44-16,7-38-40 16,3 2 7-16,-2-1-21 15,-2-1-12-15,2-3-7 16,-5-2-3-16,0-3-8 16,-2-5-1-16,-1-5-1 15,0-2 2-15,0-9-3 16,0-3-1-16,0-6-12 0,0-1-3 15,0 0 14 1,0-5-10-16,-1-8 4 0,-4 0 6 16,4 0 1-16,-2 4-1 15,1 2 1 1,-1 1 0-16,3 3 1 0,0 2 0 16,0 0 2-16,0 1 0 15,9 0-2-15,9 0 1 16,-1 0 1-16,2 0 0 15,2 4 2-15,-2 4-1 16,2-1-2-16,0 4 0 16,-3-3 1-16,0 1-1 15,-2-3 0-15,1-2 1 16,-4-3-1-16,6-1 0 0,2 0-2 16,-1 0-2-16,4-2-40 15,-2-10-99-15,-4-3-150 16,3-6-404-16</inkml:trace>
  <inkml:trace contextRef="#ctx0" brushRef="#br0" timeOffset="106902.792">21652 13866 550 0,'0'0'72'0,"0"0"14"0,0 0 14 16,0 0 12-16,0 0-64 0,0 0-20 15,94 12-14-15,-69-12-9 16,1 0-2-16,-5 0-3 16,-5 0-67-16,-4 4-138 15,-9 2-218-15</inkml:trace>
  <inkml:trace contextRef="#ctx0" brushRef="#br0" timeOffset="107104.561">21716 14087 672 0,'0'0'83'0,"0"0"41"15,0 0-25-15,0 0-27 16,0 0-35-16,0 0-20 15,82 14-7-15,-52-14-7 16,4-4-3-16,1-2-2 16,2 2-45-16,-2-3-78 15,-6 3-216-15</inkml:trace>
  <inkml:trace contextRef="#ctx0" brushRef="#br0" timeOffset="107629.384">22878 13569 491 0,'0'0'39'0,"0"0"120"0,0 0-34 15,0 0-55-15,0 0 4 16,0 0 6-16,-52 114 0 16,52-67-15-16,8 5-13 15,4-4-11-15,-2-7-12 16,-1-3-4-16,0-4-14 15,-2-6-3-15,-2-4-4 16,1-4-1-16,1-5 0 16,-1-2-3-16,0-5-18 0,5-3-38 15,8-5-33-15,3 0-79 16,0-16-127-16,-3-8-287 16</inkml:trace>
  <inkml:trace contextRef="#ctx0" brushRef="#br0" timeOffset="108032.691">23123 13744 592 0,'0'0'69'15,"0"0"-9"-15,0 0 41 0,0 0-1 16,-31 96-47 0,31-64-10-16,6-2-5 0,10-3-16 15,1-5-9-15,2-3-8 16,4-7-1-16,-1-2-2 15,0-4 3-15,0-6-3 16,0 0 2-16,-3 0-1 16,-4-1-2-16,0-10 0 15,-2-5-1-15,-3-4-1 16,-4-4 0-16,-1-6 1 16,-5 0 0-16,0-2 0 15,0 1 0-15,-8 3 1 16,-3 1-1-16,-6 3 1 15,-2 4 0-15,-1 3 0 16,-2 6 1-16,1 3 1 0,0 5-3 16,2 3 1-16,1 0-2 15,3 4 1-15,3 9-1 16,8 5 0-16,4-2-15 16,0 3-59-16,6 1-50 15,19-6-120-15,8-3-191 16</inkml:trace>
  <inkml:trace contextRef="#ctx0" brushRef="#br0" timeOffset="108452.56">23529 13739 516 0,'0'0'125'0,"0"0"-75"0,0 0 47 0,0 0-13 16,0 0-22-16,8 80-31 15,8-59-15-15,2-2-7 16,3-3-5-16,-5-3 0 16,5-3-3-16,-2-5 3 15,-4-2-1-15,5-3 2 16,-3 0-2-16,-1 0 0 16,-4-8 0-16,1-6 0 15,-4-5-2-15,-2-1 0 16,-1-6 0-16,-4-1-1 15,-2-2 1-15,0-4 2 16,-2 4 0-16,-11 0 32 16,-2 4-5-16,-4 1-5 0,-4 4-8 15,2 4 3-15,-4 4-14 16,-2 5 1-16,-1 4-1 16,-1 3-4-16,3 0-1 15,7 3 0-15,2 9 0 16,11 3-2-16,4 0-1 15,2 0-45-15,3 5-42 16,19-6-95-16,7-1-231 16</inkml:trace>
  <inkml:trace contextRef="#ctx0" brushRef="#br0" timeOffset="108881.786">23902 13638 693 0,'0'0'87'0,"0"0"-5"0,0 0-3 0,0 0-43 15,0 0-14-15,-8 85-8 16,24-61-7-16,-2 0-2 16,1-6-1-16,2-2-1 15,-4-3 0-15,3-6 0 16,3-3 3-16,-2-4-2 0,6 0 1 15,-2-3-4 1,0-11-1-16,-1-3 0 0,-5-5 1 16,2-3-1-16,-8-4 2 15,-5-4-1-15,-1 2-1 16,-3 1 6-16,0 3 26 16,-7 6 20-16,-7 2-9 15,-4 3-15-15,-1 3-12 16,-1 5-11-16,-5 5 5 15,1 3-3-15,-2 0-5 16,-3 0-2-16,7 10 1 16,1 4-1-16,5 3 0 15,10 1-7-15,6 2-41 16,0-2-45-16,10-3-48 0,11-4-196 16</inkml:trace>
  <inkml:trace contextRef="#ctx0" brushRef="#br0" timeOffset="109481.771">24368 13551 139 0,'0'0'572'0,"0"0"-523"0,0 0 86 15,0 0-49-15,0 0-32 16,0 0-12-16,11 82-16 15,0-67-10-15,-4-2-5 0,1-3-6 16,-1-4-3 0,-5-1 2-16,2-4-3 0,-4-1 3 15,3 0 6-15,3-10 4 16,0-8-14-16,3 0 0 16,-2-1 0-16,1 2 0 15,0 1 0-15,0 6 0 16,3 3 0-16,-1 3-1 15,7 4 0-15,-1 0-2 16,2 0 1-16,3 9 0 16,-6 3 1-16,0 0 1 15,-2 1-1-15,-4-3 1 0,-2-5 0 16,-4 0 0 0,-1-1 0-16,1-4 0 0,0 0 2 15,0 0 3-15,2-13-5 16,-1-3-10-16,-1-2 2 15,1-1 7-15,2-1 0 16,-1 4 1-16,-1 3 1 16,1 3-1-16,1 5 3 15,0 2-1-15,0 3-2 16,0 0 0-16,3 6 0 16,-1 9 0-16,1 4 2 15,1-1-1-15,-1 0 5 16,-1 0-1-16,3-3-2 15,-1 0 1-15,2-3 1 16,0-5-4-16,1-6-1 0,4-1-14 16,4-1-84-16,3-18-169 15,-3-5-261-15</inkml:trace>
  <inkml:trace contextRef="#ctx0" brushRef="#br0" timeOffset="109764.545">25061 13175 710 0,'0'0'59'0,"0"0"43"15,0 0 14-15,0 0-26 16,-22 90-33-16,25-47 2 0,7 3-2 16,4 2-6-16,-1 0-5 15,-1-1 0-15,0 1 0 16,3 0-7-16,-2-1-15 15,4-5-3-15,-2-8-1 16,-2-7-7-16,0-12-6 16,-6-5-1-16,0-9-3 15,-1-1 1-15,-2 0-4 16,-2-8-3-16,-2-9-70 16,0-7-79-16,-16-10-198 15</inkml:trace>
  <inkml:trace contextRef="#ctx0" brushRef="#br0" timeOffset="112434.892">19437 11176 667 0,'0'0'17'0,"0"0"36"0,0 0 33 0,0 0 42 15,0 0-52-15,0 0-55 16,0 0 51-16,-26 110-19 16,35-55-9-16,-3 0-12 15,-1 4-9-15,-2-4-13 0,0-4-3 16,-2-6-7-16,2-8 1 16,6-6-1-16,-2-3-17 15,7-8-32-15,5-7-53 16,8-11-63-16,4-2-163 15,2-15-266-15</inkml:trace>
  <inkml:trace contextRef="#ctx0" brushRef="#br0" timeOffset="112854.273">19938 11104 55 0,'0'0'720'0,"0"0"-718"15,0 99 47 1,0-47 33-16,0-2-6 0,0 7-19 16,10-4-27-16,5 1-13 15,-3-9-5-15,3-6-5 16,-4-9-2-16,-1-5-4 16,-6-8 0-16,2-5 1 15,-4-3-1-15,1-7-1 16,-3-2-6-16,0 0 6 15,0 0-2-15,0-6 2 16,-3-4 0-16,-2 0-1 16,2 3 1-16,0 0 1 0,3 2 3 15,0 4 1 1,0 1 2-16,11 0-6 0,11 0 4 16,2 0 0-16,6 4 10 15,-2 4 3-15,1-2 1 16,3 0-3-16,1 0-6 15,2-3-5-15,-1-2 1 16,0-1-6-16,1 0-13 16,-6 0-71-16,0 0-127 15,-9-10-365-15</inkml:trace>
  <inkml:trace contextRef="#ctx0" brushRef="#br0" timeOffset="113110.414">21048 11310 646 0,'0'0'64'0,"0"0"65"0,0 0-36 0,0 0-24 16,0 0 9-16,0 0-41 15,90-17-24-15,-49 5-9 16,-4 3-2-16,-1 1-2 16,-9 4-36-16,-6 2-70 15,-14 2-128-15,-7 0-173 0</inkml:trace>
  <inkml:trace contextRef="#ctx0" brushRef="#br0" timeOffset="113295.336">21121 11485 116 0,'0'0'369'0,"0"0"-236"16,0 0-4-16,0 0-16 15,0 0-22-15,0 0-38 16,79 14-31-16,-47-26-13 16,3 1-6-16,-2 0-2 15,-2 0-1-15,-5 4-48 16,-5-2-97-16,-4 2-217 0</inkml:trace>
  <inkml:trace contextRef="#ctx0" brushRef="#br0" timeOffset="114216.452">22168 11039 495 0,'0'0'119'0,"0"0"52"0,0 0-24 16,0 0-63-16,0 0-69 0,0 0 37 16,0 0 9-16,29 91-5 15,-19-54-12-15,-1 0-11 16,-3-2-8-16,-2-2-7 16,1-1-8-16,-5-4-4 15,0 2-3-15,0-5-2 16,0-1 1-16,0-4 1 15,0-4-3-15,0-2-33 16,4-8-30-16,9-6-42 16,4 0-55-16,4-14-172 0</inkml:trace>
  <inkml:trace contextRef="#ctx0" brushRef="#br0" timeOffset="114623.825">22438 11249 545 0,'0'0'40'0,"0"0"73"15,0 0-26-15,-19 86-11 16,19-63-32-16,6-5-23 16,7-1-14-16,-2-3-3 15,4-1-2-15,0-7 2 16,4-2 1-16,-4-4 0 15,6 0 0-15,-3-4-2 0,1-11 0 16,-2-3-3 0,0-3 0-16,0-5 1 0,-5-3 1 15,-3 2 0-15,-3-3 0 16,-2 2 2-16,-4 3 5 16,0 2 17-16,0 8 14 15,-7 2-4-15,-4 1-11 16,-1 9-9-16,-6 3-7 15,-4 0-8-15,-3 0 0 16,2 11-1-16,-1-1 3 16,5 4-6-16,6-1-8 0,8-1-47 15,5-2-64-15,0-2-119 16,12-6-221-16</inkml:trace>
  <inkml:trace contextRef="#ctx0" brushRef="#br0" timeOffset="115049.374">22747 11135 668 0,'0'0'52'0,"0"0"23"0,0 0 0 0,0 0-22 15,0 82-40-15,14-57-6 16,-1-1-6-16,2-4 1 0,0-1 0 15,0-5 1 1,0-2 0-16,3-6-3 0,2-1 1 16,0-5-1-16,-1 0-6 15,0-3 3-15,-3-11 3 16,-2-2 0-16,-3-4 3 16,-2-3-3-16,-3-1 2 15,-3-3 7-15,-3 2 9 16,0-1 9-16,0 6 26 15,-3 2-8-15,-4 2 3 16,-6 0-2-16,-1 3-16 16,2 2-17-16,-3 6-9 0,-3 4-2 15,-3 1-2-15,-3 0 0 16,3 0 0-16,2 6-1 16,4 7-2-16,3 0-14 15,9-2-38-15,3 1-44 16,0-3-81-16,9-5-235 15</inkml:trace>
  <inkml:trace contextRef="#ctx0" brushRef="#br0" timeOffset="115494.636">23250 11080 257 0,'0'0'512'0,"0"0"-410"0,-82 5-1 0,61 13-35 16,2 2-27-16,11-1-21 16,7 6-7-16,1 0-8 15,0-2 3-15,1-2-4 16,14-1 0-16,0-6-2 16,6-1 3-16,-2-2-1 15,1-7 0-15,-1 2-2 16,-1-6-4-16,-4 0-3 15,5-3 5-15,-4-9 2 16,3-7 1-16,-3-3-1 16,-1-5 2-16,-6-2 0 15,1-3 4-15,-5 0 3 0,-4 2 12 16,0 0 14-16,-4 4 4 16,-6 1-9-16,-4 5 0 15,-2 2-6-15,-1 6-15 16,-1 5-4-16,-5 4-1 15,-3 3-4-15,-1 0 1 16,-3 14-2-16,2 4 0 16,9 1-30-16,8 4-30 15,10-1-54-15,1-7-123 16,16-5-370-16</inkml:trace>
  <inkml:trace contextRef="#ctx0" brushRef="#br0" timeOffset="115807.105">23793 10971 664 0,'0'0'42'0,"0"0"73"0,0 0-45 0,-81 14-16 16,65 5-25-16,3 1 3 15,5 3 0-15,-1 3-4 16,9-3-2-16,0 0-6 16,0-1-10-16,0-3-7 0,0 1 0 15,6-2-2 1,2-5 2-16,2-1-1 0,3-3-1 16,4-5 0-16,4-1 0 15,3-3-1-15,10 0-36 16,5-7-62-16,3-10-120 15,-1-4-233-15</inkml:trace>
  <inkml:trace contextRef="#ctx0" brushRef="#br0" timeOffset="116408.189">24096 10998 661 0,'0'0'92'0,"0"0"80"16,0 0-90-16,0 0-24 0,0 0-4 15,0 0-11-15,-46 52-15 16,46-34-5-16,0-1-6 16,0-3-5-16,0-2-4 15,0-5-3-15,0-2-3 16,0-3 0-16,0-2 0 16,0 0 7-16,4-6 7 15,4-9-16-15,3-4 1 16,-3 2-1-16,3-1 1 15,0 7 0-15,-3 0 0 16,-1 7-1-16,1 4 6 16,4 0-3-16,0 0-3 15,-1 12 1-15,4 6-1 0,-2 1 1 16,-2-2 1-16,-3-2-2 16,1-2 2-16,-2-6-2 15,-5-3 2-15,-1-3-2 16,-1-1 0-16,5 0 9 15,-1-7 2-15,4-8-9 16,2-2-2-16,-1-1 1 16,0-2-1-16,0-2 1 15,0 6 0-15,3 5 0 16,-2-1 0-16,2 5 1 16,-1 3-2-16,0 1 0 15,-3 3-1-15,4 0 1 16,0 0-2-16,-3 13 1 0,1 1 1 15,-2 0 1 1,-1 3 0-16,-1 1 1 0,-1 2 0 16,-4-3-1-16,5-3-1 15,-3 0-1-15,3-4 1 16,1-4 0-16,1 0-21 16,3-6-48-16,6 0-47 15,-2 0-99-15,2-15-246 16</inkml:trace>
  <inkml:trace contextRef="#ctx0" brushRef="#br0" timeOffset="116864.815">24648 10704 603 0,'0'0'51'0,"0"0"105"0,0 0-32 16,0 0-65-16,0 0-24 15,0 0-7-15,74-72-6 16,-57 75-1-16,-4 13 5 16,2 8-5-16,-7-2-13 15,-4 4 0-15,-4-2-2 16,0-2-1-16,-9 0 0 16,0-7-1-16,0-4-1 15,6-5-3-15,3 0-1 16,0-6-8-16,0 0 9 0,17 0 1 15,4 0-1-15,4-3 0 16,-4 0-1-16,3 2 2 16,1 1-2-16,-1 0 1 15,-3 7 0-15,-2 8 1 16,1 5 3-16,-4 2 9 16,0 0 31-16,-5 7 18 15,1-4-8-15,-5 1 6 16,-7-6-7-16,0 3-7 15,0-4-12-15,-25-2-10 16,-12 1 0-16,-14 1-8 16,-13 0-8-16,-12 0-8 15,-5 3-25-15,-8-2-128 0,-2-8-397 16</inkml:trace>
  <inkml:trace contextRef="#ctx0" brushRef="#br0" timeOffset="118463.622">19241 10922 490 0,'0'0'8'0,"-57"-122"32"0,31 63 6 0,-3 4 3 0,1 8-13 15,1 12 5-15,3 10-22 16,2 7-7-16,-1 10 1 16,-2 8 0-16,7 0-4 15,-4 28-5-15,4 22 4 16,4 26 13-16,7 24 35 15,4 26 1-15,3 17-10 16,0 20-13-16,6 7-9 16,11 6-13-16,6-7 0 0,6-11-6 15,2-12 2 1,-3-11 2-16,-4-11-6 0,-9-8 3 16,-6-6 5-16,-9-9 4 15,0-6 1-15,-24-12 0 16,-6-5 3-16,-9-12-8 15,1-8-6-15,-3-13 1 16,2-9-4-16,8-16-2 16,4-13 3-16,5-7 2 15,1-9-6-15,2-19-2 16,-2-9-17-16,-1-7 1 16,2-1-8-16,-1 2 0 15,5 3-2-15,-1 6 13 16,10 9 1-16,1 6 7 0,6 4-3 15,0 6-3-15,18 7 0 16,13 2 9 0,14 1 3-16,9 21 1 0,7 7 1 15,9 10 0-15,-3 8-1 16,3 6 0-16,-9 7 1 16,-5 7-1-16,-1 5 0 15,4 10 0-15,9 7 0 16,6 10 16-16,2 9-10 15,-4 10-6-15,-5 4-1 16,-4 7 1-16,-2 2 2 16,-1-4 9-16,-5-2 4 15,-6-6-11-15,-4-6 7 0,-3-4 5 16,2-5-4-16,0 3 4 16,3-9 10-16,4-8-8 15,9-14-7-15,3-17 2 16,8-12-7-16,4-14-2 15,10-18 1-15,16-15-5 16,12-7-14-16,11-34-96 16,6-18-262-16</inkml:trace>
  <inkml:trace contextRef="#ctx0" brushRef="#br0" timeOffset="119905.445">25270 10133 584 0,'0'0'3'0,"0"0"-3"0,0 0 6 0,0 0 0 15,78-27 8-15,-55 36 1 16,1 18-2-16,-7 17 15 0,-5 13 9 16,-6 17 10-16,-5 6 8 15,-1 12 3-15,3 6-10 16,5 6-13-16,6-3 3 15,6-4-10-15,8-10-11 16,1-10-5-16,-1-12-3 16,2-10 0-16,1-11-4 15,4-12 0-15,0-9 1 16,5-9 3-16,-1-10-3 16,2-4-3-16,-4-4-1 15,-2-12-2-15,-6-2 0 16,-6-4-6-16,-6 3-4 0,-9 2 1 15,-5 3 7 1,-3 7-3-16,0 7-1 0,-9 0-15 16,-12 23 20-16,-6 19-1 15,2 17 2-15,5 15 3 16,6 6-3-16,8 3 1 16,4 1-2-16,2-3 2 15,0 0 0-15,5 6 0 16,6-1 3-16,1-1 1 15,0-1 4-15,3 0 2 16,2-1 4-16,-1 5 0 16,2 9 1-16,0 5-3 15,1 11-2-15,-2 3 2 16,-1 3 1-16,-2 3 1 16,0 0-1-16,-2-6 2 0,-1-6 14 15,-2-7 10-15,-3-10-11 16,-3-6 10-16,0-11-11 15,-3-4 0-15,1-13-10 16,1-9 7-16,-2-9-11 16,0-5-2-16,0-11 3 15,0-8-7-15,0-4-3 16,0-8-5-16,-6-2-3 16,-15-3-26-16,-13 0-76 15,-10-1-136-15,-17-22-501 0</inkml:trace>
  <inkml:trace contextRef="#ctx0" brushRef="#br0" timeOffset="136413.778">10575 16534 36 0,'0'0'349'0,"0"0"-345"0,0 0-4 0,0 0 14 0,0 0-6 0,0 0-3 0,0 0-5 15,-20 0-5-15,31 3-32 16,-2 0-131-16</inkml:trace>
  <inkml:trace contextRef="#ctx0" brushRef="#br0" timeOffset="-149823.357">1147 14377 496 0,'0'0'82'0,"0"0"7"16,0 0 4-16,0 0-65 15,0 0 42-15,40 102-9 16,-23-62-5-16,0-2-11 15,0 1 7-15,1-2-18 0,-5 0-7 16,2-3-9 0,-6-6-8-16,0-6-4 0,-3-8-2 15,0-5 0-15,-3-6 0 16,-3-3-1-16,0 0-2 16,0 0-1-16,0-10-39 15,0-6-21-15,0-1-101 16,-6-5-130-16,-12-1-224 15</inkml:trace>
  <inkml:trace contextRef="#ctx0" brushRef="#br0" timeOffset="-149275.32">1202 14441 386 0,'0'0'97'0,"0"0"0"0,0 0 17 0,0 0-41 16,0 0-23-16,0 0 11 15,-72 82 7-15,62-48-11 16,3 1-20-16,-4 4-10 16,1-2-7-16,2 0-4 0,-1-8-6 15,2-5-7-15,-2-5-1 16,0-10 0-16,6-6 1 15,0-3-3-15,3 0-14 16,0-12-69-16,0-11-85 16,15-8-142-16,1-5-89 15</inkml:trace>
  <inkml:trace contextRef="#ctx0" brushRef="#br0" timeOffset="-149117.627">1156 14492 247 0,'0'0'10'0,"0"0"11"15,0 0-14-15,0 0-7 16,0 0-27-16,0 0-164 16</inkml:trace>
  <inkml:trace contextRef="#ctx0" brushRef="#br0" timeOffset="-148922.74">1075 14626 510 0,'0'0'18'15,"0"0"61"-15,0 0 41 0,0 0-67 16,82 1-25-16,-52-1-19 15,3 0-9-15,1-1-52 16,-4-5-176-16</inkml:trace>
  <inkml:trace contextRef="#ctx0" brushRef="#br0" timeOffset="-148346.397">2024 14386 536 0,'0'0'85'0,"0"0"-2"15,0 0 6-15,0 0-11 16,0 0 4-16,-25 79-21 16,25-52-12-16,0 0-10 0,0-2-8 15,6-3-10 1,0 0-9-16,4-2-5 0,-1-1-4 15,-3-3 0-15,0-4 2 16,-1-2-5-16,0-1 0 16,-2-5 1-16,2-1 2 15,-5-3-3-15,3 0 2 16,-3 0-1-16,0 0 2 16,0 0 4-16,0-4-2 15,-6-1 3-15,-6 3-7 16,-6 0 3-16,-3 2-4 15,2 0 1-15,-5 0-1 0,0 0 2 16,0 0-2 0,1 3 0-16,3 1 1 0,2-4-1 15,12 0 0-15,3 0 0 16,3 0-1-16,0-7-33 16,6-10-75-16,13-8-120 15,7-9-52-15</inkml:trace>
  <inkml:trace contextRef="#ctx0" brushRef="#br0" timeOffset="-148196.586">1920 14245 657 0,'0'0'43'0,"0"0"73"0,0 0 3 0,0 0-66 15,0 0-49-15,0 0-1 0,10 77-3 16,17-52-31-16,6-3-250 15</inkml:trace>
  <inkml:trace contextRef="#ctx0" brushRef="#br0" timeOffset="-147776.496">2176 14468 752 0,'0'0'16'15,"0"0"104"-15,0 0-9 16,0 0-34-16,-13 76-34 0,29-57-8 16,-1-3-9-16,3 1-12 15,2-2-4-15,-4-5-3 16,3-2-3-16,-5-5-4 16,-2-3 0-16,4 0 11 15,-7-11-10-15,6-5 9 16,-6-3-7-16,0-8 0 15,-2 1-2-15,1-2 0 16,-5 0-1-16,-2 3 0 16,-1 9 1-16,0 4-1 15,0 6 3-15,0 6 1 16,0 0 5-16,0 0-7 16,0 12 1-16,6 3-3 0,-3 4 1 15,6 3 3 1,3-5 0-16,3-1-3 0,0-3-1 15,6-6-9-15,0-3-39 16,3-4-107-16,1 0-52 16,3-4-113-16,-4-14-53 15</inkml:trace>
  <inkml:trace contextRef="#ctx0" brushRef="#br0" timeOffset="-147214.056">2639 14386 283 0,'0'0'148'15,"0"0"39"-15,0 0 27 16,0 0-43-16,0 0-67 15,0 0-55-15,-76 7-8 16,61 24-13-16,6 0-8 16,9-4-9-16,0-2-8 0,0-6-1 15,12-6-2-15,0-5 0 16,4-7-19-16,-1-1-18 16,3 0-49-16,-3-11-4 15,1-7-44-15,-4-5-7 16,-4 0 27-16,-1 1 37 15,-4 1 23-15,2 5 54 16,-5 3 13-16,1 9 58 16,-1 3 44-16,0 1 9 15,0 1-79-15,2 15-43 16,2 8 48-16,2 7 0 16,3 6-14-16,-3 5-2 15,3 4-7-15,3 6-12 0,0 7-2 16,3-5 2-16,7-4-5 15,-1-10 7-15,-3-9 6 16,3-8 4-16,-5-4 3 16,-7-7-6-16,-3-4-5 15,-3-7-5-15,-1-1-2 16,-2 0-6-16,0-9-3 16,0-5 8-16,-5-5 12 15,-14-2-12-15,2-6-10 16,-2-3 5-16,2 1-4 15,0-6 1-15,3 4-2 16,-2-1 0-16,7 0 1 0,3-2 0 16,0 0 3-16,6 2 0 15,0 3-4-15,4 5-1 16,11 6-2-16,6 7 0 16,3 3-61-16,0 7-83 15,0 1-150-15,-2 0-485 16</inkml:trace>
  <inkml:trace contextRef="#ctx0" brushRef="#br0" timeOffset="-146913.107">3367 14328 656 0,'0'0'33'0,"0"0"63"0,0 0 8 16,0 0-42-16,0 0-36 16,0 0-1-16,-94 63 17 15,82-31-3-15,3 3 7 16,3-1 7-16,5-3-13 16,1-3-12-16,0-6-8 15,0-3-8-15,1-5-9 16,11-4 0-16,3-6 0 15,3-4-3-15,4 0-23 16,8-4-98-16,-4-14-97 0,2-7-267 16</inkml:trace>
  <inkml:trace contextRef="#ctx0" brushRef="#br0" timeOffset="-146582.617">3504 14384 720 0,'0'0'88'0,"0"0"36"15,0 0-11-15,0 0-30 16,-37 75-30-16,37-48-14 16,1-6-17-16,13 1-14 15,2-7 0-15,2-6-5 16,0-1-3-16,-3-6 4 16,3-2-4-16,-6 0-3 15,1-11-3-15,-4-4-14 0,-4-3 1 16,-4-5 8-16,-1 3 2 15,0-3 3-15,-3 4 1 16,-9 5 2-16,-3 5 1 16,0 6 2-16,-1 3 3 15,2 0 3-15,0 0-3 16,5 8 0-16,1 0-2 16,5-1-1-16,3 0-6 15,0-2-101-15,17-4-86 16,5-1-188-16</inkml:trace>
  <inkml:trace contextRef="#ctx0" brushRef="#br0" timeOffset="-146133.097">3719 14379 737 0,'0'0'54'16,"0"0"80"-16,0 0-3 15,0 0-42-15,6 79-36 16,0-56-15-16,2-4-15 15,0-3-16-15,-2-2-1 16,0-5-1-16,-3-7-4 16,0 0 0-16,-1-2 1 15,-2 0-2-15,0-3-4 16,0-12-8-16,0-4-13 16,0-6 1-16,0-4-6 0,3 0-16 15,1-1 19 1,2 3 23-16,3 8 4 0,-1 3 2 15,3 6-2-15,-3 3 0 16,4 7 3-16,-2 0 3 16,-1 0 7-16,0 4 0 15,3 10 1-15,0 5 7 16,-1 3-1-16,0 3-4 16,-3 1 4-16,1 1 1 15,0-2-1-15,-2-3-9 16,1-1-2-16,-1-6 0 15,-2-5-7-15,5-4 3 16,-4-4-3-16,0-2-2 0,0 0-4 16,4 0-53-16,-2-7-45 15,4-9-95-15,-2-13-196 16</inkml:trace>
  <inkml:trace contextRef="#ctx0" brushRef="#br0" timeOffset="-145896.319">4084 14248 628 0,'0'0'54'0,"0"0"41"15,0 0-7-15,0 0 28 16,0 0-57-16,14 99-15 16,-2-67 6-16,1 3 1 15,-4 1-20-15,3-4-13 0,-3-2-8 16,-3-2 0-1,2-5-7-15,-4-5-2 0,2-4-1 16,-3-4-7-16,0-6-84 16,3-4-113-16,-3 0-200 15</inkml:trace>
  <inkml:trace contextRef="#ctx0" brushRef="#br0" timeOffset="-145716.565">4116 14396 613 0,'0'0'23'16,"0"0"33"-1,0 0 28-15,0 0-26 0,0 0-22 16,0 0-26-16,67 11-10 16,-30-11-125-16,5-4 2 15,7-9-201-15</inkml:trace>
  <inkml:trace contextRef="#ctx0" brushRef="#br0" timeOffset="-145173.242">4544 14291 428 0,'0'0'159'16,"0"0"16"-16,0 0-10 15,0 0-51-15,0 0-54 16,0 0-1-16,-67-9-5 16,52 28-17-16,9 5-7 0,3 2-13 15,3-2 0 1,0-1-14-16,0-1-3 0,6-5 3 15,3-3-3-15,0-6 1 16,3-3-1-16,1-5 11 16,5 0-11-16,-4-7-23 15,-3-9-1-15,0-1 8 16,-5-1 1-16,0 1 13 16,-6 3 2-16,2 5 4 15,-2 7-2-15,0 0 1 16,0 2 12-16,5 0-15 15,0 4 1-15,1 12 6 16,3 0 1-16,4-3-4 16,-1-1 6-16,0-4-5 0,6-3-4 15,0-5 5-15,0 0-3 16,4-6 4-16,-1-13-7 16,-3-3 0-16,-3-5 0 15,-3-1-6-15,-9-2 0 16,-3 3-6-16,0 5 7 15,0 5 1-15,0 8 2 16,-3 9-5-16,0 0 0 16,0 0 4-16,1 16 3 15,2 5 5-15,0-1 1 16,0-4 0-16,8 0 3 16,4-4 2-16,7-5-4 15,2-6 0-15,2-1 1 16,-1 0-4-16,3-8-4 0,-1-7 0 15,1 1-47-15,-10-3-120 16,-7-1-173-16</inkml:trace>
  <inkml:trace contextRef="#ctx0" brushRef="#br0" timeOffset="-145023.032">4854 14087 722 0,'0'0'47'0,"0"0"47"16,0 0-51-16,0 0-43 0,78-8-17 16,-54 8-146-16,-2 0-217 15</inkml:trace>
  <inkml:trace contextRef="#ctx0" brushRef="#br0" timeOffset="-144668.802">5023 14126 418 0,'0'0'199'0,"0"0"20"16,0 0-45-16,0 78-57 15,3-53-38-15,7 1-34 16,1-1-17-16,-1-4-12 16,2-2-11-16,0-7 4 15,-4-3-8-15,-1-6 3 16,2-3-3-16,0 0-2 16,2-12-13-16,0-6-20 0,-2-6 2 15,-1-3-2 1,2-2-8-16,-1 2 16 0,3 4 26 15,-3 4-1-15,0 6 2 16,-3 6 8-16,2 2 22 16,2 5 1-16,0 0-8 15,1 5-3-15,2 12 5 16,-2 4 1-16,-2 1 0 16,4 1-4-16,-4-3-7 15,4-3-8-15,-4-3-5 16,2-3-1-16,-5-3-2 15,1 2-10-15,-7-3-93 0,0-1-157 16,-13-6-692 0</inkml:trace>
  <inkml:trace contextRef="#ctx0" brushRef="#br0" timeOffset="-142089.687">5721 14097 575 0,'0'0'47'0,"0"0"78"0,0 0 4 0,0 0-71 16,0 0-51-16,0 0 23 0,33-1 6 16,-27 12-23-16,3 0-1 15,-3-2-4-15,-6 0-8 16,0-5 0-16,0-1-2 16,0-1-5-16,0-2 7 15,-6 0 17-15,-9-6-2 16,6-7-15-16,-1 2 0 15,4 3 3-15,4 2 1 16,1 2 3-16,1 4 1 16,0 0-8-16,0 10-12 15,4 5 12-15,7 2 4 16,0 0-3-16,-6 2 0 16,-2-4 2-16,0-3-3 15,-3-1 0-15,0-8-2 0,0-3 2 16,0 0 0-16,-9-1 14 15,3-13-13-15,-3-4 5 16,2-2-5-16,2-1 4 16,4 2 2-16,-1 4 6 15,2 7 2-15,0 1 12 16,0 4 0-16,0 2-18 16,5 1-2-16,2 0-2 15,3 0 0-15,-4 0-4 16,-4 0-1-16,-2 0 0 15,3 0 0-15,0 0 4 16,-3 0 2-16,11-9-1 0,-1-2-5 16,3-2 0-16,5 2-1 15,0 2 1-15,0 6-1 16,4 3-3-16,-2 0 3 16,-1 20-3-16,2 10 4 15,-6 6 0-15,1 8 2 16,-8 1-1-16,-4-5 0 15,-4 2 3-15,0-7-3 16,-1-5 1-16,-14-6 0 16,-3-6 3-16,-1-7-4 15,-5-6 8-15,4-5-6 16,-2 0-1-16,3-6-1 0,1-10 0 16,0 0 1-1,10 0 0-15,1 2-2 0,4 1 0 16,3 2 0-16,0 3 0 15,12 2 14-15,9 4-11 16,4 2 0-16,1 0-3 16,2 0 1-16,2 9-1 15,-5 2 0-15,0 1-1 16,-7-1 1-16,0-1 0 16,-3-2-13-16,-3-4-41 15,3-4-140-15,1 0-152 16</inkml:trace>
  <inkml:trace contextRef="#ctx0" brushRef="#br0" timeOffset="-141694.336">6210 13939 978 0,'0'0'49'0,"0"0"65"0,0 0-66 0,0 0-20 16,0 0 0-16,-25 112 3 15,31-66-11-15,8-1-4 16,-1 0-9-16,-1-7-4 16,-2-2 1-16,-5-7-3 15,-2-6 0-15,-3-11-1 16,0-3-11-16,0-7-14 16,0-2-2-16,-8 0 18 0,-3-9-6 15,3-5 8 1,-1-1 4-16,4 1 3 0,3 1 0 15,0 3 1-15,2 2 0 16,0 3 4-16,0 2 1 16,0 3-4-16,12 0 17 15,3 0-8-15,4 0-1 16,2 3-3-16,3 5 2 16,0-1-3-16,-2-1-3 15,2 0-2-15,0-2-1 16,0 0-42-16,1 0-139 15,-1-4-181-15</inkml:trace>
  <inkml:trace contextRef="#ctx0" brushRef="#br0" timeOffset="-141002.995">6979 14025 909 0,'0'0'49'0,"0"0"59"0,0 0-29 0,0 0-35 16,0 0-28-16,-82 59-6 15,77-30-3-15,4 1-5 16,1-2 1-16,0-2 0 16,7-5-2-16,4-5-1 15,-1-5-1-15,4-8-13 16,0-3-1-16,0 0-27 0,2-14 41 15,-2-6-12-15,-7-4 3 16,-7-4 9-16,0 2 0 16,0 3 1-16,-13 7 0 15,-8 9 3-15,3 4 9 16,0 3-6-16,2 0-4 16,10 10-2-16,4 1-3 15,2-3 1-15,8-1-1 16,17-7-5-16,10 0-30 15,3 0-28-15,4-15-61 16,-2-7-23-16,0-4 15 16,-5-4 2-16,-7-2 77 0,-4-1 56 15,-12 2 3-15,-9 0 81 16,-3 4 16-16,0 3 21 16,-15 5-6-16,2 5-8 15,-1 4-16-15,4 4-39 16,2 3-12-16,1 3-6 15,4 0-16-15,-3 15-12 16,3 9 2-16,2 5 2 16,1 5 1-16,0 3 4 15,0-1 14-15,0 5-3 16,7-3 0-16,2 1 2 16,0-6-3-16,4 0-2 0,-1-5-3 15,0-4-8 1,3-1-9-16,-3-4-1 0,0-2 0 15,-5-5 0-15,1-5 0 16,-4-3-3-16,-2-3 1 16,1-1-32-16,-3 0-35 15,0 0-30-15,0-8-123 16,0-12-219-16</inkml:trace>
  <inkml:trace contextRef="#ctx0" brushRef="#br0" timeOffset="-140858.682">7183 14043 766 0,'0'0'9'16,"0"0"24"-16,0 0 1 0,0 0-34 0,96-35-62 16,-66 24-370-16</inkml:trace>
  <inkml:trace contextRef="#ctx0" brushRef="#br0" timeOffset="-140035.453">7601 13933 646 0,'0'0'113'0,"0"0"-62"16,0 0 68-16,0 0-34 15,0 0-19-15,12 76-14 16,-2-58-6-16,-1 0-17 16,-4-3-11-16,-2-4-12 15,-3-2-2-15,0-5 0 16,0-1-4-16,0-3 3 15,0 0 5-15,0-1-7 16,0-14-1-16,0-3-3 16,0 1 1-16,0-1 2 15,1 2 0-15,7 4 3 16,2 2 6-16,4 5-1 16,5 5 4-16,2 0-7 0,4 7 3 15,-1 12-3 1,-2-1-4-16,-2 2 0 0,-2 0-1 15,-9 0 0-15,-3-6 0 16,-2-4-1-16,-4-2-1 16,0-4-2-16,0-4 3 15,0 0-8-15,0 0 0 16,-4-14-7-16,-2-4 4 16,6-5 7-16,0-1 0 15,0 2 5-15,0 0 4 16,3 5 0-16,9 0 2 15,0 4-3-15,2 2-3 16,0 4 6-16,7 5-5 0,-3 2 1 16,0 0 2-16,-2 1 0 15,-1 10 4-15,2 2 2 16,-3 2 0-16,-3 0-6 16,-1 2 1-16,-5 0-3 15,-4-1-2-15,-1 2-2 16,0 3 2-16,0-3 0 15,0-2-18-15,-6 0-37 16,2-2-61-16,1-5-86 16,3-8-245-16</inkml:trace>
  <inkml:trace contextRef="#ctx0" brushRef="#br0" timeOffset="-139816.585">8137 13857 765 0,'0'0'72'0,"0"0"80"0,0 0-71 16,0 0-50-16,0 0 14 15,0 0-8-15,19 94-17 16,-8-67-7-16,0 0-2 16,-2-3-8-16,-1-3 0 15,-2-3-3-15,-3-7-7 16,4-4-85-16,1-7-84 15,-4 0-185-15</inkml:trace>
  <inkml:trace contextRef="#ctx0" brushRef="#br0" timeOffset="-139654.236">8229 13620 745 0,'0'0'123'15,"0"0"-5"-15,0 0-25 16,0 0-13-16,0 0-73 15,0 0-4-15,-9 4-6 16,24 19-47-16,0 1-86 16,0-4-111-16,-2-2-225 15</inkml:trace>
  <inkml:trace contextRef="#ctx0" brushRef="#br0" timeOffset="-139412.983">8325 13693 686 0,'0'0'151'15,"0"0"-20"-15,0 0-34 16,0 0 12-16,0 0-46 16,47 103-3-16,-35-62-3 15,0 0-20-15,0 2-15 16,2-3-1-16,-1 1-10 16,2 0-6-16,0-4-3 15,-2-4 0-15,2-10-1 16,-4-6-1-16,3-10-16 15,-3-5-47-15,4-2-41 16,0-10-65-16,-3-19-37 16,-2-7-133-16</inkml:trace>
  <inkml:trace contextRef="#ctx0" brushRef="#br0" timeOffset="-139206.482">8635 13746 604 0,'0'0'150'16,"0"0"29"-16,0 0-83 15,0 0-71-15,0 0 18 16,3 76 3-16,1-39-13 16,1 2 6-16,-2 0-17 15,1-5-10-15,-2 0-10 16,2-7 3-16,1-8-5 16,2-6-1-16,5-6-62 15,3-7-90-15,9-1-94 0,0-21-255 16</inkml:trace>
  <inkml:trace contextRef="#ctx0" brushRef="#br0" timeOffset="-138887.605">8853 13819 26 0,'0'0'664'15,"0"0"-439"-15,0 0-89 16,0 0-84-16,0 0-25 16,0 0-19-16,-82 49 1 15,67-29-7-15,7-2 0 16,4-5 2-16,1-5-4 15,3-3-2-15,0-4-16 16,0-1 12-16,9 0 6 0,0 0 3 16,3 0-2-16,0 0 0 15,-1 0 6-15,0 10 2 16,1 5 4-16,0 7-2 16,-2 3 1-16,-2 0 10 15,7-1 2-15,-5-2 1 16,6-5 2-16,1-8-2 15,1-4-7-15,0-5-7 16,4 0-9-16,2-10-2 16,-4-7-47-16,0-9-58 15,3-2-106-15,-5-3-314 16</inkml:trace>
  <inkml:trace contextRef="#ctx0" brushRef="#br0" timeOffset="-138775.08">9196 13886 738 0,'0'0'78'0,"0"0"60"16,0 0-19-16,0 0-107 16,0 0-12-16,0 0-239 15</inkml:trace>
  <inkml:trace contextRef="#ctx0" brushRef="#br0" timeOffset="-136462.673">1301 15522 491 0,'0'0'158'0,"0"0"-137"0,0 0 78 16,1-79 27-16,-1 67-9 15,-6 3-45-15,-6 6-45 16,-3 3 9-16,-4 3-17 15,-5 20-14-15,0 9-2 0,2 3-1 16,7 3 4-16,7-2-1 16,8-3-1-16,0-3-3 15,5-4 2-15,13-7 0 16,12-8-3-16,4-7-11 16,6-4-51-16,8-4-58 15,6-17-152-15,-9-4-222 16</inkml:trace>
  <inkml:trace contextRef="#ctx0" brushRef="#br0" timeOffset="-135856.759">1583 15474 290 0,'0'0'328'15,"0"0"-212"-15,0 0 28 0,0 0-85 16,0 0-8-16,0 0-14 16,-75 86-18-16,69-57-5 15,4-3-8-15,2-2-2 16,0-3-3-16,2-6 3 15,7-6-4-15,7-5-10 16,-4-4-5-16,2 0 10 16,-1-16 1-16,-2-2 4 15,-4-4 1-15,3 1 1 16,-5-1-2-16,-2 6 1 16,0 4 1-16,0 7 8 15,3 5-1-15,3 0-6 16,1 4-2-16,4 13 14 0,5 1-5 15,-1-1 0 1,0 0-1-16,0-3-6 0,-3-3-1 16,-2-6 3-16,1-5-1 15,0 0 0-15,0-3-1 16,4-15-3-16,0-7-3 16,3-2-9-16,-4-5 1 15,-3-3 6-15,-11 0 2 16,-3 0-1-16,0 1 2 15,0 1 2-15,0 9 1 16,0 5 1-16,-3 6 2 16,-3 5 23-16,3 2-2 15,-2 4 13-15,1 2-14 16,-2 0-11-16,6 0-6 0,0 5-7 16,0 10 7-16,8 4 7 15,2 4 7-15,-4-1-1 16,6 7 13-16,-2 2-11 15,-2-1 1-15,1 4-13 16,-3-3-2-16,1 0-4 16,2-4-2-16,-3-5 0 15,2-2-2-15,2-6 0 16,2-5-42-16,6-4-71 16,0-5-64-16,4-2-207 15</inkml:trace>
  <inkml:trace contextRef="#ctx0" brushRef="#br0" timeOffset="-135646.661">2146 15387 805 0,'0'0'39'0,"0"0"91"0,0 0-47 0,0 0-29 15,-59 88-19-15,59-59-14 16,0-4-7-16,4 0-7 15,7-3-4-15,5-4 1 16,-2-4-4-16,5-4-58 16,5-8-52-16,0-2-140 15,4 0-244-15</inkml:trace>
  <inkml:trace contextRef="#ctx0" brushRef="#br0" timeOffset="-135098.8">2336 15413 739 0,'0'0'135'0,"0"0"4"16,0 0-51-16,0 0-29 16,0 0-33-16,0 0 2 15,-30 87 0-15,48-72 0 16,0-1-14-16,3-4-7 16,-5-6-2-16,-1-3-3 15,2-1 7-15,-1 0-7 16,-7-7 0-16,2-8-2 0,-4-5-19 15,-4 1-6-15,-3 1 4 16,0 7 9-16,0 2 10 16,0 8 2-16,0 1-2 15,3 1-6-15,6 14 2 16,-3 3 6-16,12 1 3 16,1-4 1-16,-1-1-1 15,4-6-2-15,2-8 1 16,0 0-2-16,3-3 3 15,-2-16-3-15,-4-2-13 16,0-6-39-16,-12-3-21 16,-3 0 20-16,-6-5-4 0,0 0 5 15,-11 3 24 1,-2 2 13-16,1 10 15 0,6 6 38 16,-1 8 28-16,4 3-7 15,3 1 0-15,0 2-8 16,0 0-37-16,0 16-7 15,0 4 11-15,10 5 7 16,2 5 1-16,6-3 3 16,-3 0-3-16,4-1-6 15,-2-4-13-15,2-2-6 16,-5-2-1-16,2-3-1 16,-1-7-98-16,0-5-160 15,-3-3-481-15</inkml:trace>
  <inkml:trace contextRef="#ctx0" brushRef="#br0" timeOffset="-134544.213">2982 15199 780 0,'0'0'46'0,"0"0"99"0,0 0-53 15,0 0-37-15,-49 84-37 16,46-52-13-16,1-4-3 15,1-5-2-15,1-2-27 16,0-7-23-16,0-7-37 0,0-7-43 16,3 0 27-1,3-7 90-15,4-15-20 0,1 0 24 16,-1-1 9-16,2 5 2 16,-6 7 21-16,3 5 26 15,1 6-5-15,1 0-28 16,1 11 29-16,7 6-14 15,0 0-15-15,1-3-8 16,2-4 0-16,-1-6-1 16,0-4 2-16,3 0-1 15,0-18-6-15,-9-3 0 16,6-6-2-16,-9-3-34 16,-5-2-9-16,-4-2-4 15,-3 1 16-15,0 1 6 16,0 7 25-16,-5 6 9 15,1 8 69-15,1 7-3 0,2 4-6 16,1 0-26-16,0 8-35 16,0 12 17-16,6 7 5 15,4 1-6-15,5 2-7 16,1 1 3-16,1-4-5 16,4-5 1-16,-1-3-3 15,2-7-8-15,0-4-1 16,-3-5 0-16,4-3-4 15,-4 0-19-15,0 0-91 16,-8-9-42-16,-8-7-182 16</inkml:trace>
  <inkml:trace contextRef="#ctx0" brushRef="#br0" timeOffset="-134422.025">3344 15176 461 0,'0'0'60'0,"0"0"-52"0,0 0-8 16,93-52-114-16</inkml:trace>
  <inkml:trace contextRef="#ctx0" brushRef="#br0" timeOffset="-134139.497">3843 14923 510 0,'0'0'211'15,"0"0"-87"-15,0 0 6 16,0 0-85-16,0 0 29 16,25 72-25-16,-5-38 8 15,2 2-8-15,-1-2-23 16,-3-2-14-16,-2-1-3 15,-4 0-6-15,0-8-3 16,-6-3 0-16,-3-6-41 0,-3-5-84 16,0-7-75-16,0-2-130 15,-9 0-193-15</inkml:trace>
  <inkml:trace contextRef="#ctx0" brushRef="#br0" timeOffset="-133379.836">3849 15155 209 0,'0'0'204'15,"0"0"-53"-15,0 0 27 16,0 0-125-16,0 0-35 16,0 0-7-16,83-58-8 15,-45 43 0-15,2-4-3 16,-1-2-14-16,-4 0-103 16,-9-2-100-16,-8 2-2 15,-11-1 67-15,-5 3 152 16,-2 2 18-16,0 5 168 15,-9 5 17-15,0 5 1 0,0 2-56 16,0 0-27-16,6 6-39 16,0 12-31-16,3 8 10 15,0 3-9-15,3 3-13 16,13 3-14-16,1-2-6 16,-1-3-8-16,1-6-4 15,-1 2-3-15,-7-7-2 16,2-3-1-16,-4-6-1 15,-6-5-4-15,2-2-22 16,-3-3-22-16,0-1 25 16,0-15 5-16,0-5-29 15,0-4 28-15,0-2 8 16,0 1 7-16,0 2 4 0,0 6 8 16,3 5 4-16,2 6 5 15,4 4-5-15,4 3-6 16,2 0-1-16,6 15 1 15,-3 3-1-15,3 3-2 16,-2 0-2-16,-5-2 1 16,3-4-2-16,-3-2-12 15,-4-5-42-15,1-2-78 16,-1-5-83-16,2-1 33 16,3 0 62-16,1-16 57 15,-2-4 63-15,4-4 1 0,-5-3 56 16,2-1 60-1,0-2 2-15,-3 2-11 0,-3 3-4 16,-3 0-22 0,-3 4-27-16,-3 4-2 0,0 3-4 15,-3 6-19-15,-12 5-25 16,-1 3-5-16,-5 7 0 16,7 13-1-16,1 6 0 15,4 4 2-15,6 2 5 16,3 1 8-16,0-3 6 15,3-5 0-15,13-4-8 16,2-9-8-16,8-4-2 16,2-8 2-16,8 0-4 15,1 0-39-15,3-1-101 0,-2-9-197 16</inkml:trace>
  <inkml:trace contextRef="#ctx0" brushRef="#br0" timeOffset="-132603.357">5105 14863 467 0,'0'0'326'0,"0"0"-294"0,0 0 65 16,12 73-4-16,10-38-30 16,2 2-19-16,3-4 1 0,-6-4-17 15,1-5-8 1,-5-5-3-16,-5-8-5 0,-3-5-5 16,-5-5-2-16,-2-1 0 15,1 0 10-15,4-15 4 16,-4-7-14-16,3-7-2 15,-3-4 1-15,-3-5-4 16,0 0 1-16,0 1 0 16,0 7-1-16,0 10 0 15,0 13 1-15,0 7 0 16,0 0-1-16,0 9-10 16,0 13 8-16,16 1 2 15,1 0 0-15,-1-1 0 0,5-6 1 16,0-4-1-1,-2-3 1-15,4-6 0 0,-1-3 2 16,-1 0-1-16,0-12-2 16,-5-4 2-16,-5-1-1 15,-4 0 0-15,-4 4 1 16,-3 2 1-16,0 3-3 16,0 1 0-16,-12 7-2 15,0 0-3-15,-1 0-3 16,4 0 4-16,0 8-5 15,4 2-1-15,-1 1-5 16,1 1-8-16,2-5-11 16,3 1-37-16,0-3-5 15,0-4-4-15,0 0-51 0,-2-1 56 16,2 0-36-16,-3-1-49 16,2-7-8-16,1-4-28 15</inkml:trace>
  <inkml:trace contextRef="#ctx0" brushRef="#br0" timeOffset="-132143.119">5478 14884 226 0,'0'0'148'0,"0"0"-5"0,0 0-24 0,-3 98-39 16,3-76-29-16,12-5-21 15,1-1-3-15,4-8-7 16,4-5-2-16,-2-3-4 15,7 0-5-15,-3-9-3 16,-2-9-2-16,4-2-2 16,-11-2-1-16,0-2 2 0,-7-3 2 15,-6 1-1 1,-1 4 18-16,0 2 18 0,-8 7 6 16,-9 5-1-16,-5 8-21 15,2 0-11-15,1 1-10 16,4 13-3-16,6-4 0 15,6-1-1-15,3 1-7 16,0-9-42-16,8-1 0 16,11-4-27-16,0-16-126 15,7-9-81-15</inkml:trace>
  <inkml:trace contextRef="#ctx0" brushRef="#br0" timeOffset="-131908.392">5760 14618 426 0,'0'0'183'0,"0"0"67"15,0 0-59-15,0 0-60 0,0 0-76 16,0 0-28-16,-6 15 42 16,6 16-23-16,0 3-18 15,3 4 6-15,9 4-5 16,0 2-9-16,1 0-7 16,2-6-7-16,-4-4 0 15,4-9-6-15,-5-5 1 16,2-5 0-16,-4-5-1 15,-1-4-2-15,-1-2-36 16,-2-4-91-16,2 0-102 16,2-6-313-16</inkml:trace>
  <inkml:trace contextRef="#ctx0" brushRef="#br0" timeOffset="-128358.433">6643 14691 597 0,'0'0'73'0,"0"0"41"0,0 0-37 15,0 0 2-15,0 0-31 16,-88-23-25-16,69 46 20 0,5 7 15 16,4 3-3-16,7 10-16 15,3-1-9-15,0 2-12 16,3-5 0-16,9-5-6 15,-2-7-6-15,2-6-2 16,2-6-2-16,-1-5 0 16,2-2-1-16,-1-6-1 15,2-2-22-15,2 0-35 16,6-5-57-16,-2-11-36 16,5-5-80-16,-5-6-119 15</inkml:trace>
  <inkml:trace contextRef="#ctx0" brushRef="#br0" timeOffset="-127719.753">6825 14732 529 0,'0'0'148'0,"0"0"40"15,0 0-47-15,0 0-80 16,0 0-25-16,0 0 23 16,-7 61-15-16,17-34-12 15,-1 1-5-15,-3 0-6 16,0-4-4-16,0-2-3 15,-5-6-9-15,-1-6 0 16,0-6-4-16,0-1 0 16,0-3-1-16,0 0-1 15,0 0-10-15,0-7 8 0,0-8-23 16,-3-5 1-16,3-2-4 16,0 0 0-16,0 3 24 15,0 5 5-15,0 3 2 16,5 2-1-16,4 7 2 15,9 2 2-15,-3 0 3 16,1 8 2-16,2 10-4 16,-3 2-1-16,0 3-2 15,-2-1 2-15,-5-2-3 16,-2-2-1-16,-5-2 0 16,1-5-1-16,-2-2 0 15,0-5-2-15,0-3 2 16,0-1-1-16,0 0 2 0,-6-4-1 15,0-13 0 1,1-3-4-16,1-5-3 0,4 0 7 16,0-4 0-16,0 4 1 15,7 4 0-15,5 1 0 16,3 6 0-16,-1 1-1 16,1 5 2-16,1 3 2 15,-2 4-4-15,0 1 2 16,0 0 4-16,-1 9 0 15,1 8-2-15,-1 2 4 16,-4 6 0-16,0 2 0 16,0-2-4-16,-5-2-1 0,-2-4-1 15,2-7-1 1,1-4-2-16,-2-4 1 0,-2-3-28 16,4-1-74-16,-2 0-99 15,1-10-116-15</inkml:trace>
  <inkml:trace contextRef="#ctx0" brushRef="#br0" timeOffset="-127209.581">7215 14516 476 0,'0'0'128'0,"0"0"-38"0,0 0 0 15,0 0-20-15,30-82-31 0,-14 76 2 16,-1 5 12-16,1 1-15 16,-2 4 3-16,-1 15-4 15,-7 4 0-15,-6 2-14 16,0 3-14-16,0-4 0 16,-8-2-5-16,-6-3-1 15,0-5 0-15,4-6 0 16,1-1 1-16,4-7 1 15,4 0-5-15,1 0 0 16,0-2-13-16,0-8 2 16,7 0-1-16,8 0 5 15,0 3-6-15,1 1 11 0,-2 3-2 16,5 3 4-16,-5 0-1 16,2 0-2-16,-5 9 3 15,-2 3 1-15,1 3 2 16,-4-2 3-16,-6 2 13 15,0-3 4-15,0 4-2 16,0-2 3-16,-2-3 0 16,-9-2 0-16,-3 0-7 15,-5-4 2-15,5-2-9 16,-3-2-9-16,3-1 3 16,2 0-4-16,5 0-26 15,4 0-27-15,3-5-93 16,0-11-161-16</inkml:trace>
  <inkml:trace contextRef="#ctx0" brushRef="#br0" timeOffset="-126902.258">7693 14375 677 0,'0'0'87'0,"0"0"-5"0,0 0 74 0,0 0-66 15,0 0-27-15,93 75-6 16,-65-46 3-16,2 2-17 16,-6 6 2-16,-6 2-1 15,0 6-6-15,-8 1-7 16,-5 8-16-16,-5 6-3 15,-3 9-10-15,-27 4 1 16,-19 9-3-16,-23 7-16 16,-28-1-111-16,-22-5-655 15</inkml:trace>
  <inkml:trace contextRef="#ctx0" brushRef="#br0" timeOffset="-116624.341">6667 14505 389 0,'0'0'87'0,"0"0"1"16,0 0-6-16,0 0-7 16,0 0-19-16,0 0-23 15,0 0 6-15,-79 7-7 0,68 14 6 16,-3 5-7-16,3 6-1 15,-2 2-3-15,5-1 2 16,1 4-6-16,1 0 2 16,0 4 0-16,3 2 1 15,0 1-6-15,3 0-5 16,-3-3-1-16,3-4-3 16,0-5 1-16,0-2 1 15,5-4-3-15,3-2-3 16,1 0 1-16,3-3-1 15,0 1 2-15,2-2-2 16,-1-2 1-16,-1-1-4 0,2 1 0 16,0-2 0-1,0-5 0-15,4 0 0 0,0-1-3 16,1-4 1-16,2-2 2 16,-3-4 1-16,6 1-3 15,-5-1 1-15,-2 0-2 16,-3 0 3-16,-3 0-3 15,-2 0 0-15,-2-3-1 16,-4 1 1-16,-1 0-1 16,-2-1-2-16,0 1-21 15,0-3-27-15,0 1-74 16,-12-7-45-16,-5-3-261 16</inkml:trace>
  <inkml:trace contextRef="#ctx0" brushRef="#br0" timeOffset="-116016.517">6666 14440 223 0,'0'0'54'0,"0"0"84"0,0 0-36 0,0 0-23 0,0 0-30 16,0 0-9-16,-64-6 3 15,47 20 2-15,2 6-9 16,-1 2 8-16,-1 4-1 16,4 6-3-16,-2 2-2 15,3 4-4-15,0 2-3 16,0 1-8-16,3-1-6 16,0 5-2-16,2 0 0 15,4 0 0-15,3 0-3 16,0-4 1-16,0-2 1 0,0-1-2 15,6-2 1-15,1-1-1 16,-1-2-2-16,2 0 0 16,-1-3-3-16,2-2-2 15,0-5 0-15,3-2 1 16,0-6-4-16,1 0 2 16,2-4-1-16,0-1 1 15,0-3 0-15,0-4-2 16,1-1-1-16,-1-2 3 15,0 0-3-15,3 0 2 16,0 0-3-16,3-11-14 0,1-4-49 16,2-4-50-16,1-5-65 15,-3-3-188-15</inkml:trace>
  <inkml:trace contextRef="#ctx0" brushRef="#br0" timeOffset="-115428.468">6646 14410 199 0,'0'0'48'0,"0"0"11"0,0 0 7 0,0 0-13 16,0 0 5-16,-82 71 1 16,72-42-1-16,2 4 4 15,1 2 5-15,4 3-13 16,0 0-1-16,1 5-6 15,2 1-5-15,0 4-8 16,0 6-6-16,0-2-8 0,0-2 0 16,0-6-3-16,6-4-4 15,6-4 2-15,2-5 0 16,0-3-1-16,0 0 3 16,5 1 0-16,-2-3 1 15,7 1-1-15,-2-2-5 16,1-2-2-16,-1-3-2 15,-1-4-2-15,-2-2-3 16,-1-5 1-16,1-3 0 16,1-2 2-16,2-3 3 15,0-1-5-15,0 0 0 16,0 0-2-16,-1-3-1 0,-5-3 0 16,-1 0 0-1,0 1 0-15,-3 0 1 0,-5 1-2 16,-2 2-2-1,-5 2-51-15,0 0-83 0,-8 0-174 16</inkml:trace>
  <inkml:trace contextRef="#ctx0" brushRef="#br0" timeOffset="-106430.727">5611 1057 451 0,'0'0'53'0,"0"0"53"0,0 0 5 15,0 0-15-15,0 0 1 16,0 0-16-16,0 0-6 0,6-44-27 16,-6 47-33-16,4 18-13 15,2 7 28-15,0 12 14 16,5-1-19-16,-3 1-1 15,3-1-6-15,-2-2 2 16,0-1 0-16,1 3-8 16,-4-4-8-16,2-1 0 15,-2-4-1-15,1-6-1 16,-2-5 3-16,-2-5-4 16,0-5 0-16,-2-5 2 15,1-4-3-15,1 0-10 16,-2 0-31-16,5-3-13 0,3-15-40 15,0-14-182 1,6-7-251-16</inkml:trace>
  <inkml:trace contextRef="#ctx0" brushRef="#br0" timeOffset="-105859.524">6024 976 616 0,'0'0'88'0,"0"0"23"15,0 0-57-15,0 0-38 0,0 0-7 16,0 0 3 0,0 37 31-16,0-11-2 0,0 3-16 15,4 2 3-15,4 0-3 16,-2 1-12-16,2-3 3 15,-1-3-6-15,-1-1-3 16,-3 0-5-16,0-7-1 16,0 0 0-16,-2-5 3 15,-1-3-3-15,0-6 0 16,0-2-1-16,0-2 2 16,0 0-1-16,0 0 7 15,0 0 5-15,0 0-1 16,0-5-11-16,0 1 1 15,0 1 0-15,0 0-1 0,0 2 0 16,0 1-1-16,0-1 5 16,0 1 6-16,0-2-7 15,0 1-4-15,8-1 2 16,11 1 2-16,2-1 0 16,4-2 1-16,-2 4-3 15,-1 0 2-15,2 0-1 16,-6 0 0-16,0 0-1 15,-3 0 4-15,0 0-5 16,-5 0 2-16,-1 2-2 16,-3-2 0-16,-3 0 2 15,0 0-1-15,3 0-2 16,-1 0-5-16,3-10-70 0,0-5-165 16,-2-8-208-1</inkml:trace>
  <inkml:trace contextRef="#ctx0" brushRef="#br0" timeOffset="-105595.259">6602 992 561 0,'0'0'109'0,"0"0"5"0,0 0-32 0,0 0-32 16,0 0-9-16,0 0 10 16,47 3-18-16,-17-3-16 15,6-3-8-15,-2-1-7 16,1-1 2-16,-6 4-4 16,-6 1-57-16,-11 0-179 15,-11 0-160-15</inkml:trace>
  <inkml:trace contextRef="#ctx0" brushRef="#br0" timeOffset="-105333.274">6670 1158 597 0,'0'0'57'15,"0"0"65"-15,0 0-42 16,0 0-6-16,0 0-15 15,0 0-9-15,15 14-8 16,3-12-17-16,0 1-11 16,4-3-1-16,2 0-3 15,-1 0-1-15,0 0-5 16,1 0-1-16,0 0-1 16,-3-5-2-16,-2 0-24 15,-4-4-97-15,0-1-131 16,-4-5-247-16</inkml:trace>
  <inkml:trace contextRef="#ctx0" brushRef="#br0" timeOffset="-104995.041">7119 853 642 0,'0'0'184'15,"0"0"-3"-15,0 0-97 16,0 0-34-16,0 0-31 16,0 0-7-16,12-6-6 0,0 22 23 15,2 1 12 1,2 3 9-16,-1 3-13 0,0-1-12 16,-2 1 0-1,-1-1 0-15,-3 0-5 0,0-1-6 16,-3-2-6-16,1-2 1 15,-2-1-9-15,-1-2 5 16,-1-4-2-16,-1-2-1 16,-1-2-2-16,-1-2 0 15,2-3-28-15,-2-1-43 16,3 0-79-16,-3-5-127 16</inkml:trace>
  <inkml:trace contextRef="#ctx0" brushRef="#br0" timeOffset="-104523.034">7522 877 598 0,'0'0'90'16,"0"0"36"-16,0 0-34 15,0 0-32-15,-63 80-35 16,63-61 4-16,0 2-20 15,0-2 18-15,12-4-19 16,3-5-8-16,1 0 21 16,4-6-6-16,4-2 0 15,0-2-7-15,-1 0-8 16,2 0 7-16,-3-12-4 0,-1 0-2 16,0-5 5-16,-5-2-6 15,2-2 7-15,-6-2 5 16,-3 4 18-16,-6-3 6 15,0-1 5-15,-3 1 5 16,0 2-1-16,0 6-24 16,-11-1 2-16,-1 5-6 15,-2 2-1-15,-6 3-12 16,-2 5-3-16,-5 0 0 16,-3 0-1-16,0 8 3 15,2 3-3-15,0 2 0 0,2 2 0 16,2 0-1-16,6-2-1 15,5 0-11-15,6-4-53 16,7 0-52-16,0-4-44 16,13-5-219-16,15 0-313 15</inkml:trace>
  <inkml:trace contextRef="#ctx0" brushRef="#br0" timeOffset="-104073.059">7977 783 628 0,'0'0'137'0,"0"0"-33"0,0 0-17 16,0 0-45-16,0 0-18 0,-85 82-14 16,82-63-2-16,3-2-4 15,0-2-4-15,2-4 9 16,9-3-6-16,0-3 3 15,4-4 9-15,4-1 4 16,2 0-9-16,2 0-3 16,0-11-3-16,0-3-2 15,-1-1 1-15,-5-2 1 16,-1 2-3-16,-3-2 1 16,-5-2 1-16,4 0 18 15,-8 0 24-15,-1 1 8 16,-3 0-4-16,0 3 8 0,-3-1-31 15,-9 0 2 1,-3 5-18-16,-1-3-9 0,-2 6 2 16,4 5-1-16,-5-2-2 15,0 5-3-15,1 0 2 16,-3 10-1-16,6 4-2 16,2 3-11-16,4-2-46 15,4 0-35-15,5-2-40 16,0-3-57-16,11-8-349 15</inkml:trace>
  <inkml:trace contextRef="#ctx0" brushRef="#br0" timeOffset="-103645.294">8292 671 525 0,'0'0'195'0,"0"0"-32"15,0 0-89-15,0 0-60 16,0 0 7-16,0 0-3 16,-20 64-8-16,20-44 0 15,0-2-7-15,5-2 2 16,4-5-1-16,3-1-3 16,4-3-1-16,-4-4 7 15,6-3 5-15,0 0-4 16,-2 0-2-16,2-13-1 15,-1 0-3-15,-3-4-1 0,0-1 0 16,-5 1 1-16,-3-1 15 16,-5-4 32-16,-1 3 13 15,0 1-2-15,0-1-5 16,-10 5-21-16,-2 0-17 16,-1 1-5-16,-2 2-11 15,-3 4 0-15,-2 4 0 16,-5 3-1-16,0 0-1 15,-1 0 0-15,5 11 0 16,2 0-13-16,5 1-40 16,7 2-61-16,7-6-58 15,0-2-236-15</inkml:trace>
  <inkml:trace contextRef="#ctx0" brushRef="#br0" timeOffset="-103323.988">8756 515 654 0,'0'0'135'0,"0"0"3"0,0 0-58 0,0 0-61 15,0 0-13-15,0 0-3 16,-72 34-3-16,71-14 5 15,1 0 5-15,0 1 2 16,0 1-4-16,0-2 15 0,0-2-8 16,4-1-1-16,2-5-2 15,0-2-8-15,6-1 1 16,2-5-3-16,2-2 2 16,6-2 12-16,12 0-16 15,1-3-42-15,2-13-121 16,-4-2-115-16,0-2-224 15</inkml:trace>
  <inkml:trace contextRef="#ctx0" brushRef="#br0" timeOffset="-102679.7">8987 517 527 0,'0'0'191'0,"0"0"-107"15,0 0 0-15,0 0 13 16,0 0-38-16,0 0-25 15,-16 89 10-15,16-72-23 16,7 0-4-16,-3 1-9 16,-2-9-7-16,1-2 1 15,-3-4 3-15,3-1-5 16,-3-2 7-16,0 0 3 16,3 0-5-16,0-12-5 15,2-8-12-15,5 1 6 0,-1-3-4 16,-2 5 9-1,1 4 1-15,1 1 0 16,-3 10-3-16,0 2 0 0,1 0-8 16,5 0 2-16,0 12 6 15,0 3 3-15,1 1 0 16,-5-1 2 0,-2 1-2-16,1-5 0 0,-4 1-2 15,-1-6-1-15,-2-2-3 16,0-2 1-16,0-2-23 15,0 0 13-15,0 0 13 16,0-6-1-16,0-6-5 16,0-6 3-16,0-2-5 15,0-1 10-15,0-2 1 16,1 4 7-16,5-1-4 0,0 7-4 16,2 2-4-16,0 2 4 15,0 5 0-15,3 0 2 16,-1 3 0-16,-1-1-1 15,0 2 0-15,0 0 4 16,3 2 2-16,-2 7 10 16,-2 2 2-16,0 2 0 15,-3 3 13-15,-2-1-13 16,5 2 5-16,-5 1-4 16,-3-4-1-16,0 1-13 15,0-5-1-15,0 0-1 16,0-3-4-16,0-2-47 0,0 0-81 15,0-5-58 1,8 0-453-16</inkml:trace>
  <inkml:trace contextRef="#ctx0" brushRef="#br0" timeOffset="-102094.066">9436 123 803 0,'0'0'157'0,"0"0"-10"0,0 0-62 0,0 0-54 16,0 0-12 0,40-72-12-16,-13 65 0 0,7 2-4 15,-5 5-2-15,-1 0 0 16,-7 13-1-16,3 11 0 15,-6 4 0-15,-9 5 0 16,-5-3-7-16,-4 2 7 16,0-4 8-16,-17-4-2 15,-3-3 3-15,5-5-3 16,3-5 0-16,6-5-3 16,0-5-3-16,6-1 3 15,0 0 2-15,0 0 3 16,0 0-8-16,0-4-4 0,5-6 2 15,2 0 0-15,7 0 4 16,2 0-5-16,1 3 3 16,3 3 0-16,1 1-2 15,4 3 2-15,-3 0 0 16,-2 1-1-16,-2 9-2 16,-3 3 3-16,-3 1 1 15,-3-1 4-15,-3 3 6 16,-6-3 13-16,0 1 2 15,0-1-7-15,0 1 3 16,-3-4 3-16,-16 2 4 16,-8-1-1-16,-7 0-2 0,-13-1-5 15,-2 3-2 1,-6-4-13-16,5 0-5 0,4-3-1 16,6-2-34-16,4-4-95 15,6 0-263-15</inkml:trace>
  <inkml:trace contextRef="#ctx0" brushRef="#br0" timeOffset="-98999.531">4672 652 75 0,'0'0'727'0,"0"0"-727"0,0 0-17 0,0 0 1 0,0 0 16 16,23 119 40-16,-2-39 7 16,4 14 22-16,8 12-20 15,-2 8-24-15,2-1 4 16,3-4-4-16,-2-5-1 15,-1-11 0-15,-3-7-6 16,1-7-3-16,-7-5-4 16,0-9 2-16,-9-9-8 15,1-9-2-15,-5-12-1 16,-1-9 0-16,-4-8 2 16,0-8-2-16,-3-8-2 15,0-1 0-15,-3-1 0 0,3 0 2 16,3 0-1-1,6 0 1-15,7-2-1 0,11-8-1 16,9 2 0-16,7-1-1 16,9 4 1-16,5 0-2 15,10 3 2-15,8 2 2 16,5-5-1-16,4 4-2 16,4-5 2-16,3-4-3 15,4-1 2-15,13-3 0 16,2 0 0-16,5-2 0 15,-3-1 1-15,7 2-1 16,2-4 0-16,-3 4 1 16,4-2-3-16,-2-1 2 15,-1 2-10-15,0-4 6 0,1 4 2 16,2-1 0 0,-6 0-2-16,-4 2 2 0,-9 1 1 15,0 3-1-15,-5-1 2 16,-2-2-1-16,5-3 1 15,-7-1-6-15,3 3 4 16,2-2 2-16,0 0-1 16,0 2-2-16,0-1 1 15,-1 2 2-15,-6-2-1 16,-4 4 1-16,0-2 0 16,-4-3 0-16,1-3 0 15,-3-3 1-15,0-2-2 16,4-5-1-16,4 0 2 15,2-3-7-15,-2-4-21 0,-1 5 11 16,-7 1-7-16,-7 2 17 16,-11 5 7-16,-8 1 3 15,-6-2-3-15,-8-4 2 16,-2 1 4-16,-2-5 4 16,-7-6 2-16,-3-4 6 15,-2-5 8-15,-4-2-23 16,0 0-3-16,-7 0 1 15,-3 0 1-15,-3 0-1 16,-2 3 3-16,-5-3 0 16,-2-1 1-16,-3 2-5 0,0-2 5 15,-3 1-5 1,-12-2 1-16,0-2 4 0,-6-6 2 16,-1-1-6-16,2 4 1 15,-5 7 0-15,0 19-2 16,-1 13 0-16,0 13 1 15,0 5-1-15,1 0 1 16,-1 0 1-16,3 0 6 16,-3 0-8-16,-2 0 0 15,-3 0 0-15,-5 0 0 16,-3 0 0-16,-9 0 1 16,-1 0-2-16,-11 0 0 15,-9 0 1-15,-11 0 1 16,-9 0-1-16,-10 0 1 15,2 0 0-15,-12 0 1 0,-3 0-1 16,-1 0 1-16,-8 0-2 16,3 0 0-16,2 0-2 15,1 0 2-15,-5 0 1 16,0 12 0-16,-1 1-1 16,-3 0 0-16,0-2 0 15,-1 0 0-15,1-1 0 16,5-2 0-16,7 2 1 15,7-6 1-15,2 1-2 16,1-5 0-16,0 0 0 16,6 0 0-16,-1 0 1 15,2 0-1-15,-3 0 2 0,-2 0 1 16,1 0-3 0,-1 3 0-16,2 7-2 0,4 3 2 15,0 0-1-15,0 1 1 16,3 1 0-16,7 0 1 15,-1 1 1-15,3-1-2 16,3 5 2-16,-3-2-1 16,6 0-1-16,-2 1 0 15,8-3 0-15,0-4 1 16,12 3-1-16,7-2-1 16,4-2 1-16,5-1 0 15,1 2 0-15,0-2 0 16,6-2 0-16,1 2 0 15,4-2 1-15,5-2 1 16,5 2 0-16,4 2 2 0,-1 0 0 16,0 3 0-16,-4-3-2 15,6 10 0-15,-6-2 4 16,6 2-2-16,-1 7 0 16,-1 1-2-16,7 1 0 15,-4 5 6-15,5-3-2 16,-4 0 1-16,7-5-5 15,-5-2-1-15,1-3 5 16,0-4-6-16,-5 1 3 16,4-2 2-16,-2-3-5 15,-2-2 0-15,1-2-19 16,3-3-107-16,-3-6-243 0</inkml:trace>
  <inkml:trace contextRef="#ctx0" brushRef="#br0" timeOffset="-97635.332">1593 16649 769 0,'0'0'74'0,"0"0"93"0,0 0-54 0,0 0-35 0,0 0-31 16,-61 92 4-16,67-45-2 0,9 3-6 15,4 0-12-15,0 0-6 16,-2-1-15-16,2-3-1 15,-2 0-6-15,1-10-1 16,-3-8-2-16,1-9-3 16,2-12-36-16,0-7-71 15,1 0-49-15,-2-13-133 16</inkml:trace>
  <inkml:trace contextRef="#ctx0" brushRef="#br0" timeOffset="-97146.266">1966 16620 819 0,'0'0'90'16,"0"0"57"-16,0 0-51 16,0 0-64-16,0 0-12 15,0 0 13-15,12 97-1 16,3-58 2-16,1 1-9 15,-1 0-9-15,0 1-7 16,-3-6-5-16,-6-3-1 16,-3-2-2-16,0-6 2 15,-3-5-3-15,0-9 0 16,0-4-9-16,0-6-7 0,0 0 10 16,-3-6-1-16,-5-9-6 15,0 1-3-15,0 0 13 16,2 3 3-16,0-1 1 15,3 5 0-15,3 3-1 16,0 0 3-16,0 2-2 16,3 2 1-16,9-3 4 15,7 3-2-15,1 0 5 16,1 0 0-16,1 0 2 16,6 0 7-16,-1 0-1 15,-1 0-4-15,1 3-6 16,-2-1-2-16,-4-2-3 15,-6 2-1-15,1 0-1 16,-5-2 0-16,-7 0-37 16,6 0-60-16,-5 0-86 0,-2-9-243 15</inkml:trace>
  <inkml:trace contextRef="#ctx0" brushRef="#br0" timeOffset="-96907.459">2652 16620 633 0,'0'0'89'0,"0"0"60"0,0 0-60 0,0 0-34 0,0 0 12 15,0 0-22-15,60 4-24 16,-29-12-7-16,1 0-8 15,-4 1-3-15,-4 4-3 16,-6 3-70-16,-8 0-222 16,-7 0-296-16</inkml:trace>
  <inkml:trace contextRef="#ctx0" brushRef="#br0" timeOffset="-96713.026">2748 16781 41 0,'0'0'644'0,"0"0"-556"0,0 0 33 16,0 0-2-1,0 0-41-15,0 0-44 0,52 10-21 16,-25-19-7-16,-2 0-2 16,-1 1-4-16,0 1-15 15,-5 0-126-15,-2-1-167 16</inkml:trace>
  <inkml:trace contextRef="#ctx0" brushRef="#br0" timeOffset="-96382.053">3246 16394 765 0,'0'0'121'16,"0"0"57"-16,0 0-67 15,0 0-35-15,0 0-41 16,0 0-10-16,-48 14 28 16,60 6-10-16,3 0-2 15,2 6-12-15,-1 2-1 16,-4 4-8-16,4 1-6 16,-5-2-6-16,-2 4 5 15,1-5-5-15,-2 0-3 16,-4-3 0-16,2-4-4 15,-1-5 4-15,0-4-4 0,0-4 0 16,-2-4-1 0,0-2-4-16,0-4-35 0,3 0-64 15,-1-2-111-15,0-18-253 16</inkml:trace>
  <inkml:trace contextRef="#ctx0" brushRef="#br0" timeOffset="-95963.095">3518 16490 753 0,'0'0'50'0,"0"0"97"16,0 0-39-16,-17 87-47 16,17-58-26-16,9-4-6 0,6-1-4 15,3-4-9-15,3-3-8 16,-3-7-1-16,4-5-1 15,-1-5 1-15,0 0-1 16,1-1-3-16,2-13 0 16,-6-6-2-16,3 0 0 15,-8-4 1-15,-2 0-1 16,-5-3 1-16,-5 1-2 16,1-1 10-16,-2 0 13 15,0 3 10-15,0 2-6 16,-14 3-11-16,-5 4 2 15,4 3-6-15,-7 4-3 16,-4 2-4-16,-2 5 1 0,3 1-5 16,-1 0-1-16,2 5 0 15,2 8 3-15,3 4-6 16,-1-1 2-16,10 2-9 16,4 2-42-16,6-2-58 15,0-5-107-15,3-6-349 16</inkml:trace>
  <inkml:trace contextRef="#ctx0" brushRef="#br0" timeOffset="-95505.119">3959 16400 711 0,'0'0'33'0,"0"0"26"0,0 0 54 0,0 0-34 15,0 0-48-15,0 0-11 16,-68 63 2-16,68-43 6 16,0-2 3-16,3 1 3 15,10-5-9-15,4-1-3 16,0-3-8-16,1-2-6 16,0-3-3-16,3-3-4 15,-1-2-1-15,2 0-2 16,2-2-10-16,-2-7 0 15,-4-5 3-15,3-2 8 0,-6-1-2 16,-2-3 0-16,-2-1 2 16,-7-1 1-16,-4-1 0 15,0-1 2-15,0 1 3 16,-10 1 4-16,-8 0 1 16,3 4-5-16,-6 3 3 15,3 2-2-15,-4 6-1 16,-1 7 2-16,0 0-4 15,0 0-2-15,2 10 2 16,2 5-2-16,2 2-1 16,10 3 0-16,4 0-17 15,3-3-95-15,0-6-173 16,15-5-559-16</inkml:trace>
  <inkml:trace contextRef="#ctx0" brushRef="#br0" timeOffset="-95076.384">4362 16287 469 0,'0'0'243'0,"0"0"-188"0,0 0 64 16,0 0-46-16,0 0-40 15,-82 60-19-15,82-37-8 16,0 0 0-16,3-4 5 15,12 0 4-15,1-4 4 16,2-4-8-16,5-3 1 0,-1-4 0 16,3-4-9-16,-1 0-3 15,4-3 2-15,-5-11-4 16,-1-6 0-16,1 0 1 16,-4-5 0-16,-4-2 1 15,-3-1 1-15,-2-2 0 16,-8 3 7-16,-2 3 18 15,0 6 25-15,-10 3-16 16,-7 4-16-16,-4 4-14 16,-4 2-2-16,-2 5 2 15,1 0-4-15,-2 0-1 16,0 10 0-16,1 3 0 0,5 2-1 16,5 2 1-16,7 0-5 15,5 0-40-15,5-1-73 16,0-5-128-16</inkml:trace>
  <inkml:trace contextRef="#ctx0" brushRef="#br0" timeOffset="-94739.594">4901 16122 158 0,'0'0'235'0,"0"0"-180"0,0 0 94 0,0 0-18 0,0 0-60 16,0 0-5-16,-38 52-1 16,38-34-2-16,0 2-12 15,0 1-22-15,0 0-6 16,2-1-4-16,4 0 14 15,7-3-11-15,-1-5-5 16,6-2-6-16,0-3 3 16,4-5-9-16,2-2-2 15,6 0-3-15,0 0-29 16,-3-6-70-16,1-5-84 16,-4-5-161-16</inkml:trace>
  <inkml:trace contextRef="#ctx0" brushRef="#br0" timeOffset="-94005.363">5217 16084 674 0,'0'0'90'0,"0"0"55"16,0 0-35-16,0 0-56 16,0 0-9-16,0 0 16 15,-12 53-24-15,12-33-5 16,6 1-2-16,6-2-9 15,-6-3-6-15,-2-2-1 16,-2-1-9-16,-1-7-3 0,-1-2-1 16,3-3 0-16,-1-1-1 15,-1 0-1-15,-1-7-7 16,0-11-18-16,0-2 16 16,2-4 4-16,1 0 5 15,0 4 1-15,4 0 0 16,1 4 1-16,-1 2-1 15,2 5 2-15,6 4-2 16,-1 3 0-16,5 2 0 16,-3 0 0-16,4 3 1 15,-1 8 2-15,-2 5 0 16,-3 0 4-16,-2 0-2 0,0 0 0 16,-4-4-3-16,-5 0 2 15,0-2-3-15,-3-2 0 16,0-5 0-16,0-1-1 15,0-2 0-15,0 0-1 16,0 0 2-16,0-9-1 16,-6-5 0-16,1-2 0 15,5 1 0-15,0-3-6 16,0-1-2-16,0 1 0 16,0 2 1-16,3-1 4 15,5 1 1-15,1 4 1 16,2 0 1-16,3 1 0 15,-1 0 2-15,4 2-2 0,-1 5 0 16,-1 3 2-16,0 1 2 16,3 0 2-16,0 0 2 15,-3 9 3-15,-2 3 3 16,4 4 5-16,-4 4-1 16,-4 0 1-16,2 3 6 15,-4 0-2-15,0-2-6 16,-1 0-2-16,2-4-9 15,-2-4-4-15,1-3 0 16,-2 1-3-16,-2-5 1 16,0-3 0-16,-2-2-32 15,-1-1-58-15,0 0-55 16,0-1-132-16</inkml:trace>
  <inkml:trace contextRef="#ctx0" brushRef="#br0" timeOffset="-93450.263">5757 15576 459 0,'0'0'71'0,"0"0"77"0,0 0 2 15,0 0-37-15,78-81-43 16,-59 77-19-16,-3 4-17 0,-2 0 0 16,-2 9 1-1,0 10 1-15,-8 4-5 0,-2 1-13 16,-2 3-10-16,0-4-2 16,-11 0-4-16,1-6 13 15,1-4-11-15,1-6 2 16,5-4-5-16,2-3 4 15,1 0-1-15,0 0 2 16,0-7-4-16,10-2 0 16,4 2-2-16,4 0-1 15,1 1 0-15,1 2 1 16,-1 3 0-16,-4-1 0 0,3 2 0 16,-6 0 1-16,-1 0 1 15,-3 4 8-15,-2 5 8 16,2 2 5-16,-3 5 1 15,-5-1-4-15,0 2-4 16,0 0-2-16,-5 0 15 16,-12-2-8-16,-4-2 1 15,-7-3-2-15,-8 0-7 16,-3-3-8-16,-7 1-4 16,-2 0-1-16,1-3 0 15,6-1-23-15,5-2-43 16,3-2-122-16,-4 0-521 15</inkml:trace>
  <inkml:trace contextRef="#ctx0" brushRef="#br0" timeOffset="-85759.821">1732 17736 669 0,'0'0'78'0,"0"0"-8"0,0 0 66 0,-24-72-33 0,30 62-70 0,12 6-5 15,6 4-16-15,4 1-5 16,8 18 7-16,-3 4 5 16,-2 1-6-16,-7 8 0 0,-9 0-2 15,-5 2-5 1,-10 1 2-16,0 2-2 0,-13-2 0 16,-8-2-3-16,-6-3 5 15,-9-7-8-15,3-7 0 16,-1-9-4-16,3-4 3 15,11-3 1-15,1 0 1 16,5-6 0-16,3-7-1 16,5 2 2-16,4-3-2 15,2 0-1-15,0-1 0 16,9 9 0-16,6-1 1 16,7 4-1-16,-2 3 1 15,5 0 0-15,-1 0 0 0,6 7 0 16,-5 6 4-1,5 1-4-15,-6 1 1 0,-8-1-1 16,-2-4 0-16,-1 0 0 16,-1-4-7-16,3-5-103 15,-3-1-103-15,0-3-250 16</inkml:trace>
  <inkml:trace contextRef="#ctx0" brushRef="#br0" timeOffset="-85332.236">2127 17574 788 0,'0'0'6'0,"0"0"9"0,0 0 66 16,-1 84-1-16,14-54-33 15,5-1-26-15,-3 4 0 16,-3-3-3-16,0-5-3 15,-5 0-5-15,-1-2-3 16,-6-4-4-16,0-4 3 16,0-4-5-16,0-4 3 15,-6-6-4-15,-7-1-8 16,2 0-5-16,-2-7-6 16,4-5 18-16,0-3 0 15,4-1 1-15,4 2 1 16,1 2 2-16,0 4 18 0,0 1-3 15,9 4-14-15,9 0 0 16,3 3-1-16,1 0-1 16,2 0-2-16,-3 0 1 15,3 0 3-15,-2 2-1 16,-1 2-1-16,-3-3 0 16,1 2-1-16,-2-2-1 15,-7-1-57-15,2 0-175 16,-1 0-497-16</inkml:trace>
  <inkml:trace contextRef="#ctx0" brushRef="#br0" timeOffset="-85077.57">2712 17568 199 0,'0'0'386'0,"0"0"-349"0,0 0 139 0,0 0-40 0,0 0-56 16,85-19-23-16,-58 10-19 16,1 0-17-16,-4 1-17 15,-3 4-4-15,1 4-22 0,-11 0-124 16,-10 0-281-1</inkml:trace>
  <inkml:trace contextRef="#ctx0" brushRef="#br0" timeOffset="-84867.828">2836 17759 443 0,'0'0'339'16,"0"0"-308"-16,0 0 140 15,0 0-68-15,0 0-34 16,83 0-34-16,-53-9-3 16,3 0-4-16,-2 1-15 15,-7 1-9-15,-3 4-4 0,-6-3-3 16,-6 4-112-16,-3-7-250 16</inkml:trace>
  <inkml:trace contextRef="#ctx0" brushRef="#br0" timeOffset="-82383.988">3612 17419 264 0,'0'0'281'0,"0"0"-213"0,0 0 78 0,0 0-60 16,0 0-24-16,0 0-34 15,22-64 3-15,-10 63-13 16,3 1-8-16,-8 0-5 16,1 2-1-16,-5 11-3 15,1 3 0-15,-4 2 0 0,0 2 3 16,0-3-2-1,-7-3 2-15,-5-6-2 0,-6-2 3 16,-2-6-1-16,0 0 1 16,-4-6-1-16,6-13-1 15,3 3 3-15,6-5 3 16,9 0 3-16,0-1 11 16,0 0 0-16,22 4-8 15,1 3 6-15,7 9-5 16,-2 5 6-16,0 1-11 15,-2 3 0-15,-4 13-2 16,-4 5 2-16,-2 3-6 16,-7 4-3-16,-4 2 3 15,-5 2-3-15,0 3-1 0,-6-1 1 16,-9 0 1 0,-6-4-2-16,0-3-1 0,-4-7-13 15,5-5 1-15,-5-5 0 16,4-6 5-1,3-3 7-15,3-1 2 0,6 0-1 16,3 0 1-16,5-4 1 16,1-6 8-16,0 0-4 15,10-1-6-15,11 1 4 16,0 2 1-16,3 5-3 16,0 0 5-16,-2 3-1 15,2 0 1-15,-3 0 4 16,4 2-3-16,-7 5-2 15,-1 0-3-15,-4 0-3 16,-4 0 0-16,3 1 3 0,-4-4-4 16,3-1-26-16,0-3-53 15,2 0-98-15,2-3-160 16</inkml:trace>
  <inkml:trace contextRef="#ctx0" brushRef="#br0" timeOffset="-81964.187">4004 17314 852 0,'0'0'37'0,"0"0"99"0,0 0-69 16,0 0-27-16,0 0-12 0,-42 79-3 16,48-56-2-16,6 3-7 15,1-3-6-15,-5 2-8 16,6-5 1-16,-3-1-2 15,-3-4 1-15,-1-5-2 16,1-3 2-16,2-3-2 16,-1-4-2-16,2 0 0 15,5-1-1-15,2-15 0 16,-2-3-1-16,2-5 1 16,-3-3-2-16,0-3 3 15,-6 5 2-15,-6-4 2 16,-3 1-2-16,0 3 1 15,-3 2 0-15,-8 2-1 0,-3 3 1 16,-3 6 1-16,1 3-2 16,-3 3 0-16,-1 6 0 15,2 0-1-15,-4 3 1 16,5 9 0-16,0 2-1 16,6 2 0-16,8-2-39 15,3-2-120-15,0-2-212 16</inkml:trace>
  <inkml:trace contextRef="#ctx0" brushRef="#br0" timeOffset="-81537.67">4374 17259 780 0,'0'0'36'0,"0"0"107"0,0 0-76 0,0 0-35 16,-36 90-7-16,36-69-12 16,11-4-7-16,6 0 8 15,-3-2-2-15,5-1-7 16,-2-5 2-16,1-4-3 16,-1-1 0-16,0-4-1 15,4 0 0-15,-6 0 1 16,6-8-1-16,-5-2-1 15,-1-9 0-15,-3-1 0 0,-5-1 1 16,-2-4 0-16,-5-3 7 16,0 5 48-1,0-5-19-15,-10 2-20 0,-1 1-11 16,-4 2-3-16,-4 5-3 16,-4 6 1-16,1 3-3 15,1 8 0-15,-3 1 0 16,2 3 0-16,4 12-1 15,3 3-6-15,9-1-37 16,3-1-53-16,3-2-83 16,6-4-243-16</inkml:trace>
  <inkml:trace contextRef="#ctx0" brushRef="#br0" timeOffset="-81109.471">4722 17115 735 0,'0'0'83'16,"0"0"37"-16,0 0-87 15,0 0-1-15,0 0-12 16,-2 82-8-16,2-59-3 16,2 5 1-16,2-9-4 15,3 2-2-15,1-4-2 16,1-4 0-16,3-4 0 0,1-6 0 15,5-3 5-15,2 0-1 16,2-2-3 0,3-12 1-16,-5-3-4 0,1-1 1 15,-7-2 0 1,0-1 2-16,-5-5 0 0,-3 0 28 16,-6-4 33-16,0 0-4 15,0 1-10-15,-12 2-3 16,0 4-27-16,-3 2-15 15,-3 3 2-15,-3 7-4 16,-1 1-3-16,1 4 0 16,-3 6 0-16,2 0-2 15,0 3 1-15,5 12-14 0,1 5-25 16,10 1-39-16,6-1-79 16,0-1-190-16</inkml:trace>
  <inkml:trace contextRef="#ctx0" brushRef="#br0" timeOffset="-80772.034">5241 16946 521 0,'0'0'204'0,"0"0"-85"0,0 0 17 0,0 0-81 0,0 0-30 0,0 0-12 15,-64 37 2 1,64-22 4-16,0 4-1 0,0-1-3 16,0-1-2-16,0 5 2 15,0-1-3-15,6 2-2 16,2-1-4-16,-2-2 1 16,5-3-4-16,2-3-1 15,-1-6 1-15,5-2-2 16,2-3 2-16,2-3-1 15,0 0 4-15,1 0-6 16,-1 0-30-16,1-16-48 16,-5-2-63-16,4-8-119 15,-6-5-215-15</inkml:trace>
  <inkml:trace contextRef="#ctx0" brushRef="#br0" timeOffset="-80102.248">5478 16935 699 0,'0'0'114'0,"0"0"29"16,0 0-16-16,0 0-61 16,0 0-12-16,0 0 1 15,-24 62-15-15,24-42-5 16,9 0-12-16,0-1-8 16,-6-3-8-16,0-1-4 15,-3-7 0-15,0-1 0 0,0-5 0 16,0-2-2-1,0 0 0-15,0-5-1 0,0-11-16 16,-3-4 5 0,1-3-3-16,2 2 1 0,0 0 12 15,0 4 1-15,0 4 0 16,11 3 1-16,4 2 5 16,0 8-1-16,4 0-2 15,2 0-3-15,3 8 2 16,0 8 2-16,-5 0-3 15,2 2-1-15,-3-3 0 16,-6-1 0-16,-3-1 0 16,-2-4 0-16,-4-4 0 15,-1-2-7-15,1-3-17 0,-3 0-2 16,0 0 15-16,0-7-15 16,-3-6 6-16,0-2 17 15,-2-4 3-15,4 3 0 16,1-4 8-16,0 4 1 15,0 1-2-15,0 4 3 16,7-1-2-16,5 2-1 16,3 2 0-16,-1 2-5 15,5 2 7-15,-2 3-3 16,0 1-1-16,-3 0 9 16,7 0-1-16,-4 5 1 15,-3 8 5-15,-2-1-3 16,1 4 6-16,-5 2-3 0,1-3-3 15,-2 3-6 1,-4-3-3-16,3 2-1 0,-6 0-4 16,3-3-1-16,-3-1-1 15,0-1-2-15,0-5-32 16,0-2-44-16,0-3-44 16,-3-2-140-16,2 0-534 15</inkml:trace>
  <inkml:trace contextRef="#ctx0" brushRef="#br0" timeOffset="-79508.397">6036 16442 527 0,'0'0'80'0,"0"0"136"0,0 0-79 0,0 0-39 16,25-73-45-16,-1 64 5 15,6 5-11-15,-4 3-8 16,2 1-6-16,-1 1-7 16,-8 15-9-16,-1 6-1 15,-5 1-1-15,-5 6 2 0,-8-2-8 16,0-1 2-1,0-5-8-15,-14-3 0 0,1-4-1 16,-2-4 2-16,5-2-1 16,4-6-1-1,1-2-2-15,4 0-2 0,1 0-5 16,0 0 0-16,0-5-17 16,1-5 8-16,13 5 3 15,2 0 7-15,3 0 3 16,-1 1 2-16,0 0 1 15,0 2 0-15,0 2 2 16,3 0 1-16,-9 0 10 16,0 0 3-16,4 8 0 15,-7-1 0-15,3 2-4 0,-6 2 4 16,-3-5 2-16,0 5 0 16,-3-2-1-16,0-1 1 15,0 1 7-15,-11-1 2 16,-11 2-2-16,-6 0-7 15,-5 0-10-15,0-2-5 16,-4 1-1-16,0-2-1 16,-2 0-1-16,3-3-24 15,3 0-64-15,2-4-194 16</inkml:trace>
  <inkml:trace contextRef="#ctx0" brushRef="#br0" timeOffset="-72286.51">8393 2835 841 0,'0'0'22'0,"0"0"14"0,0 0 46 0,0 0-8 16,0 0-16-16,0 0-18 16,0 0-32-16,8-25-4 15,7 61 42-15,-1 5-15 16,-3 0-7-16,-2 0 6 16,-2-3-17-16,-4-4-7 15,-1 1-1-15,-2-5-3 16,0-4 3-16,0-3-5 15,0-9-37-15,0-3-58 16,0-9-86-16,0-2-122 16,0-13-228-16</inkml:trace>
  <inkml:trace contextRef="#ctx0" brushRef="#br0" timeOffset="-71587.657">8587 2809 301 0,'0'0'361'0,"0"0"-351"16,11 75 79-16,-4-47 2 15,3-2-7-15,-2-3-18 16,4-4-8-16,-5-1-23 16,4-5-17-16,-5-1-7 15,-3-5-7-15,0-2 0 16,-3-3-1-16,3-2 0 15,-3 0-1-15,0 0 1 0,0-2 2 16,0-13-5-16,0-5-6 16,0-5 2-16,0 1-1 15,0 1 5-15,0 7 1 16,4 5 3-16,1 8 0 16,2 3-2-16,5 0-2 15,6 3 0-15,4 12 3 16,-2 2 3-16,2 1 7 15,-3 2 3-15,-3-1-7 16,-3-2-2-16,-4 0 1 16,-2-4-7-16,-2-2 3 15,-2-4-2-15,0-1-1 0,-3-4 1 16,0-2-2-16,0 0 1 16,0-1-1-16,-6-13 6 15,1-4-6-15,-2-5 2 16,1-4-2-16,3-2-1 15,3-1-1-15,0-2-8 16,0 5 5-16,6 3 2 16,4 5 3-16,1 6 2 15,-1 3-1-15,-2 5 0 16,-1 5-1-16,6 0 0 16,-2 0 0-16,7 0 0 15,-2 9 0-15,5 7 1 16,0-4 2-16,-1 8 4 0,0-4 6 15,-3 4 5 1,-2-2-5-16,-5 1 7 0,-4-1-1 16,-4-1 4-16,-2 0-3 15,0-3-8-15,0-1-4 16,0-5-4-16,0 1-4 16,0-6-30-16,0-3-39 15,0 0-81-15,0-3-119 16</inkml:trace>
  <inkml:trace contextRef="#ctx0" brushRef="#br0" timeOffset="-71302.122">9369 2746 555 0,'0'0'86'0,"0"0"-16"0,0 0 49 0,0 0-16 16,0 0-11-16,0 0-11 15,39 24-22-15,-14-24-21 16,7 0-17-16,-1 0-10 16,-3-3-7-16,2-2-1 15,-3-1-3-15,-6 3-6 16,-8 3-39-16,-7 0-51 15,-6 0-79-15,0 0-161 0,-15 13-151 16</inkml:trace>
  <inkml:trace contextRef="#ctx0" brushRef="#br0" timeOffset="-71078.589">9402 2948 457 0,'0'0'227'0,"0"0"-108"15,0 0 46-15,0 0-63 16,0 0-24-16,0 0-47 0,27 0-9 16,-5 0-7-1,5 0-8-15,-2-4-4 0,6-2 0 16,-3 0-2-16,0-1-1 16,-3 0-21-16,2-1-55 15,-3 0-61-15,1-3-130 16,-2-3-241-16</inkml:trace>
  <inkml:trace contextRef="#ctx0" brushRef="#br0" timeOffset="-70757.591">10081 2519 783 0,'0'0'91'0,"0"0"60"15,0 0-43 1,0 0-58-16,0 0-33 0,0 0-13 16,-21 9 24-16,21 12 23 15,6-1 4-15,0 3-5 16,3 2-12-16,-1 1 0 16,0-1-13-16,-5 0-8 15,5-1 0-15,-7 1-5 16,4-5-3-16,-4 0-7 15,3-6-1-15,-2-2 2 16,1-4-3-16,-2-5-10 16,1-3-34-16,4 0-38 15,3-3-48-15,6-14-68 0,1-8-267 16</inkml:trace>
  <inkml:trace contextRef="#ctx0" brushRef="#br0" timeOffset="-70342.003">10312 2558 788 0,'0'0'43'16,"0"0"12"-16,0 0 36 15,0 0-32-15,0 0-27 16,-36 95 2-16,36-73 1 16,9-2-7-16,5-3-7 15,2-6-12-15,-1-1-3 0,4-7 0 16,-1 0-3-1,-1-3-1-15,-1 0-2 0,-1 0 0 16,-2-13 0-16,2-1 4 16,-4-3-1-16,2-3 0 15,-5-1 4-15,-1-3 10 16,-1 1 2-16,-6 4 9 16,0-2 6-16,0 3 7 15,0 6-1-15,0 1 1 16,0 2-27-16,-9 4-5 15,-3-1-7-15,-1 5-2 16,-7 1-2-16,-1 0 1 16,-8 2-1-16,0 10 1 15,-1 0 0-15,4 2 1 0,3 0-29 16,5-1-26-16,8-2-33 16,7-5-62-16,3 0-106 15,0-6-269-15</inkml:trace>
  <inkml:trace contextRef="#ctx0" brushRef="#br0" timeOffset="-69924.058">10646 2473 599 0,'0'0'249'0,"0"0"-147"0,0 0-34 0,0 0-59 16,0 0-3-16,0 0 5 0,-19 86-4 15,19-60-3 1,0-4-1-16,3-2-1 0,8-3 2 16,0-7-1-16,4-1 2 15,6-9 0-15,-2 0 3 16,2 0 0-16,0-6-4 16,1-7 0-16,-5-4-4 15,1-3 5-15,-5 0-3 16,-1-3 4-16,-6 0 17 15,-3-4 21-15,0 2 6 16,-3-1 8-16,0 1-1 16,0 7 3-16,-11 1-24 0,1 4-20 15,0 1-8 1,-2 7-3-16,-3 1-5 0,0 2 0 16,-3 2 0-16,-4 0-2 15,-1 6-2-15,-1 8-23 16,2 2-33-16,4 4-31 15,6-5-53-15,9 0-99 16,3-8-350-16</inkml:trace>
  <inkml:trace contextRef="#ctx0" brushRef="#br0" timeOffset="-69587.492">11176 2308 778 0,'0'0'97'0,"0"0"63"0,0 0-112 0,0 0-17 15,0 0-21-15,0 0-8 16,-72 7 1-16,62 8-1 16,2 3 2-16,2 3-4 15,2 3 1-15,-2 2 4 16,3-1-2-16,3 0-3 15,0-2 6-15,0-5-3 16,0-3 2-16,0-6-1 0,0 0-1 16,13-4 2-1,-1-5 3-15,6 0 9 0,2 0-8 16,8 0-9-16,5-14-17 16,1-1-46-16,3-11-69 15,-3-4-147-15,-4-3-236 16</inkml:trace>
  <inkml:trace contextRef="#ctx0" brushRef="#br0" timeOffset="-68912.059">11428 2222 639 0,'0'0'130'0,"0"0"47"16,0 0-109-16,0 0-51 15,0 0 5-15,0 0 19 16,-11 45 13-16,11-26-6 0,0-2-12 15,0 0-11 1,3-4 8-16,-1 2-20 0,1-6-4 16,0 0-7-16,-3-3 2 15,0-5-1-15,0-1-1 16,0 0-2-16,0 0-3 16,0-4-1-16,0-12 3 15,0 0-6-15,0-1 0 16,4 3 7-16,1 1 0 15,4 3 1-15,-3 4 5 16,1 2 2-16,2 4-8 16,6 0-3-16,2 0-2 0,3 4 1 15,3 7 4-15,-4 4 1 16,1-1 1-16,-3 0 1 16,-5-2-3-16,-4-2 1 15,-5-3-1-15,3 2 0 16,-3-5 0-16,-3-1 2 15,0-3-2-15,0 0-11 16,0 0 4-16,0 0 7 16,0-12 2-16,0-4-1 15,0-1 0-15,0-4 1 16,1 1 0-16,8-3 3 16,2 5 3-16,-1-1-4 15,5-1-4-15,0 8 0 16,-3-1 0-16,0 5 0 15,4 2 0-15,-5 2-1 0,-1 4 1 16,-4 0 1-16,5 3-1 16,-2 11 1-16,1 3 9 15,-1 3 6-15,-3 3 13 16,4 0 12-16,-5 1-4 16,-4 0-1-16,2-1-4 15,-1-5-8-15,-2-1-14 16,1-7-7-16,-1-3-3 15,0-4-8-15,0-3-51 16,-1 0-78-16,-8-9-134 16,-3-15-728-16</inkml:trace>
  <inkml:trace contextRef="#ctx0" brushRef="#br0" timeOffset="-67156.588">12232 1469 603 0,'0'0'124'0,"0"0"71"0,0 0-98 16,0 0-43-16,-85-6-21 15,62 6-9-15,-5 0-5 16,-5 7-5-16,-5 1-11 0,-4 2 1 15,-12 2-3-15,-8 2 3 16,-7 2-4-16,-6 1-15 16,-1 3-8-16,-9 2-12 15,-6 2 1-15,-16 1 1 16,-13 0-28-16,-8 2 21 16,7-2 40-16,-3-1 0 15,-4-1 1-15,1-2 1 16,-1 1-2-16,-3-1 0 15,2 1-1-15,-2 0 1 16,-2 0 1-16,4-1-1 16,5-1 1-16,7-2 4 0,10 1 0 15,-1-4 0 1,7 1-3-16,1-2-2 0,9-2 0 16,5 1-1-16,3-3 1 15,4 2 0-15,3-1 0 16,6-2-3-16,3 5 3 15,3-1 3-15,4 1-3 16,4-1 0-16,-1 2 0 16,1-2 0-16,0 3 1 15,2-2 1-15,2-3-1 16,7 1 0-16,5-4-1 16,4 2 28-16,8 0-20 15,7 1 10-15,3 4-5 16,6 4-8-16,6 8-1 0,0 9-1 15,6 11 3-15,0 6 2 16,0 8-2 0,12 3 8-16,3 2-5 0,3-1-2 15,0-3 0-15,4-1-1 16,-1-2 5-16,1-2 9 16,1-5 15-16,2-4-15 15,-1-2-2-15,4-3-1 16,-4 4-7-16,-3-4-3 15,3 1-1-15,-2-1-1 16,-5-2-3-16,2-2 0 16,-4-7-1-16,-3 2 0 15,0-5 1-15,0-2-1 0,-5-7-1 16,1-5 0-16,-2-3 2 16,1-4 0-16,-2-4 5 15,1-1 10-15,1-3-5 16,2 0-2-16,6 0-3 15,6 0-3-15,6 0-2 16,10-7-1-16,6-4 1 16,6 1-1-16,7 0-2 15,2-3 1-15,6 2-2 16,3-5 4-16,6 3 0 16,4-3-1-16,3 1 1 15,3-2-2-15,0 1 1 16,2 2 0-16,3 1 1 0,-3 1-2 15,-2-1-3 1,-4 0 3-16,-1 0 0 0,-5 2 0 16,2-3 0-16,-2 1-2 15,-6 1 2-15,2 1 1 16,-4-1 0-16,-2 1 1 16,5 1-3-16,-5 0 1 15,1 0 0-15,-3-1-1 16,5 1 0-16,6-1-3 15,-5 0 0-15,6-1-7 16,-6 2 2-16,-3-1-3 16,3 0 8-16,2-1 0 15,2 0 2-15,1-1-2 16,0 0-1-16,1 0 0 0,-6 1-2 16,2 0-2-16,-5-1 2 15,-3 4-6-15,-6-2 0 16,0 1 7-16,-4 0 6 15,0 0 0 1,1-1 0-16,-1 3 1 0,-5 0-2 16,6-2 3-16,-13 1-4 15,3-3 1-15,-8 1 1 16,-1-2 1-16,-6 5-1 16,3-3 1-16,-2-4-1 15,-1 4 1-15,-2-1 0 0,-1 2-1 16,-1-3 1-16,-1 0 0 15,0 3 0-15,2-3-1 16,-3-1 2-16,1 2-2 16,-1-2 3-16,-4-2 2 15,-3-1-3-15,-1 0 5 16,-4-1-3-16,-1 0-1 16,-3-4 3-16,-2-1 1 15,-3-1 0-15,0-5-2 16,0 0-1-16,0-1-3 15,0-5 6-15,-3 5-5 16,-2-4 1-16,-2 2 4 16,3-2 4-16,-2 4 2 15,-2 2 1-15,6 0 2 0,-2-1-5 16,2 1-4-16,2 1 2 16,0 2 0-16,0 0 1 15,0 0 5-15,0 2-1 16,0 0-1-16,0 1 2 15,-4 0-8-15,0 0 0 16,-4-1 1-16,4 1-2 16,-5 1-1-16,-3-1-3 15,0 2 9-15,-1 1-2 16,-1 3-1-16,2 1-3 16,-3 3 0-16,3 3-3 15,-1 0-1-15,1 2-1 16,0 2-1-16,-3 0 1 15,0 1-4-15,-6 0-15 16,-4 2-21-16,-13-1-59 0,-9-4-115 16,-14-8-542-16</inkml:trace>
  <inkml:trace contextRef="#ctx0" brushRef="#br0" timeOffset="-64034.235">8369 4032 733 0,'0'0'45'0,"0"0"56"0,0 0-82 0,0 0-12 0,0 0 14 16,29 114 42-16,-19-69 5 15,-1 1 4-15,4-3-17 16,-5-2 0-16,-2-5-23 16,-3-2-13-16,-3-3-10 15,0-4-3-15,0-5 0 16,0-6-6-16,0-3-8 15,0-7-49-15,-3-6-43 16,0 0-33-16,0-8-102 0,3-14-316 16</inkml:trace>
  <inkml:trace contextRef="#ctx0" brushRef="#br0" timeOffset="-63368.713">8583 4205 801 0,'0'0'41'0,"0"0"-30"16,0 0 72-16,0 79 0 16,0-58-16-16,6 0-5 15,0-1-12-15,1-2-18 16,0-1-10-16,-1-4-13 16,-1 0 2-16,-2-3-7 15,2-5 1-15,-5-3-3 0,0-2-2 16,0 0-2-16,0-2-3 15,-8-15-22-15,-1-7 8 16,3-2 13-16,5-1-1 16,1 1 7-16,0 5 0 15,3 6 5-15,10 8 5 16,-1 4-1-16,7 3-1 16,2 0-4-16,3 4 1 15,0 10 3-15,0 3 1 16,0 3 11-16,-8-2-6 15,2 2 0-15,-3-3-4 16,-5-2-4-16,-4-2-4 16,-4-5 2-16,1-3 0 0,-3-4-4 15,0-1-1-15,0 0-6 16,-9-6 5-16,-1-12-7 16,-1-3-2-16,5-3 5 15,4-1 2-15,2 2 3 16,0 0 1-16,0 4 0 15,5 4 0-15,9 1 0 16,2 5 3-16,-4 3-2 16,10 3 0-16,-3 3-1 15,0 0 0-15,0 0 4 16,-4 10-2-16,6 5 5 16,-5 4 0-16,-1 1 2 15,-3 0 1-15,-3 2 4 0,-2 1 7 16,-2-2 3-16,-5-2-9 15,0 1-7-15,0-3 2 16,-5-3-5-16,1-4-2 16,-1-3-3-16,0-4-27 15,2-3-28-15,0 0-24 16,1 0-64-16,-1-20-290 16</inkml:trace>
  <inkml:trace contextRef="#ctx0" brushRef="#br0" timeOffset="-62762.147">9129 3779 666 0,'0'0'54'0,"0"0"82"0,0 0-73 0,0 0-45 16,0 0 2-16,0 0 0 15,68 19-7-15,-56-3 3 16,-4 5 5-16,-5-3-4 16,-3 1-1-16,0-2 6 0,0-1 7 15,-12-3-12-15,0-2-11 16,2-8-3-16,2-1 0 15,2-2-2-15,6 0 4 16,0 0-3-16,0 0 0 16,0-2-2-16,11-3-10 15,3 2 6-15,4 0-1 16,3 3 2-16,-3 0 0 16,3 0 3-16,-2 6 2 15,-2 6 1-15,-2 1 0 16,-3 1 4-16,-1 1 5 15,-5 0 6-15,-4 0 9 16,-2-2 2-16,0 0 0 16,0-2-3-16,0-1-8 0,-8 0-1 15,-5-1 6-15,-5-1-5 16,0-1-5-16,-2 0 1 16,0-1 0-16,-2-2-3 15,4-1-2-15,1-3-2 16,3 1 0-16,3-1-2 15,3 0-2-15,4 0 2 16,1 0-2-16,-1 0-3 16,4-4-12-16,0-5-73 15,0-4-97-15,7-5-293 16</inkml:trace>
  <inkml:trace contextRef="#ctx0" brushRef="#br0" timeOffset="-62404.286">9881 4095 508 0,'0'0'53'0,"0"0"101"0,0 0-35 16,0 0-16-16,0 0-52 15,106-4 2-15,-76-2-18 16,1 2-15-16,-3-3-10 15,-4 4-7-15,1 0-1 16,-5 2-2-16,-5 1-70 16,-8 0-106-16,-7 0-205 15</inkml:trace>
  <inkml:trace contextRef="#ctx0" brushRef="#br0" timeOffset="-62086.479">9934 4286 428 0,'0'0'20'0,"0"0"117"16,0 0-1-16,0 0-57 15,0 0-1-15,0 0-1 16,84 0-12-16,-57 0-12 15,-3-1-10-15,1-2 8 16,-5 2-23-16,-4 0-12 16,-4 0-5-16,0-1-5 0,-6 2-2 15,-2 0-2 1,-1-2-2-16,0 2 3 0,0 0-2 16,0 0-1-16,0-1-12 15,-3-2-86-15,0-5-150 16</inkml:trace>
  <inkml:trace contextRef="#ctx0" brushRef="#br0" timeOffset="-61736.658">10631 3945 799 0,'0'0'44'0,"0"0"69"16,0 0-79-16,0 0 24 16,-7 80 41-16,7-44-18 15,0 1 4-15,0-4-18 16,0 0-1-16,0-4-12 15,0-3 0-15,0-5-25 16,0-2-17-16,0-5-6 16,3-3-3-16,-3-3-3 0,1-5-6 15,1 0-39 1,1-3-40-16,5 0-48 0,3-5-56 16,11-15-254-16</inkml:trace>
  <inkml:trace contextRef="#ctx0" brushRef="#br0" timeOffset="-61322.698">10931 4013 753 0,'0'0'8'16,"0"0"132"-16,0 0-22 0,-40 74-65 15,40-49-7-15,0-3 1 16,3 0-21-16,9-9-7 15,4 0-10-15,1-6 1 16,3-5-1-16,3-2-1 16,1 0-3-16,1-6-3 15,0-6-2-15,2-5 0 16,-5-2 1-16,-3-1 1 16,-5 1 0-16,-2-2 0 15,-4 2 15-15,-1 2-3 16,-5 1 5-16,-2 3 22 15,0 0 5-15,-9 3-10 0,-2 2-3 16,-6 0-17 0,-3 3-3-16,-1 1-8 0,-3 4-2 15,-2 0-2-15,0 0-1 16,-2 4 1-16,4 6-1 16,5 0-1-16,5 0-8 15,6-2-41-15,3 0-47 16,3-5-81-16,2-3-199 15</inkml:trace>
  <inkml:trace contextRef="#ctx0" brushRef="#br0" timeOffset="-59814.394">11246 3641 624 0,'0'0'88'0,"0"0"117"16,0 0-106-16,0 0-29 0,0 0-42 16,0 0-9-16,27-61-6 15,-11 56-4-15,1 3-2 16,-1 2 0-16,-4 0-1 16,0 1-5-16,0 13-1 15,-3 3 0-15,-3 3 2 16,-6 3 0-16,0 0 5 15,-3 1 14-15,-12 0 7 16,-6-2-14-16,0-4-3 16,4-4-9-16,1-3 1 15,4-1 3-15,3-4-6 16,0-2 5-16,5-1-4 16,4-3 0-16,-2 0 0 0,2 0 0 15,0 0 1-15,0 0-1 16,0 0 0-16,0 0-1 15,0 1-1-15,0 1-3 16,0-2 4-16,8 1-1 16,2 1 2-16,1-2-1 15,-1 0 1-15,3 0-1 16,4 0 5-16,2 0-1 16,1 0-1-16,-2 0 2 15,-1 0 0-15,0 0 5 16,1 0 9-16,-3 0 0 15,0 0 1-15,-5-2-2 16,2 2 1-16,-6 0 2 16,0 0-8-16,0 0-2 0,-3 0-4 15,0 0-6-15,0 0 3 16,0 0-3-16,-3 0 1 16,0 0-1-16,0 0-1 15,0 0-19-15,0 0-48 16,0 0-64-16,-12-1-125 15,-12-3-532-15</inkml:trace>
  <inkml:trace contextRef="#ctx0" brushRef="#br0" timeOffset="-59095.282">10390 3643 274 0,'0'0'87'0,"0"0"48"0,0 0-4 0,0 0-35 16,0 0-19-16,0 0 11 16,3-11-15-16,-3 11-22 0,0 0-5 15,0 0-25 1,0 3-4-16,0 12-15 0,-11 6-1 15,-4 10 7-15,-6 9-1 16,-1 2 5-16,-3 11-4 16,5 0-4-16,-1 2 0 15,6 3-2-15,2-3 12 16,7-2 19-16,0-3 16 16,6 0-2-16,0-2-2 15,0-2-15-15,0 1-1 16,12-1 1-16,4-2-8 15,-1-2-10-15,3-8-3 16,-1-3-6-16,6-6 0 0,3-3-1 16,0-7 1-1,6-7 0-15,2-6-1 0,11-2-2 16,4 0-9-16,3-14-36 16,6-3-66-16,-5-7-98 15,2-7-233-15</inkml:trace>
  <inkml:trace contextRef="#ctx0" brushRef="#br0" timeOffset="-58345.167">11622 3412 198 0,'0'0'257'0,"0"0"-144"0,0 0 23 0,0 0-32 16,0 0-15-16,0 0-54 16,0-6-18-16,10 9 8 15,-1 11 16-15,2 4 2 16,2 8 6-16,-1 3-7 16,3 9-16-16,-5 5-13 0,4 1 1 15,2 2-8 1,-5-1 3-16,-1-1-3 0,-1-4 5 15,-3-1 12-15,-1-2 6 16,3-2-2-16,-6 0 11 16,2 1-6-16,-4-1-6 15,0-2-4-15,0 0-6 16,0 0-5-16,0-4 0 16,-10-3-4-16,-5 0-5 15,-1-3 2-15,-4-2 0 16,-5 1-3-16,-2-2 1 15,0-4-1-15,-3 1 1 16,4-4 0-16,1-2-1 16,3-4-1-16,3-2 0 0,4-5-1 15,5 0-8-15,2 0-7 16,5-5-8-16,3-9-47 16,0-4-39-16,0-8-72 15,11-3-241-15</inkml:trace>
  <inkml:trace contextRef="#ctx0" brushRef="#br0" timeOffset="-57534.111">11947 3200 616 0,'0'0'95'0,"0"0"11"0,0 0 1 15,0 0-50-15,0 0-23 16,0 0 2-16,66-34-10 16,-57 34-18-16,-1 0-4 15,0 10-2-15,-2 7-2 16,-6 3 2-16,0 2 2 15,-6 2 8-15,-7-1 22 16,-5-2-16-16,0-5-11 16,6-5-4-16,4-6 2 15,0 1-3-15,6-4 4 16,2-2-4-16,0 0 5 16,0 0 2-16,0 0-1 0,0 0-8 15,9-2-7 1,1-4 0-16,1 5 3 0,4-3 2 15,-3 2 2-15,-1 2-3 16,0 0-1-16,4 0 0 16,-5 0 1-16,-1 6-3 15,0 3 2-15,-4 0 4 16,5 1 0-16,-4 2 1 16,-1-2 4-16,-4 1 6 15,1-1 8-15,-2-1 1 16,0 0 6-16,0-4 5 15,0 6-8-15,0-4 4 16,-5 3 3-16,-4-2-8 0,-4-1 1 16,1 2-1-16,-3-4 1 15,-3 1-1-15,2-2 2 16,1-1-1-16,-6-2-1 16,3 0-2-16,2-1-6 15,0 0-8-15,3 0-3 16,1 0 2-16,-1 0-5 15,1 0-9-15,1-5-34 16,4-1-39-16,3-2-89 16,1-2-176-16</inkml:trace>
  <inkml:trace contextRef="#ctx0" brushRef="#br0" timeOffset="-56559.422">12204 3810 675 0,'0'0'135'0,"0"0"43"0,0 0-110 16,0 0-55-16,0 0 34 15,0 0 22-15,25 74-20 16,-17-52-8-16,-1 1-17 16,-4-4 2-16,1-3-13 0,-2-2-4 15,-2-4-6 1,0-3 0-16,0-3 1 0,0-3 0 15,0-1-4-15,0 0-3 16,-6-1-1-16,0-13-2 16,2-5-4-16,2-5 2 15,2 1-3-15,0 0 6 16,0 4 5-16,9 5 0 16,3 1 5-16,0 5 1 15,4 1-2-15,2 6 0 16,2 1-3-16,2 0 1 15,-4 4 1-15,4 7 0 16,-1 3-1-16,-4 0 6 16,-1 5-7-16,-6 2 0 0,1-4 0 15,-7-3 0-15,-4-1 1 16,0-3 1-16,0-2-1 16,-3-3-2-16,-4-3 0 15,-1-2-1-15,5 0 1 16,0 0 0-16,2-10 0 15,1-5 0-15,0-7-4 16,0 0 4-16,10-2 0 16,5 0-1-16,2 3 2 15,2 3-2-15,-1 2-1 16,-2 3 0-16,-2 3-1 16,1 3-1-16,-3 3 2 15,-2 3 2-15,-4 1-8 0,6 0 2 16,-2 5 5-1,-1 9 1-15,-1 2 3 0,-2 2 6 16,-3 3-1-16,0 2 3 16,3 2 6-16,-5-2-1 15,-1-2 2-15,0-2 5 16,0-2-10-16,0-3-5 16,0-6-5-16,0 0 2 15,0-6-5-15,0-2-10 16,0 0-35-16,0 0-38 15,0-1-98-15,-7-13-263 16</inkml:trace>
  <inkml:trace contextRef="#ctx0" brushRef="#br0" timeOffset="-55967.682">12724 3401 646 0,'0'0'87'0,"0"0"42"0,0 0-41 16,0 0-50-16,0 0-4 0,99-35-8 15,-78 35-7 1,-4 1-2-16,-1 12 0 0,-6 2-3 15,-1 2 15-15,-6-1 2 16,-3 7-21-16,0-5 3 16,-3 2 9-16,-10-4-3 15,-4-2-9-15,1-3-6 16,2-4-4-16,4-1 2 16,4-4-4-16,6-2 0 15,0 0-6-15,0 0 4 16,0 0-3-16,0 0-17 15,9 0 11-15,3 0 0 16,7 0 9-16,-2 0 1 16,2 0 3-16,-4 0-1 0,1 0 2 15,-2 0 0-15,-1 5 10 16,-4 1 4-16,2 1 2 16,-5 1-2-16,1 3 11 15,-3 2-5-15,-1 0 5 16,-1 1 1-16,-2 0 7 15,0-1 5-15,0-1-2 16,-5-2-4-16,-9 0-3 16,-6-3-14-16,-4 3-2 15,-7-4-9-15,-2 0-2 16,-7-2-3-16,0-1-13 16,1-2-45-16,0-1-64 15,0 0-146-15,3 0-816 16</inkml:trace>
  <inkml:trace contextRef="#ctx0" brushRef="#br0" timeOffset="-44761.92">8328 3585 101 0,'0'0'62'0,"0"0"20"0,0 0-1 15,0 0 24-15,0 0-5 16,0 0-25-16,0 0-21 16,-11-40-18-16,1 37-18 15,-8 3-10-15,-7 0-2 16,-10 15-4-16,-11 12 1 16,-8 1-1-16,-4 2-2 0,3-1 1 15,7-2 0 1,8-1-1-16,7-4 1 0,9-4 2 15,5-3-2-15,4-3-1 16,4-3 0-16,4 1 1 16,1-3 1-16,4 0 0 15,1 0 0-15,1 0 2 16,0 3 7-16,0 3 9 16,0 3-5-16,7 6-7 15,1 4 9-15,1 7-6 16,3 4 3-16,-2 2 3 15,2 6 0-15,0 5 13 16,2 1-6-16,-1 3-5 16,0-3-6-16,5 5 4 15,0-3 2-15,0 0-8 0,4-2-1 16,-2-1 6-16,2-6-10 16,-1 0 4-16,-1-2-4 15,-3-6-2-15,-3-5-3 16,-1-4 0-16,-2-2 0 15,-4-5 1-15,2 0-1 16,-5-3 1-16,1-3 0 16,-5 4-1-16,6-2 0 15,-3-2 1-15,-1 2 2 16,-1-4 5-16,-1 4-6 16,2-3-2-16,-2 0 1 15,0 0-2-15,3 1 1 0,1-1-2 16,-4-2 1-16,7 1 0 15,-2-2 0-15,2-1 3 16,5-2 0-16,5 3-1 16,-1-4 0-16,12-2 1 15,2-2 0-15,7-2-2 16,8 0-1-16,3 0 4 16,10 0-4-16,0 0 1 15,5-5 0-15,-2-2 0 16,6 1 0-16,-1 2-1 15,7-3 1-15,2-1-1 16,-1 0 3-16,1-2-2 16,-5 0 2-16,3-2-2 0,0 4 0 15,3-1 0 1,-4-1-1-16,-2 5-1 0,-6-2 1 16,0-1-1-16,-1-1 0 15,1-1 1-15,0 3 1 16,2-1-1-16,1 1 1 15,3-2-1-15,-3 6 0 16,-1-3 1-16,-3 2-1 16,-5 3 0-16,-6-1 1 15,-3 1-1-15,-4 0 3 16,4-1-3-16,2-1 0 16,4-2 1-16,5-1-1 15,-2-1 0-15,2-2 0 16,4-3 1-16,-3 1-3 15,5-1 2-15,-1-1 0 0,-2 1 0 16,4 1 0-16,-6 2 1 16,7 0-1-16,-1-1 2 15,0 3 0-15,6-3 0 16,-3 0 0-16,0 1-2 16,3-2 3-16,0 1-2 15,6-2 0-15,1-1 2 16,0-3-3-16,-1 0-3 15,2-2 3-15,2 3-2 16,-2 1 2-16,2-3 1 0,2 3 0 16,-3-2-1-1,1 2 0-15,-8 1 0 0,-1-1 1 16,-4 3 2-16,-6-1-3 16,-1 0 0-16,2 2 0 15,-2 0 1-15,-2 1-1 16,-7 0 0-16,-2 0-1 15,-6 1 0-15,-6 0 1 16,-2 2-2-16,-1-1 2 16,-1 1 0-16,1 0 0 15,-4-2 0-15,-3 3 2 16,0 1-2-16,-1 0 1 16,-3-2-1-16,-1-1 0 15,-2 0 1-15,-1 1-1 0,-4-3 1 16,0-1 0-16,-3 5 1 15,0-4-1-15,-3-1-1 16,-5 3 2-16,2-5 0 16,-3 1 1-16,-3-5-1 15,0-1 0-15,-3-3 0 16,0-7-2-16,0-2 1 16,0-10 1-16,-6 0-2 15,-3-6 0-15,-1-3 0 16,-2-2 1-16,-3-1-1 15,1 3-2-15,-6 3-2 16,-2 1 3-16,-3 2 0 16,-5-3 1-16,-1 0 7 15,1-5-7-15,-3 2 0 0,3-2 4 16,2 2-2-16,3 6 1 16,3 3 3-16,2 4 0 15,1 0-1-15,2 1 1 16,1 0-2-16,1-3 3 15,-1 2 0-15,2-1-5 16,-1-2 3-16,0 2-4 16,2-1 2-16,-1 1 1 15,1 2-4-15,1 1 4 16,1 1-1-16,0 1-3 16,0 4 3-16,2 0-2 0,-3 2 2 15,5 2-2 1,-2 2 4-16,0 3-2 0,3 2 0 15,0 4-2-15,-2 2 3 16,4 1-2-16,-2 3-2 16,3 2 3-16,2 0-3 15,-2 1-1-15,1 1 1 16,1 2 0-16,-1 0 1 16,1-4 0-16,-4 4-1 15,4-1 0-15,-2 1-1 16,0 0 0-16,-6-1 0 15,4 1 0-15,-7 0-2 16,-2 0 5-16,-2 0-2 0,-3 0 1 16,0 0-1-1,-4 0 0-15,1 1 0 0,-3 4 1 16,-2 0-1-16,3 2 0 16,-5 4 0-16,0-4 4 15,-6 6-3-15,1 0-1 16,-5 1 0-16,-4 1 1 15,-3 1-1-15,-1 1 2 16,0-1-1-16,0-4 0 16,0 0-1-16,2 5-26 15,-6-4-124-15,-4-4-145 16</inkml:trace>
  <inkml:trace contextRef="#ctx0" brushRef="#br0" timeOffset="-35831.722">5351 17425 573 0,'0'0'12'0,"0"0"-7"0,0 0 15 16,0 0 37-16,0 0-30 16,0 0-10-16,0 0 13 15,5-2 1-15,10 2-5 16,7 0 2-16,6 0 7 16,5-10-3-16,6-6-5 15,12-1-9-15,8-4-6 16,10-1-1-16,4-2 0 15,-4-1-6-15,-4 4-1 0,-2 2-2 16,-8 0 2 0,-10 7 1-16,-2 0-2 0,-12 4 1 15,-8 2-1-15,-8 1-1 16,-6 4 1-16,-6-1-2 16,-3 0-1-16,0 2-5 15,-2 0-107-15,-23 0-65 16,-14 7-205-16</inkml:trace>
  <inkml:trace contextRef="#ctx0" brushRef="#br0" timeOffset="-35388.552">5390 17459 269 0,'0'0'95'0,"0"0"-92"0,0 0 28 16,0 0 38-16,0 0 27 15,0 0-39-15,52 9-17 0,-16-9-7 16,9 0-1-1,7-6-3-15,6-5-2 16,6 0-8-16,-1-4 6 0,-3 3 4 16,-4-4 2-16,-8 4-4 15,1 0 0-15,-5-2-2 16,-7 3-3-16,-6 0-1 16,-1 1 0-16,-7 0 5 15,-6 1-4-15,-6 2 0 16,-8 4 4-16,0 2 0 15,1 1-5-15,-4 0-8 16,0 0-5-16,0 0-4 16,0 0-4-16,-7 0-46 15,-24 0-124-15,-22-4-414 16</inkml:trace>
  <inkml:trace contextRef="#ctx0" brushRef="#br0" timeOffset="-24656.645">9620 14271 728 0,'0'0'49'0,"0"0"57"0,0 0-7 0,0 0-73 16,0 0-17-16,0 0 60 15,13 91 0-15,-2-57-19 16,2 0 0-16,-1-1-16 16,0-1-7-16,-3 0-3 15,-5-1-6-15,-4-1-5 16,0 0-4-16,0-4 0 16,0 0-3-16,-3-4-2 15,-4-3 0-15,4-5-3 0,1-5 1 16,1-4-1-1,1-4-1-15,0-1-5 0,0 0-34 16,0-13-74-16,13-7-212 16,2-12-144-16</inkml:trace>
  <inkml:trace contextRef="#ctx0" brushRef="#br0" timeOffset="-23967.401">9910 14369 767 0,'0'0'24'0,"0"0"90"0,0 0-16 15,-17 89-44-15,17-68-18 16,10-2-13-16,2-1-9 16,2-2-6-16,-4-4-1 15,-3-3-4-15,-2-3 0 16,-1-1 0-16,-2-4-3 15,-2 0 1-15,0-1 4 16,0 0 8-16,0-14-13 16,0-5-2-16,0-7-4 15,0 2 0-15,0-2-3 16,0 3 8-16,7 3 2 16,8 6 9-16,1 7 9 0,-2 4 2 15,8 3 2 1,-2 0-1-16,-2 13-3 0,2 2-3 15,-9 4-6-15,4 1-2 16,-5-1-3-16,-5 0-1 16,2-2-2-16,-5-2-1 15,-2-2 1-15,0-3 0 16,0-3-1-16,0-3-1 16,0-4-1-16,0 0 1 15,-2 0 0-15,-8-13-21 16,5-3 15-16,1-6-2 15,0-1 8-15,4 1-1 16,0 0 0-16,0 0 2 16,11 4-3-16,3 1 5 0,4 1-3 15,-2 8 1 1,2-1 5-16,-1 6 4 0,-1 1-3 16,-4 2 7-16,4 0-1 15,-4 5-8-15,0 8 7 16,0 5 0-16,-1 4-1 15,-4 2 0-15,-4 1 1 16,-3-3-1-16,0 1-4 16,0-2-2-16,0-2-3 15,0-4 0-15,0-4-2 16,0-2 0-16,-2-2-8 16,1-3-55-16,-2-4-29 15,-1 0-59-15,1-8-145 0</inkml:trace>
  <inkml:trace contextRef="#ctx0" brushRef="#br0" timeOffset="-23412.894">10355 13914 583 0,'0'0'62'0,"0"0"102"0,0 0-26 16,0 0-67-16,0 0-15 15,0 0-5-15,61-66-9 16,-44 68-12-16,-5 14-7 0,-3 9-6 16,-5 0-4-16,-4 2-5 15,0-2 0-15,-4-1-5 16,-8-1 1-16,-6-2 1 15,4-4-2-15,4-6-1 16,0-2 1-16,7-6-2 16,3-3 0-16,0 0-2 15,0-3-1-15,10-10 2 16,6-1-1-16,2 0 1 16,0 1 0-16,-2 5 0 0,0 4 2 15,-2 2-1 1,-2 2-1-16,2 0 1 0,-5 6 6 15,0 8-1-15,-3 1 5 16,1 4 3-16,-4 2 2 16,-3-1-1-16,0-1 0 15,0 2 2-15,-2-2-4 16,-11-3-1-16,-2-1-1 16,-6-3-3-16,1 0-3 15,-2-4 0-15,2-2-3 16,-1-5-1-16,10-1-1 15,2 0-1-15,5 0-22 16,4-5-46-16,0-8-69 16,7-1-180-16</inkml:trace>
  <inkml:trace contextRef="#ctx0" brushRef="#br0" timeOffset="-23142.092">10895 14215 250 0,'0'0'368'0,"0"0"-272"0,0 0 96 0,0 0-74 15,0 0-62-15,0 0 0 16,76-2-12-1,-43-6-9-15,-1 0-20 0,-1 1-11 16,-3 1-4-16,-7 6-22 16,-2 0-86-16,-14 0-102 15,-5 6-247-15</inkml:trace>
  <inkml:trace contextRef="#ctx0" brushRef="#br0" timeOffset="-22940.608">10926 14383 782 0,'0'0'53'0,"0"0"96"15,0 0-65-15,0 0-55 16,0 0-1-16,0 0-6 16,50 1-17-16,-19-1-2 15,-1 0-3-15,0 0-33 16,3-2-94-16,-3-7-135 15,-2-2-267-15</inkml:trace>
  <inkml:trace contextRef="#ctx0" brushRef="#br0" timeOffset="-22660.521">11417 14023 761 0,'0'0'49'15,"0"0"132"-15,0 0-84 16,0 0-55-16,0 0-9 16,0 0 28-16,-30 57-4 15,30-29 8-15,0 6-12 16,0-1-10-16,0-1-9 16,0-3-10-16,0-2-10 15,0 0-6-15,0-6-6 16,0-2 0-16,0-4-2 15,0-5-8-15,0-6-34 16,0-1-64-16,13-3-130 16,4-7-144-16</inkml:trace>
  <inkml:trace contextRef="#ctx0" brushRef="#br0" timeOffset="-22286.775">11617 14103 788 0,'0'0'20'16,"0"0"117"-16,0 0-26 16,-37 84-68-16,37-62-16 15,0-2-11-15,6-1-9 16,6-6-4-16,3-1 4 16,1-6-5-16,-1-3 4 15,3-3 5-15,-1 0-7 0,0-3-1 16,-2-10-1-1,0-5 0-15,-1 2-1 0,-4-3 4 16,-1-3-2-16,-1 1 1 16,-7 1-1-16,-1 0 12 15,0 3 19-15,0 5 9 16,-6 4-2-16,-9 4-12 16,-6 4-19-16,-6 0-10 15,-4 7 0-15,3 8 0 16,2-3-1-16,6 2-5 15,12-4-31-15,5-2-33 16,3-8-60-16,8 0-164 16,14-10-121-16</inkml:trace>
  <inkml:trace contextRef="#ctx0" brushRef="#br0" timeOffset="-21854.312">11926 13593 817 0,'0'0'63'16,"0"0"96"-16,0 0-86 15,0 0-35-15,0 0-14 16,0 0-1-16,-49 100-5 16,49-58-2-16,0 5-8 0,0-3 8 15,0-4-2-15,0-1-4 16,1-5 1-16,5-5-5 15,-1-3 0-15,1-8-3 16,0-7-3-16,7-4 7 16,2-5-5-16,3-2 7 15,4-2 0-15,-2-13-7 16,1-3 2-16,-6-4-2 16,-2-3 4-16,-5-2-2 15,-4-1 13-15,-4 1 4 16,0 0 6-16,-3 8-2 15,-8 3-11-15,-6 3-7 16,-3 8-6-16,-4 3-1 16,-4 2 0-16,4 3-2 15,-1 13 2-15,4 4-3 0,3 1-4 16,6 4-32-16,5-1-57 16,7-3-54-16,0-4-183 15</inkml:trace>
  <inkml:trace contextRef="#ctx0" brushRef="#br0" timeOffset="-20907.702">12362 13971 94 0,'0'0'511'0,"0"0"-358"16,0 0 24-16,0 0-69 0,0 0-53 15,0 0-23-15,-12-20-1 16,9 20-16-16,3 10 26 16,0 4-2-16,0 8 1 15,0 0-6-15,0 2-1 16,0 3-6-16,3-1-9 15,-3-4-5-15,0-3-5 16,0-3-4-16,0-4 0 16,0-6-1-16,0 0 0 15,0-4 0-15,0-2-2 16,-3 0 6-16,3-2 5 16,0-12-11-16,0-4-1 0,0-4-1 15,0 1 1 1,12-1 0-16,0 3 0 0,1 3 0 15,2 1-1-15,-3 6 1 16,2 3 0-16,0 6 0 16,0 0-2-16,2 1 1 15,-2 13-1-15,0 4 2 16,-3 2 0-16,-3-2 0 16,0-2 2-16,-3-2 0 15,-2-3 0-15,-2-2-2 16,-1-6 0-16,0-2 0 15,0-1 2-15,0 0 1 16,0 0 6-16,0-7-9 16,0-8 0-16,0-6 0 15,3-2 0-15,2-1 0 0,1 0-2 16,6 3 1-16,-3 3 0 16,1 2-2-16,0 8 2 15,1-1 1-15,2 3-1 16,-1 4 0-16,2 2-1 15,1 0 2-15,-2 0-1 16,0 0 1-16,0 7 1 16,-3 5 2-16,-1 3 2 15,-3 6 0-15,-3-1 3 16,0 4 3-16,-2-1-4 16,-1-1 4-16,0-4 0 15,0 1-1-15,0-3-8 0,0-4 1 16,0-2-2-16,0-4-1 15,0-2-8-15,0-3-40 16,0-1-48-16,0 0-59 16,0-10-186-16</inkml:trace>
  <inkml:trace contextRef="#ctx0" brushRef="#br0" timeOffset="-20533.267">12887 13618 177 0,'0'0'524'0,"0"0"-390"0,0 0 11 0,43-77-54 16,-25 64-33-16,3 4-12 16,0 8-4-16,-5 1-8 15,2 0-16-15,-6 11 1 16,-2 12-3-16,-5 1-7 15,-5 1 0-15,0-1-1 16,-5-1-7-16,-8-2 4 16,0-6-1-16,1-2 0 15,7-4-2-15,1-6 1 16,1-1-3-16,3-2 0 16,0 0 5-16,0 0 3 0,0 0-5 15,0 0-3-15,0 0-2 16,-2 0-9-16,2 0-11 15,0 0-9-15,0 0-28 16,0 0-67-16,-1 0-119 16,-2 0-155-16</inkml:trace>
  <inkml:trace contextRef="#ctx0" brushRef="#br0" timeOffset="-19363.027">12244 13965 370 0,'0'0'80'0,"0"0"55"0,0 0-51 16,0 0-25-16,0 0-21 15,-90-11 18-15,79 11 10 16,-3 11-8-16,-1 6-6 16,3 9 7-16,-4 3-4 15,7 4-5-15,-2 0-17 0,1 0-9 16,9-1-8-16,-1-7-2 15,2-3 1-15,0-5-4 16,3-5-4-16,15-8 0 16,3 0 2-16,5-4-2 15,7 0-7-15,2-11-51 16,7-6-91-16,-5-7-107 16,4-3-374-16</inkml:trace>
  <inkml:trace contextRef="#ctx0" brushRef="#br0" timeOffset="-18499.509">13046 13659 338 0,'0'0'93'0,"0"0"58"0,0 0-40 0,0 0-30 16,0 0-5-16,90-35-10 16,-73 36-3-16,-1 15-2 15,-4 4-5-15,-5 3 3 16,-2 4-16-16,-5 2-7 16,0 0-13-16,0-5-2 15,-12 1-3-15,-9-4 0 16,-6-3 1-16,-7-3-3 15,-2 1-9-15,-7-6 0 16,-2 1-6-16,0-2-2 16,6-4-10-16,9-1-6 0,8-1-59 15,12-3-63 1,1 0-101-16,9-8-384 0</inkml:trace>
  <inkml:trace contextRef="#ctx0" brushRef="#br0" timeOffset="-16686.728">12208 3787 484 0,'0'0'53'0,"0"0"92"0,0 0-36 16,0 0-29-16,0 0-18 15,0 0-5-15,-19-49-6 16,16 43-23-16,-6 1-5 16,0 0-4-16,-3 2 2 15,-6 1-8-15,1 1-8 16,-3 1 6-16,-1 0-1 16,-3 0-8-16,3 3 6 15,-1 10-5-15,-5 3 3 0,5 5 1 16,0 4 3-16,2 0 3 15,-1 4-6-15,10 0 2 16,2 0 4-16,3 0-8 16,6-1 2-16,0 0 2 15,0-7-4-15,15-3 0 16,6-7 5-16,7 0-5 16,7-6 7-16,5-4-8 15,6-1-4-15,5 0-6 16,6-10-63-16,4-6-64 15,-3-2-70-15,-7-4-362 16</inkml:trace>
  <inkml:trace contextRef="#ctx0" brushRef="#br0" timeOffset="463.195">7853 15744 547 0,'0'0'31'0,"0"0"-23"0,0 0 35 0,0 0 44 16,0 0-30-16,79-61-24 16,-59 65 3-16,-1 14 3 15,-2 5-2-15,-4 3-14 16,-4 0-6-16,-5 4 4 16,-4 3-2-16,0 1-4 15,0 3-6-15,-10 0-2 0,-9-2-5 16,-4-4 4-1,-2-4-4-15,-2-6 1 0,0-5-2 16,2-5-1-16,-2-7-4 16,7-4-4-16,1 0 4 15,5 0 0-15,4-5-1 16,6-5-2-16,4-3-2 16,0 0 3-16,0 2 6 15,3 0 3-15,10 3-1 16,2 0 0-16,1 3 6 15,1 2 6-15,-1 1 2 0,-1 2-6 16,0 0 6 0,-3 0-7-16,4 0 3 0,-5 3 2 15,-2 6-2-15,1-1-1 16,-4 2-1-16,-1 2 2 16,2-2 2-16,-4 0-7 15,0 0-5-15,-1 0 2 16,2 0-4-16,-1-3 0 15,0 0-12-15,3-2-49 16,3-5-35-16,6 0-70 16,-2-5-130-16</inkml:trace>
  <inkml:trace contextRef="#ctx0" brushRef="#br0" timeOffset="875.901">8159 15816 579 0,'0'0'78'0,"0"0"24"0,0 0 24 0,0 0-57 16,0 0-17-16,-46 100-8 15,46-62-5-15,9-3-8 16,6-4 1-16,1-4-14 16,1-2-3-16,0-8-6 15,-3-2-3-15,-1-6-3 16,-4-2 0-16,0-4-2 15,0-3 3-15,0 0 7 16,0-8-5-16,-1-11-3 16,-1-3-1-16,-3-5 2 0,-1-1-2 15,-1-5-1-15,-2 1-1 16,0 0 2-16,0 1 4 16,-6 7 4-16,-6 1 2 15,0 4-5-15,0 7-2 16,-1 3-3-16,2 2-1 15,-5 5-1-15,4 2-3 16,-1 0 3-16,-4 5 0 16,8 6 0-16,-1 3-9 15,8-1-60-15,2-1-63 16,0-6-176-16,18-3-451 16</inkml:trace>
  <inkml:trace contextRef="#ctx0" brushRef="#br0" timeOffset="1305.796">8498 15759 17 0,'0'0'735'0,"0"0"-673"0,0 0 70 0,0 0-85 0,0 0-26 0,0 0-9 16,-66 52 5-16,66-26-4 15,0 0 3-15,0-2-2 16,0 0-4-16,6-1 0 16,5-5-1-16,2-2-6 15,-1-6-1-15,1-2 4 0,2-6-4 16,1-2 1-16,-2 0 0 16,2-6-1-16,-1-8-1 15,0-4-1-15,-4-5 1 16,-5-4 2-16,-5 2-1 15,-1 0 0-15,0 0 0 16,-1 1 6-16,-11 3 1 16,-5 3 1-16,2 0 0 15,-4 3-4-15,4 4 1 16,-3 4 1-16,2 1-5 16,2 6-2-16,5 0-1 15,-1 0-3-15,6 4-11 16,4 9-80-16,0 3-111 15,0-3-236-15</inkml:trace>
  <inkml:trace contextRef="#ctx0" brushRef="#br0" timeOffset="1769.917">8797 15702 573 0,'0'0'82'0,"0"0"20"0,0 0 9 0,0 0-67 16,0 0-30-16,0 0-1 0,-28 30-4 15,27-11 1 1,-4 0 4-16,5 2-4 0,-7 1 2 16,2-1 8-16,1 1-5 15,-2-1-6-15,6 2-3 16,0-1-1-16,0-5 0 15,3-4-1-15,12-4 1 16,6-7-1-16,1-2 3 16,5 0-2-16,-3-9-3 15,4-8-1-15,-7-4-1 16,1-2-2-16,-10-1 1 16,0-1 0-16,-4 1 1 0,-7-1 1 15,-1 0 1 1,0 3 1-16,-9 0 5 0,-6 1 7 15,0 4 7-15,-4 4-7 16,3 4 2-16,-1 3-2 16,-2 5-9-16,4 1-5 15,-3 0-1-15,4 1-1 16,-2 11-9-16,7 0-46 16,2 1-49-16,2-4-205 15</inkml:trace>
  <inkml:trace contextRef="#ctx0" brushRef="#br0" timeOffset="2140.377">9248 15609 626 0,'0'0'44'0,"0"0"81"0,0 0-67 0,0 0-18 16,0 0-6-16,0 0-1 15,-33 59 1-15,32-46 5 16,-4 1-5-16,1 2-2 16,-4 2 2-16,3 1-5 15,-3-1-13-15,2 2-2 0,0-1 2 16,6-1-4-16,0-2 1 15,0-1-3-15,0-2-1 16,6-3-1-16,13-3-3 16,-2-4 2-16,5-1 0 15,3-2-7-15,2 0-27 16,6-9-81-16,1-8-91 16,-1-3-234-16</inkml:trace>
  <inkml:trace contextRef="#ctx0" brushRef="#br0" timeOffset="2827.929">9508 15633 294 0,'0'0'443'0,"0"0"-387"16,0 0 86-16,0 0-37 16,0 0-28-16,0 0-11 15,-27 78-19-15,27-60-20 16,3-1-6-16,0 0-12 15,3-3-2-15,-5-3-4 16,-1-2 0-16,0-2-1 16,0-4-2-16,0-2-4 15,-1-1-9-15,-7 0-8 16,1-7-14-16,1-6-5 16,-1 0 12-16,4-1 13 0,3 1 11 15,0 1 4-15,0 2 9 16,0 3 18-16,1 2-3 15,11 2-2-15,0 3-10 16,4 0 1-16,1 0-2 16,-1 3 2-16,-1 7 2 15,-4 0-5-15,5 4 1 16,-9 0-2-16,2-1-4 16,-3-2-2-16,-3 0-3 15,-1-4 3-15,-2 0-3 16,0-3-2-16,0-1 2 15,0-3-16-15,-2 0 6 0,-2 0-3 16,-5-10-5 0,4-7 4-16,2-1 9 0,2-3 5 15,1 0-1-15,0-1 1 16,0 4-1-16,1 2 1 16,7 1-3-16,2 4 3 15,1 1-1-15,-1 3 1 16,2 1 0-16,0 5 7 15,3 1-3-15,-3 0-1 16,-3 0 6-16,4 7 2 16,-4 4 1-16,-3 2 1 15,-1 6 1-15,2-3 2 16,-6 1-1-16,-1 0 1 16,0 0 0-16,0-3-13 15,0 0 5-15,0-3-7 0,0-1 0 16,0-4-1-16,0 1-41 15,0-7-69-15,-3 0-59 16,-2 0-224-16</inkml:trace>
  <inkml:trace contextRef="#ctx0" brushRef="#br0" timeOffset="3443.115">9673 15230 451 0,'0'0'136'0,"0"0"44"0,0 0-52 0,0 0-34 0,0 0-34 16,0 0-11-16,79-58-6 15,-59 58-5-15,2 0-9 16,-3 5-6-16,-5 11-2 16,-5 3-5-16,-3 1-7 15,-6-1 0-15,0-2-1 16,-3 1-1-16,-9-4 1 16,0-2-1-16,-1-4-5 0,4-3-1 15,4-4 6 1,2-1-4-16,3 0 2 0,-3 0 0 15,3 0-5-15,0 0-2 16,0-6-9-16,0-1 10 16,12 2-3-16,2 1 1 15,2-1 3-15,3 2 0 16,1 2 0-16,-1 1 0 16,-2 0 0-16,-4 0 1 15,1 3 2-15,-4 5 3 16,-6 2 2-16,-1 0 6 15,-3 2-2-15,0 0 3 0,0-1-1 16,-3 0 7 0,-10-2-8-16,-4-1 9 15,-5 1-7-15,-5 0-5 0,-2-4-3 16,2 1-4-16,1-4-2 16,7 0-1-16,3-1 0 15,5-1-2-15,11 0-6 16,-3 0-25-16,3 0-50 15,0 0-82-15,11 0-353 16</inkml:trace>
  <inkml:trace contextRef="#ctx0" brushRef="#br0" timeOffset="3794.597">10183 15632 38 0,'0'0'564'0,"0"0"-455"0,0 0 43 0,0 0-62 0,0 0-51 16,0 0-5-16,44 0-6 0,-23-4 4 15,4-2-9-15,-2 2-12 16,3-1-6-16,-2 3-3 16,-6 0-2-16,-3 2-20 15,-4 0-49-15,-8 0-101 16,-3 0-132-16</inkml:trace>
  <inkml:trace contextRef="#ctx0" brushRef="#br0" timeOffset="4200.274">10224 15793 158 0,'0'0'87'0,"0"0"66"16,0 0-19-16,0 0-35 15,0 0-25-15,0 0-1 16,55 4 1-16,-41-4-9 16,0 0-2-16,1 0-15 15,0 0-7-15,0 0 2 16,0 0-1-16,0 0-7 15,0 0-2-15,-5 0-3 16,4-2-7-16,-4 0 0 0,-1 0-3 16,-1 1 0-1,-4-1 0-15,2 0 3 0,-6 2-3 16,3-2 1-16,-3-1-6 16,1 2-5-16,-1-2-7 15,0 3-3-15,0 0-1 16,0 0-39-16,-4 0-34 15,-11 0-56-15,-4 0-103 16,2 0-339-16</inkml:trace>
  <inkml:trace contextRef="#ctx0" brushRef="#br0" timeOffset="6008.709">11392 15039 543 0,'0'0'75'0,"0"0"83"0,0 0-48 0,0 0-57 16,0 0 20-16,0 0 6 16,0 0-3-16,0 74-9 15,0-51-13-15,0 2-2 16,5 3-14-16,-2 2-4 16,-2-2-3-16,-1 1-8 15,0-1-2-15,0-3-5 16,0-4-6-16,-1-3-4 15,-2-4 1-15,-2-2-5 16,5-5 0-16,0-4-2 16,0-3 0-16,0 0 0 0,0 0-13 15,0-6-33-15,12-5-78 16,4-10-107-16,1 0-256 16</inkml:trace>
  <inkml:trace contextRef="#ctx0" brushRef="#br0" timeOffset="6819.263">11677 15100 722 0,'0'0'80'0,"0"0"-16"0,0 0 75 15,0 0-40 1,0 0-38-16,13 87-13 0,-8-62-17 15,-1-3-6-15,-2-1-5 16,-1-4-7-16,-1-1-2 16,0-2-6-16,0-4-2 15,0-4-1-15,0-4-2 16,0-2 0-16,-1 0 6 16,-2-1-6-16,-3-13-13 15,4-3-5-15,2-3 9 16,0 1 9-16,0 0 0 15,0 2 1-15,8 1-1 16,1 2 6-16,0 3 2 0,6 1 2 16,-3 6-1-1,4 3 3-15,-2 1 2 0,3 0-5 16,0 0 10-16,1 5-7 16,-5 6 1-16,-1 2-2 15,-3 0-2-15,0 0-2 16,0 1-2-16,-5-2-1 15,-4 1-4-15,0-1 1 16,0 0 0-16,0-4 5 16,0 1-5-16,0-5 0 15,-3-1 1-15,2-3-1 16,1 0 1-16,0 0 4 16,0 0-1-16,0-11-5 15,0-5-5-15,0-1-1 0,1-2-3 16,10-3-3-1,1 2-1-15,3 2 1 0,0 1 6 16,-2 3-1-16,2 0 7 16,-2 4-1-16,-1 2 0 15,0 1 0-15,-1 1 1 16,-2 3 0-16,-2 3 0 16,0 0-2-16,1 0 0 15,1 0 2-15,0 10 1 16,3 3 7-16,-5-2-3 15,1 5 6-15,-5-2 0 16,7-2-2-16,-4 1 2 0,-1 1-2 16,-1 0-2-16,-1 1 1 15,-3-1 2 1,0 0-6-16,0-3 1 0,0 2-5 16,0-2 2-16,-3-1-2 15,-1-3 0-15,-5-1-27 16,4-2-43-16,-2-2-36 15,1-2-87-15,3 0-198 16</inkml:trace>
  <inkml:trace contextRef="#ctx0" brushRef="#br0" timeOffset="7455.945">12168 14677 579 0,'0'0'19'0,"0"0"126"0,0 0-18 0,0 0-31 0,0 0-37 15,21-73-4-15,-5 67-12 16,5 6 0-16,3 0-8 15,-6 0-14-15,1 15-4 16,-1 5 4-16,-9 4-6 0,-3 1-4 16,-4 2-5-16,-2-2 0 15,0-1-3-15,-14-2 1 16,-2-4 2-16,-1-3 1 16,2-8-4-16,6-2-1 15,5-5 2-15,1 0-4 16,3 0 1-16,0 0 0 15,0 0-1-15,0 0-11 16,6 0 3-16,7 0 8 16,8 0 1-16,0 0 2 15,-1 0-3-15,0 2 0 16,-3 7-3-16,2-1 3 0,-5 4 0 16,-4-2 1-1,1 4 4-15,-7 0 5 16,-1 0 2-16,-1-1 6 15,-2 2 1-15,0-3 0 0,0-2-2 16,0-2 5-16,-9-1 0 16,-2-3 0-16,-5 2 0 15,-4-3 0-15,-4-1-8 16,-4 1-8-16,1-3-1 16,0 0-1-16,5 0-2 15,4 0-1-15,7 0 0 16,3 0-2-16,2 0 1 15,4 0-24-15,2 0-50 16,0-2-114-16,0 1-291 16</inkml:trace>
  <inkml:trace contextRef="#ctx0" brushRef="#br0" timeOffset="8795.933">10800 15620 252 0,'0'0'82'0,"0"0"33"0,0 0-10 0,0 0-7 0,0 0-11 0,0 0-25 0,-12-11-18 15,12 11-12-15,0 0-2 16,0 0-3-16,3 0 22 16,13 0-2-16,-1 0-8 15,3 0-15-15,6 0-1 16,-3 0 3-16,7 0-4 16,4 0-5-16,3 0 4 15,2 0 0-15,2 0-10 16,0 0 4-16,3 0-8 15,-2 0 1-15,1 0-2 16,3 0 0-16,-2 0-3 16,-3 0-1-16,2 0 1 15,-3 0 0-15,1 0-2 16,-5 0-1-16,2 0 3 0,1 0-2 16,-1 0 0-16,0 0 1 15,-2-4 4-15,2-1-4 16,-3-1-2-16,3-1 2 15,1 1-2-15,-2 1 4 16,4-1-3-16,-1 0 0 16,-2 1 1-16,1 0-2 15,-2 1 0-15,0 0 2 16,1-2 3-16,0 0-4 16,2 1 1-16,-1-2 0 0,4-3-2 15,1 5 5 1,2-2-4-16,-2 0 1 0,1 1 0 15,-1 2-2-15,-1-1 3 16,-3 2-3-16,1 1 3 16,-2-1-2-16,-2-1 2 15,-1 2 2-15,-1-2-3 16,-2 1 5-16,-1 0-6 16,-2-2 4-16,-2 0 1 15,-3-1 1-15,-3 4-3 16,1-2 3-16,-3 1-4 15,-2 1-3-15,-1 0 1 16,-6 0 2-16,-1 1-3 16,-2 1 2-16,1-2-2 15,0 1 2-15,1 1-1 0,-2 0 0 16,4-1 3-16,-4 1 3 16,0-2 2-16,0 2 2 15,-1-1-2-15,0-1 1 16,-2 1-2-16,-1 1 1 15,-1-3 2-15,-1 3-1 16,0 0-5-16,0 0 4 16,0 0 0-16,0 0-3 15,0 0-1-15,0 0-3 16,0 0-2-16,0 0-3 16,0 0-3-16,0 0-7 15,0 0-40-15,-13 0-62 0,-9 0-150 16,-10-1-307-16</inkml:trace>
  <inkml:trace contextRef="#ctx0" brushRef="#br0" timeOffset="9559.5">11173 16069 712 0,'0'0'134'0,"0"0"-9"0,0 0-53 0,0 0-46 0,0 0 71 0,0 0-29 16,-6 88-14-16,6-55 5 15,1 0-19-15,2 1-10 16,0 0-4-16,-1-5-10 16,-2 1-1-16,0-5-12 15,0-3 0-15,0-4 2 16,0-2-3-16,0-4-1 16,0-3-1-16,0-4-7 15,0 0-16-15,0-4-48 0,4-1-62 16,7 0-117-16,2-7-102 15</inkml:trace>
  <inkml:trace contextRef="#ctx0" brushRef="#br0" timeOffset="9991.534">11437 16180 670 0,'0'0'57'0,"0"0"58"0,0 0-18 15,0 0-32 1,0 0-20-16,-64 94-15 16,64-66-3-16,0-3-2 0,6-2-9 15,4-3-10 1,2-3-1-16,0-5-1 0,0-5-1 16,-2-1-2-16,5-6-1 15,-3 0 2-15,4 0-2 16,1-1 2-16,1-10-2 15,-3-5 1-15,0-2 0 16,-5-2 0-16,-1-3 2 16,0 0 0-16,-6 2 4 15,-3-4 10-15,0 1 8 16,0 3 1-16,-3 3-8 16,-9 1-9-16,2 5-2 0,-2 2-4 15,-2 3 1 1,-1 3-1-16,-1 0-1 0,-2 4-2 15,-1 0 0-15,-1 0-2 16,2 0 0-16,8 4-9 16,4 4-49-16,6-3-47 15,0-4-105-15,3-1-225 16</inkml:trace>
  <inkml:trace contextRef="#ctx0" brushRef="#br0" timeOffset="10543.129">11710 15688 627 0,'0'0'52'0,"0"0"101"0,0 0-66 0,0 0-51 0,0 0-33 0,0 0 25 0,-9 46 2 15,6-17 12-15,3 3 4 16,0 3-5-16,0 2-7 16,0 0-10-16,0 0-4 15,0 0-11-15,0-6-4 16,0-3-3-16,4-6 0 16,2-2 0-16,2-5 0 15,4-4 1-15,-2-3-3 16,2-2-9-16,0-5 2 15,2-1 7-15,0 0 3 0,-2 0-3 16,3-9 3-16,-1-6-2 16,-1 1 0-16,-4-3 0 15,2 1 0-15,-4-4 0 16,-1 1 0-16,-2-1 1 16,-4 2 3-16,0-3 1 15,0 1 4-15,0 0 4 16,-4 0-1-16,-8 5 8 15,0 1-3-15,3 3-5 16,-4 3-6-16,-1 2-4 0,-2 3-1 16,-4 3-2-16,-2 0 0 15,1 0 0 1,-1 3-1-16,1 7-1 0,-3 4 0 16,6 4-16-16,6 2-38 15,3 3-36-15,6-2-59 16,3-3-223-16</inkml:trace>
  <inkml:trace contextRef="#ctx0" brushRef="#br0" timeOffset="10972.228">12205 16052 212 0,'0'0'330'0,"0"0"-238"0,0 0 36 0,0 0-48 0,0 0-21 0,-82 26 2 0,69-8-5 0,1 4 13 16,7 0 4 0,-2 3-13-16,7 1-18 15,0 1-9-15,0-4-7 0,0-1-2 16,12-2-12-16,-3-3-6 16,-2-4-1-16,5-1-3 15,-3-3 0-15,3 0 1 16,0-3-1-16,3-3-2 15,6 0-4-15,1-3-32 16,1 0-31-16,0 0-38 16,4-10-78-16,-6-9-160 15</inkml:trace>
  <inkml:trace contextRef="#ctx0" brushRef="#br0" timeOffset="11701.423">12371 16109 569 0,'0'0'119'16,"0"0"-2"-16,0 0-14 16,0 0-4-16,0 0-22 15,0 0-2-15,-12 52-17 16,12-36-14-16,0 1-10 16,0-4-11-16,0 0-7 15,3-2-8-15,-3-5-3 16,0-2-2-16,0-1-2 15,0-3-1-15,0 0-4 16,0-1-2-16,0-12-28 16,4-4 11-16,-1-1 6 0,0 0 13 15,0-1 3-15,5 4 2 16,-2 3-1-16,0 4 9 16,4 4 2-16,-2 1 2 15,2 3 0-15,2 0-5 16,1 2 5-16,2 10 1 15,-3 3-2-15,3 2-3 16,-6 3-1-16,-1 0-5 16,-2-2 2-16,-6-2-4 15,3-3 2-15,-3-5-3 16,0-4 2-16,0-2-2 16,0-2-3-16,0 0-1 0,0 0 3 15,0-12-11 1,0-3 6-16,0-3 1 0,0-2 4 15,0-1 1-15,0 1 0 16,1-1 0-16,9 3 0 16,-1 2-1-16,2 3-3 15,1 2 1-15,-2 2 2 16,1 2 0-16,-1 3-2 16,2 1 3-16,-2 3 0 15,2 0 0-15,-1 0 2 16,1 0 0-16,-2 0 4 15,-1 10 0-15,3 1 1 16,-6 2 4-16,5 3 0 16,-4 1 1-16,0 1 3 0,-4 0 4 15,0-2 0-15,0 5-4 16,-3-4-3-16,0 0-5 16,0-2-3-16,0-2 0 15,0-3-4-15,0-4 0 16,0-2-20-16,0-1-48 15,0-3-54-15,0 0-95 16,0-10-395-16</inkml:trace>
  <inkml:trace contextRef="#ctx0" brushRef="#br0" timeOffset="12301.167">12815 15652 625 0,'0'0'178'0,"0"0"-37"0,0 0-30 0,0 0-41 16,0 0-20-16,0 0-11 15,81-41-12-15,-66 41-5 16,0 0-3-16,-6 12-6 16,-2 4 7-16,-4 1 4 0,-3 3-5 15,0-2-11 1,0 0 0-16,-13-2 0 0,-2-2-7 16,1-2 4-16,5-5-3 15,2-3 0-15,6-3-2 16,1-1-1-16,0 0 0 15,0 0-11-15,0 0 12 16,13 0-1-16,-1 0 0 16,3-1 1-16,0-1 0 15,-2 1 0-15,1 1 1 16,-4 0 0-16,2 0-1 16,-5 0 1-16,-1 0 2 15,-1 8 5-15,1 3 4 0,-3 1 0 16,0 0 5-16,-3 1-5 15,0 0 1-15,0-3 1 16,0-1 2-16,0-2 0 16,-6 1 0-16,-9-3 3 15,-2 0-8-15,-5-1-4 16,-5 0-6-16,-7-1 0 16,-4 0-1-16,-3-1-4 15,7 4-19-15,5 3-39 16,10-4-96-16,1 3-153 15</inkml:trace>
  <inkml:trace contextRef="#ctx0" brushRef="#br0" timeOffset="14533.337">8910 15108 437 0,'0'0'18'0,"0"0"-2"0,0 0 22 0,0 0 24 0,0 0 34 0,0 0-12 16,65 76-27-16,-36-41 1 15,5 1-5-15,9 1 3 16,5 1-5-16,7 0-6 16,8 1-10-16,8-2 1 15,2 0-7-15,-1 1-10 16,-8-3-7-16,-1 0 0 16,-8-2 5-16,-1 0-7 15,-5-4-1-15,-4-4 2 16,-6 0 10-16,-2-7 6 15,1 0-6-15,-8-2 2 16,-3-2 5-16,-6-1-10 16,-5-6 0-16,-2-4-8 0,-8-1 0 15,1-2-1-15,-4 0 0 16,-3 0-3-16,0 0-2 16,3 0 1-16,-1 0 1 15,-1 0-1-15,-1 0 3 16,2 0-8-16,-2 0 4 15,0 0-1-15,0 0 2 16,0 0-5-16,0 0 3 16,0 0 3-16,0 0-6 15,0 0 5-15,0 0-5 16,0 0-2-16,0 0-10 16,0 0-39-16,0 0-96 15,-8-9-169-15,-2-3-626 0</inkml:trace>
  <inkml:trace contextRef="#ctx0" brushRef="#br0" timeOffset="15529.495">12416 15652 352 0,'0'0'46'0,"0"0"85"0,0 0-61 0,0 0-29 15,0 0 61-15,0 0-36 16,14 17 0-16,1-3 0 0,6 4-8 16,4 3-6-1,4 5-14-15,-2 3-1 16,6 7-4-16,-5 6 1 0,5 3 0 15,-2 4-18-15,-1-1 11 16,4-2-3-16,-4-3-1 16,-1-4 1-16,-1-3 0 15,0-2-4-15,-4-2 0 16,-3-3-6-16,-3-4-2 16,-3-4-8-16,-3-4 8 15,-1-3-9-15,-3-2 3 16,-2-5 2-16,-3 0-1 15,2-3-1-15,-4-1 0 16,1-3-2-16,-2 0 0 16,0 0 0-16,0 0 1 0,0 0 5 15,0 0-7 1,1 0 2-16,-1-1-5 0,2-7-14 16,-2 0-50-16,0-1-81 15,0-6-162-15</inkml:trace>
  <inkml:trace contextRef="#ctx0" brushRef="#br0" timeOffset="23824.868">7110 17442 471 0,'0'0'178'0,"0"0"-151"0,0 0 41 0,30-90 2 16,-6 79 5-16,-3 11-17 16,3 0-21-16,-2 11-6 15,-4 14 19-15,1 6-11 16,-5 3-2-16,-5 3-12 16,-8 3-7-16,-1-1-5 15,-1-1-6-15,-17-3-2 16,0-2-2-16,-6-7 0 0,-3-5-2 15,3-3 3-15,-1-10 4 16,5 1-5-16,4-8-1 16,-2-1-1-16,11 0 1 15,-1 0 1-15,4-4-1 16,2-4-1-16,2-1 3 16,0 0-2-16,0 3 3 15,3 1 4-15,8-2-1 16,7 6 3-16,-2 0-2 0,5 1 2 15,3 0-1 1,-2 0 6-16,4 2-5 0,-1 5 10 16,-1 2-6-16,-3-1 1 15,-3-2-1-15,-5-2-2 16,-4 0-5-16,-1 0-3 16,-1-1-2-16,-3-1-2 15,-1-2 0-15,-1 0-2 16,2 0-4-16,2 0-42 15,6-3-42-15,2-11-109 16,1-4-205-16</inkml:trace>
  <inkml:trace contextRef="#ctx0" brushRef="#br0" timeOffset="25064.859">7889 17235 593 0,'0'0'67'0,"0"0"81"0,0 0-73 0,0 0-17 15,0 0 0-15,0 0 0 16,-76 102-2-16,64-65-5 16,0 5-12-16,1-4-14 15,-2-2-8-15,1-2-5 16,-3-5-8-16,3-4-2 16,2-7 0-16,0-3-2 15,5-7-11-15,2-4-42 0,3-4-54 16,0 0-8-16,0-4-111 15,0-14-176-15</inkml:trace>
  <inkml:trace contextRef="#ctx0" brushRef="#br0" timeOffset="25384.864">7638 17293 376 0,'0'0'101'15,"0"0"44"-15,0 0-51 16,0 0-32-16,0 0-35 0,0 0 91 16,29 25-25-16,-10-5-15 15,2 3 3-15,0-1-23 16,-2-1-9-16,1 2-5 16,-1-2-9-16,-2 1-15 15,-1 1 1-15,-4-3-8 16,3-3-5-16,-6-2-5 15,0-1 2-15,1-3-1 16,-6 0-4-16,4-4 0 16,-2-2 0-16,0-2-4 15,0-3-40-15,4 0-52 16,1 0-79-16,2-8-105 16,2-10-487-16</inkml:trace>
  <inkml:trace contextRef="#ctx0" brushRef="#br0" timeOffset="25663.32">8135 17254 371 0,'0'0'329'16,"0"0"-267"-16,0 0 48 15,0 0 8-15,0 0-21 16,0 0-23-16,-15 94-10 15,23-63-16-15,-1-1 6 16,2-2-13-16,-3 0-14 16,0-3-8-16,-3 0-2 0,-3-5-6 15,6-2-11-15,-3-6 4 16,0-3-4-16,4-2-17 16,1-4-60-16,4-3-83 15,6 0-106-15,0-15-189 16</inkml:trace>
  <inkml:trace contextRef="#ctx0" brushRef="#br0" timeOffset="26087.651">8323 17345 596 0,'0'0'112'0,"0"0"-18"0,0 0 53 15,0 0-40-15,-28 78-31 16,28-54-19-16,3-2-21 15,9-1-21-15,1-2 0 16,2-4-12-16,-1-1 2 16,0-4-2-16,0-5 0 15,-1-4 0-15,4-1 1 16,-3 0-4-16,0-5-5 16,4-6 2-16,-6-7 1 15,0-2 0-15,-5-2 3 16,2-5-1-16,-7-1 2 0,-1-8-2 15,-1 4 4 1,0 2-4-16,-3 5 0 0,-10 8 7 16,-1 3 4-16,-2 6 7 15,-2 2 1-15,-3 6-8 16,0 0-4-16,-3 0-4 16,-1 8 0-16,0 6 0 15,1 0-1-15,6-1-1 16,0 0-1-16,6-3 0 15,7-3-1-15,2-4-25 16,3-3-60-16,2 0-114 16,13-9-239-16</inkml:trace>
  <inkml:trace contextRef="#ctx0" brushRef="#br0" timeOffset="26390.189">8336 16802 378 0,'0'0'150'0,"0"0"28"0,0 0-49 0,0 0-23 16,0 0-35-16,0 0-10 15,39 36-22-15,-16-36-9 16,3 0-10-16,0 0-13 16,4-2-3-16,-3-3-4 0,-2-2-11 15,-1 1-34-15,-6-3-44 16,-3 1-78-16,-8-1-75 16,-5-4-134-16</inkml:trace>
  <inkml:trace contextRef="#ctx0" brushRef="#br0" timeOffset="26719.213">8480 16596 303 0,'0'0'154'0,"0"0"-18"15,0 0-15-15,0 0-4 0,0 0-8 16,-11 73-8-1,11-46-13-15,0 0-10 0,0 1-23 16,6 2 0 0,-1 1-6-16,2-2-10 0,-1-1-10 15,-3 2-3-15,2-3-4 16,-2-1-9-16,0-1 0 16,1-5-2-16,-2-2-2 15,2-4-5-15,-1-3-1 16,0-4-3-16,0-2 0 15,-3-1-3-15,6-4-15 16,-6 3-39-16,6-3-50 0,-1 0-102 16,0 0-244-16</inkml:trace>
  <inkml:trace contextRef="#ctx0" brushRef="#br0" timeOffset="27373.503">8817 16683 477 0,'0'0'116'0,"0"0"-2"15,0 0 38-15,0 0-35 16,0 0-41-16,0 0-14 15,67-52-11-15,-52 57-9 16,-1 13-1-16,0 3-12 16,-6 3-10-16,-4 4-3 15,-4-1-7-15,0-2-4 16,-3-3 0-16,-6-3-2 16,-5-4-1-16,3-6 1 15,5-5 2-15,3 0-3 16,1-4 0-16,2 0 3 15,0 0-5-15,0 0 0 16,0-4-2-16,2-1-4 16,7 3-3-16,6-3 5 0,-3 5 3 15,0 0 1-15,3 0-1 16,-2 0 1-16,0 2-2 16,-2 7 2-16,3 2 3 15,-3 0 3-15,-2 2 4 16,-1 2-2-16,-5 1 1 15,1 1-2-15,-4 1 4 16,0 1 3-16,-4-2 7 16,-7 0-3-16,-2-1-3 15,-5-1 2-15,-3-3 2 16,0 0-6-16,-1-4-6 16,3 0-3-16,-1-5 2 0,5-1 8 15,2-2 1-15,-2 0 6 16,7 0-2-16,-2 0-8 15,0-5-8-15,2-3 0 16,-1 0-2-16,4 2-1 16,1-1-13-16,2 4-26 15,2-4-46-15,0 0-94 16,0-6-354-16</inkml:trace>
  <inkml:trace contextRef="#ctx0" brushRef="#br0" timeOffset="28715.961">9332 17152 537 0,'0'0'120'0,"0"0"42"0,0 0-58 0,0 0-50 0,0 0-3 0,0 0 15 15,-57 79-6-15,40-51-17 16,0 0-7-16,3-1-9 16,-4 4-15-16,6-3 0 15,-1-4-3-15,1-2-7 16,-1-5 1-16,4-5-3 15,4-1-14-15,2-5-53 16,3-5-77-16,0-1-104 16,0 0-178-16</inkml:trace>
  <inkml:trace contextRef="#ctx0" brushRef="#br0" timeOffset="29006.03">9142 17197 475 0,'0'0'107'0,"0"0"-63"16,0 0 116-16,0 0-40 15,0 0-36-15,0 0-10 16,70 86 2-16,-47-65-6 16,-1 2-17-16,-1-2-14 15,-2 0-3-15,-2-3-9 16,-2-1-3-16,0-1-12 15,-2-2-6-15,-1-5 1 16,-2 3-5-16,-1-5-1 0,-1-3 0 16,1-1-1-16,3-2-28 15,0-1-41-15,5 0-43 16,3-8-98-16,1-12-162 16</inkml:trace>
  <inkml:trace contextRef="#ctx0" brushRef="#br0" timeOffset="29263.479">9708 17022 657 0,'0'0'120'0,"0"0"47"16,0 0-71-16,0 0-68 0,0 0 23 15,0 0 1 1,-14 80 7-16,14-50-7 0,5-2-11 15,-1-2-8-15,1 0-19 16,-2-3-9-16,0-3-3 16,-2-5-2-16,5-2-10 15,0-3-61-15,0-6-81 16,10-4-91-16,-1 0-41 16,11-7-284-16</inkml:trace>
  <inkml:trace contextRef="#ctx0" brushRef="#br0" timeOffset="29629.585">9869 17132 499 0,'0'0'237'16,"0"0"-83"-16,0 0-42 0,0 0-30 15,0 0-14-15,0 0-17 16,-37 86-10-16,37-63-8 16,7-5-11-16,5-3-8 15,0-2-4-15,1-3-8 16,-1-7-1-16,3-1 5 15,0-2 0-15,3 0 0 16,-3-5-3-16,-2-7-3 16,-1-6 1-16,-3 0-1 15,-1-3 1-15,-3-5-1 16,-5 3 1-16,0-4-1 16,0 1 1-16,0 2 0 15,-5 5-1-15,-7 3 2 0,-5 9 7 16,-1 6 4-1,-5 1-11-15,-3 0 1 0,-2 4-1 16,4 10 0-16,0 0 0 16,9 0-2-16,3-1-7 15,6-2-32-15,6-4-44 16,0-1-106-16,2-6-212 16</inkml:trace>
  <inkml:trace contextRef="#ctx0" brushRef="#br0" timeOffset="30077.698">10051 16672 452 0,'0'0'125'0,"0"0"10"0,0 0-36 0,0 0-48 0,0 0 26 16,0 0 11-16,0 30-35 16,0-16 12-16,0 1-7 0,0 1-17 15,0-2-6-15,3 0-6 16,1-3-10-16,-2 1-8 15,-2-1 0-15,3 0-5 16,-3 4-1-16,1-5-2 16,-1 6-2-16,2-5-1 15,-1 2 2-15,1-3-2 16,-2-4 1-16,0-2 0 16,3-4 0-16,-3 0-2 15,0 0-1-15,3 0-8 16,-3 0-8-16,1 0-21 15,-1-1-30-15,2-6-44 16,-2 0-47-16,0-2-149 0</inkml:trace>
  <inkml:trace contextRef="#ctx0" brushRef="#br0" timeOffset="30776.914">9715 16772 450 0,'0'0'162'0,"0"0"-14"0,0 0-32 0,0 0-27 0,0 0-40 0,0 0 14 15,12 0 1-15,3 0-18 16,3 0-7-16,1 0-20 16,4 0-9-16,-4 0-6 15,3-4 0-15,-2 1-4 16,-4 0-5-16,-2-1-40 16,-4 0-60-16,-1-1-81 15,2-3-225-15</inkml:trace>
  <inkml:trace contextRef="#ctx0" brushRef="#br0" timeOffset="31385.906">10130 16528 150 0,'0'0'289'15,"0"0"-108"-15,0 0-52 16,0 0-75-16,0 0-29 16,0 0 8-16,-52 37 36 15,41-12 0-15,2 3-10 0,2 1-2 16,4 0 4-16,3 1-20 15,0-2-6-15,0 0-7 16,0 0-8-16,1-2-6 16,4-4-7-16,5 1-1 15,-2-5-4-15,1-2 2 16,2 0-3-16,2-4 1 16,1-5 0-16,3 0 4 15,2-6-2-15,-1-1-1 16,3 0-2-16,-5 0-2 0,1-5 2 15,-5-6-1 1,3-2 1-16,-6-2-1 0,1-1 2 16,-4-1-2-16,-3 0 3 15,0-3 0-15,-3 3-2 16,0 0 1-16,0-3-2 16,-11 6 5-16,-2 3 3 15,-2 3 4-15,-4 5-3 16,-5 3-3-16,-4 0-5 15,-2 0 1-15,3 9-1 16,-2 3 0-16,9 1-1 16,0 1 0-16,7 0 0 15,2 2-3-15,4-1-28 16,4-1-69-16,3-7-113 16,0-4-434-16</inkml:trace>
  <inkml:trace contextRef="#ctx0" brushRef="#br0" timeOffset="37701.284">10771 16944 609 0,'0'0'50'0,"0"0"71"0,0 0 2 0,0 0-9 0,0 0-63 0,0 0 21 16,0 0-14-16,2 86-21 16,7-49 8-16,-3 1-16 15,-3-5-8-15,4-3-7 16,-5-6-5-16,-2-4-2 0,0 0-5 15,0-9 1 1,0-3 0-16,0-7-2 0,0-1 0 16,0-1 2-16,0-16-3 15,-2-9-13-15,-1-1 2 16,-1-2 1-16,4-5 4 16,0 3 4-16,0 3-3 15,0 5 4-15,7 7-1 16,4 5 1-16,2 10 1 15,8 1 1-15,4 3 4 16,2 15 5-16,0 2 4 16,0 1-3-16,-3 0-1 15,0 0-3-15,-5-1 1 16,-7 0-2-16,-3-3-6 0,-3-3 1 16,-6-2-1-16,0-2 0 15,0-3 0-15,0-2-1 16,0-5-2-16,-7 0 3 15,-4 0 0-15,2-9-4 16,-3-7-7-16,3-1 2 16,0-3 4-16,-1-3-2 15,5-4 4-15,5 1 2 16,0-1 0-16,0 1-3 16,9 4 3-16,8 2 0 15,0 4 1-15,3 2 1 16,-2 4-1-16,-3 7-1 15,1 3 1-15,-2 0 3 0,2 7 2 16,1 9 6 0,-1 7 5-16,-4 1-2 0,-2 2-1 15,1 0-3-15,-5-2 0 16,-3 1 1-16,0-5-5 16,-3 0-3-16,0-9-1 15,0-1-2-15,0-3 0 16,0-2-23-16,0-5-54 15,0 0-18-15,5-6-90 16,-3-14-345-16</inkml:trace>
  <inkml:trace contextRef="#ctx0" brushRef="#br0" timeOffset="38202.408">11241 16696 432 0,'0'0'24'0,"0"0"68"0,0 0 3 0,0 0-11 0,0 0-23 16,0 0 1-16,85 1-6 16,-77 22-2-16,-5 0-20 15,-3-1-4-15,0-2-6 16,0-4-4-16,-5-5-8 15,-4-3-6-15,-1-4-1 16,3 1-4-16,2-5 1 0,0 0-4 16,5 0 2-16,0-2-24 15,0-6 7-15,13 1 16 16,4 0 1-16,0 3 1 16,2 4 0-16,-4 0 2 15,0 0 4-15,-3 4 8 16,1 9 8-16,-5 0 2 15,-1 3 8-15,-4 1 1 16,-3 0 0-16,0-1 2 16,0-1-2-16,-3-3 5 15,-12-1-3-15,-5 0-9 16,-3-5-7-16,-5 0-8 16,4-3-7-16,-5-3 0 15,4 0-2-15,1 0-3 16,9 0 0-16,2 0-12 0,4 0-42 15,6 0-58-15,0 0-140 16,3 0-414-16</inkml:trace>
  <inkml:trace contextRef="#ctx0" brushRef="#br0" timeOffset="38914.527">7868 18063 528 0,'0'0'92'0,"0"0"29"0,0 0 38 16,0 0-54-16,0 0-28 15,0 0-16-15,82-16-17 16,-41 4-15-16,3 1-10 16,-2 1-12-16,1 1-3 15,-9 2 0-15,-5 4-4 16,-11 3-2-16,-3 0-22 16,-9 0-45-16,-5 2-35 0,-1 9-29 15,-1-1-114 1,-17 4-245-16</inkml:trace>
  <inkml:trace contextRef="#ctx0" brushRef="#br0" timeOffset="39183.386">7923 18276 297 0,'0'0'148'15,"0"0"-13"-15,0 0 21 16,0 0-22-16,0 0-23 16,0 0-24-16,23 6-21 0,-1-10-4 15,5-9-20-15,0 3-17 16,7-3-11-16,0 1-6 16,1 1-1-16,-1 2-7 15,0 1-1-15,-5 3-34 16,-4 4-78-16,0 1-101 15,-4-3-405-15</inkml:trace>
  <inkml:trace contextRef="#ctx0" brushRef="#br0" timeOffset="40226.868">8829 17974 527 0,'0'0'141'0,"0"0"65"16,0 0-74-16,0 0-35 15,0 0-32-15,0 0-19 16,31-19-11-16,-22 19-16 15,-1 0-5-15,-2 3-7 16,-5 4-5-16,-1-3-1 0,0 3 5 16,0-2-3-16,0-1 1 15,-12-4-4-15,2 0-9 16,-5 0 2-16,9 0 0 16,-2 0 7-16,4-4 0 15,4 3 2-15,0 1-2 16,0 0-2-16,0 0-4 15,3 11 6-15,4 2 3 16,1-2-3-16,-2 4 1 16,-2-2 0-16,-1-1-1 15,-1-4 1-15,-2-1-2 16,0-7-8-16,0 0-4 16,0 0 5-16,-9-4 0 0,3-11-9 15,-6-5 13 1,6 3-3-16,1 0 7 0,0 5 1 15,5 7 2-15,0 1 16 16,0 4 8-16,0 0-15 16,0 0-12-16,5 5 11 15,4 4-7-15,-1 1-3 16,-4-2 1-16,-2-2-1 16,1-2-2-16,-3-2-2 15,0-2 1-15,0 0 2 16,0 0 0-16,0-9 0 15,0-5-9-15,3-3 5 16,12-2 2-16,1 3 0 16,7-1 0-16,0 4 2 0,3 3 7 15,-3 8 2-15,-1 2 0 16,4 2-3-16,-2 19 6 16,3 5-4-16,-6 7 3 15,-2 8-2-15,-8 3 6 16,-4 2-2-16,-7 4 1 15,0 0 0-15,-10-1-6 16,-11-3-1-16,-8-6-3 16,0-7-2-16,-4-7 1 15,3-9-3-15,3-11 0 16,5-6 0-16,4 0 0 16,-3-6 1-16,6-15 1 15,3-1-1-15,5-6-1 0,-2 1 0 16,9-1-2-16,0 3-1 15,7 0 0-15,10 3 3 16,2 2 2-16,3 7-1 16,-1 3-1-16,3 3 0 15,0 7 1-15,0 0 3 16,-3 0 1-16,3 13-3 16,-2 5 2-16,-4 2-1 15,-2 1-3-15,1-3 0 16,-7 4 2-16,1-7 0 15,-4 1-2-15,2-7-7 16,-3-2-27-16,6-1-62 0,1-6-99 16,7 0-127-1,7-11-209-15</inkml:trace>
  <inkml:trace contextRef="#ctx0" brushRef="#br0" timeOffset="40465.86">9556 17928 677 0,'0'0'185'0,"0"0"-24"0,0 0-41 0,0 0-71 15,0 0-8-15,0 0-2 16,-41 66-8-16,37-34 10 16,-4 3-13-16,-2 5-12 0,1 1-10 15,-2 0 0 1,-5-2-4-16,5-5 0 0,-2-4-2 15,3-10-20-15,1-7-59 16,3-9-51-16,3-4-73 16,3-1-121-16</inkml:trace>
  <inkml:trace contextRef="#ctx0" brushRef="#br0" timeOffset="40699.146">9396 17967 584 0,'0'0'120'0,"0"0"54"16,0 0-28-16,0 0-93 16,0 0-26-16,0 0 60 0,27 51-23 15,-5-24-4-15,-1 0-11 16,0-2-11-16,3 2-18 16,-5-2 0-16,-4-2-14 15,0-3-5-15,-2-3 0 16,-2-6-1-16,-1-1-36 15,2-2-75-15,0-5-96 16,0-3-223-16</inkml:trace>
  <inkml:trace contextRef="#ctx0" brushRef="#br0" timeOffset="40954.776">9863 17915 647 0,'0'0'96'0,"0"0"67"16,0 0-29-16,0 0-77 16,0 0 27-16,0 0-8 15,-20 50-1-15,29-27-20 16,2 3-12-16,-1 1-16 16,1-2-7-16,-2 2-9 15,-3-4-6-15,1 2-4 16,-3-4-1-16,1 0-31 15,3-4-60-15,-1-8-91 16,3-7-195-16,1-2-311 0</inkml:trace>
  <inkml:trace contextRef="#ctx0" brushRef="#br0" timeOffset="41360.579">10069 17981 566 0,'0'0'156'0,"0"0"-94"15,0 0 77-15,0 0-33 16,0 0-43-16,-15 93-25 16,33-67-10-16,-1-3-14 15,2-4 1-15,0-2-8 16,3-7-5-16,-1-8 7 16,0-2-4-16,-4 0-1 0,-1-12-1 15,-4-7 4-15,3-1-5 16,-5-4 0-16,-4 0-2 15,1-1 4-15,-5-2-2 16,-2 4 4-16,0 0 18 16,0 4 19-16,-2 0 7 15,-9 5-15-15,0 1-15 16,-5 5-9-16,1 5-7 16,-6 0 3-16,1 3-6 15,-3 0 2-15,0 0-3 16,1 8 0-16,2 0 0 15,4 0 0-15,3 1 1 16,1-2-2-16,7 0-1 0,1-1-33 16,4 1-55-16,0-4-73 15,0-3-175-15</inkml:trace>
  <inkml:trace contextRef="#ctx0" brushRef="#br0" timeOffset="41607.76">10167 17747 678 0,'0'0'88'0,"0"0"84"0,0 0-55 0,0 0-12 0,0 0-46 0,0 0-28 0,69 19-12 15,-35-19-10-15,0 0-5 16,1-6-4-16,-4 0-24 16,-4-2-97-16,-3-1-127 15,0-4-376-15</inkml:trace>
  <inkml:trace contextRef="#ctx0" brushRef="#br0" timeOffset="42116.593">10572 17570 613 0,'0'0'121'15,"0"0"40"-15,0 0-77 16,0 0-10-16,0 0-41 16,0 0-17-16,44-29 6 15,-29 42 4-15,3 7 11 16,-4 1-8-16,-4 3-2 15,-6 1-9-15,-4-5-7 16,0 1-2-16,-13-2-3 16,-2-6-1-16,-4-1-2 15,4-4 2-15,3-4-4 16,4-2 0-16,8-2 4 16,0 0 4-16,0 0-9 0,0-6 3 15,3 2-7-15,14-2 4 16,1 2-4-16,4 4-2 15,2-3 5-15,-3 3 1 16,-3 0-2-16,-1 0 3 16,-3 3-1-16,-3 4 2 15,-1 4 4-15,-3 2 6 16,-2 3 9-16,1 0-4 16,-6 2 9-16,0 0-1 15,0 0-7-15,-11 1-1 16,-9-2 0-16,-6-2-6 15,-5-1-3-15,-2-1-7 16,-1-2 1-16,4-5-2 16,10-3-15-16,3 0-43 0,9-3-72 15,6 0-138-15,2-3-495 16</inkml:trace>
  <inkml:trace contextRef="#ctx0" brushRef="#br0" timeOffset="42830.434">10952 17852 830 0,'0'0'108'0,"0"0"35"0,0 0-12 0,0 0-43 16,0 0-30-1,4 86-18-15,7-66-8 0,-2-2-7 16,3 0-9-16,-5-4-10 16,-4-2-1-16,0-1-2 15,0-5 1-15,-1-2-4 16,-2-4-2-16,0 0-7 16,0 0 7-16,0-17-14 15,0-3 1-15,-5-3 15 16,2 0 0-16,3 3 0 15,0 4-1-15,0 2-4 16,0 4 5-16,9 3 0 0,3 4 0 16,5 3 1-16,3 0-1 15,4 6 0-15,0 8 4 16,-3 4 0-16,0-3 3 16,-2 2 2-16,-7-1-4 15,-4-3-3-15,-5-2 0 16,-3-1-2-16,0-4 0 15,0-6 0-15,0 0 0 16,0 0-11-16,0 0 6 16,0-10-4-16,0-9 4 15,0-6 2-15,0-3 2 16,0 1 1-16,0 1 0 16,10 2-2-16,-1 4-2 0,2 5-7 15,0 6 4 1,3 2 3-16,-5 2 3 0,7 5-1 15,-2 0 2-15,0 0 1 16,0 0-1-16,1 4 7 16,-3 8 2-16,3 2 1 15,-5 3 5-15,-1 0-4 16,-3 3-1-16,0-2 3 16,-5-1-6-16,-1-3-3 15,0 0-2-15,0-2-1 16,0-1-1-16,0 0-11 15,-3-3-44-15,-1-1-63 16,4-7-141-16,0 0-452 16</inkml:trace>
  <inkml:trace contextRef="#ctx0" brushRef="#br0" timeOffset="43362.174">11549 17574 667 0,'0'0'48'0,"0"0"188"0,0 0-131 0,0 0 6 0,0 0-68 16,0 0-11-16,34-25-2 15,-4 25 5-15,-5 5-10 0,-3 9-7 16,-5 2-5-16,-5 1-6 15,-9 2-7-15,-3-2 0 16,0 0 7-16,-6-1-1 16,-9-5 1-16,0-1-3 15,8-6-1-15,2-1-1 16,5-3 0-16,0 0-1 16,0 0-1-16,12-3 0 15,3-2 0-15,6-1 3 16,-2 2-3-16,2 1 1 15,0 2-1-15,-1 1 1 16,-6 0 3-16,0 0 6 0,-5 2 4 16,1 8 11-1,-2-1-5-15,-1 0 3 0,-4 2 4 16,-3 1-3-16,0-1 0 16,0 2-2-16,-18 0-5 15,-6-2 0-15,-10 2-4 16,-5 0-6-16,-7-3-4 15,-3 3-3-15,-2-3 0 16,5-3-3-16,20 0-30 16,7-4-36-16,14-3-71 15,4 0-132-15,1-4-514 16</inkml:trace>
  <inkml:trace contextRef="#ctx0" brushRef="#br0" timeOffset="46991.408">6142 18226 566 0,'0'0'81'0,"0"0"55"0,0 0-10 0,0 0-44 15,98 98-34-15,-80-61-19 16,-6 3-6-16,-1-4-7 15,-7 4-1-15,-4-9-6 16,0 3-2-16,0-4-2 16,-15-5-1-16,-1 0 2 15,-5-9-6-15,0-1 0 16,-6-7-8-16,2-4-19 16,-2-4 5-16,2 0 13 15,5 0 5-15,5 0 4 16,8-4 4-16,4-5 2 0,3 2 8 15,0-3 6-15,0 1-11 16,15-1 0-16,9 2 6 16,-2 5 3-16,5 1 7 15,-6 2 3-15,3 0-1 16,-2 0-5-16,-3 3 11 16,-2 9 2-16,-1 2-12 15,-2-1-5-15,-4 0-6 16,0 1-6-16,-5-3-3 15,-2 1-1-15,3-1 2 16,-6 1-4-16,6-8-5 0,1-2-44 16,1-2-49-16,7-3-68 15,6-21-116-15,-1-12-503 16</inkml:trace>
  <inkml:trace contextRef="#ctx0" brushRef="#br0" timeOffset="47448.018">6576 18137 426 0,'0'0'245'0,"0"0"-190"0,0 0 91 0,-7 82-34 16,21-42-27-16,3 6-17 15,1-3-1-15,-3 4-18 0,-2-5-9 16,-4-2-8-16,-1-5-10 15,-4-3-8-15,0-4-7 16,-4-5-3-16,0-6 0 16,0-3-1-16,0-7-1 15,0-5-2-15,0-2-3 16,0 0 3-16,0 0 0 16,0-3-12-16,-4-7 1 15,3 0 4-15,-1 3 5 16,1 1 2-16,1 4 0 15,0 0-6-15,0 2 3 16,0 0-2-16,8 0 5 0,6 0 3 16,8 0 1-16,-2 0 5 15,4 2 1-15,1 0 2 16,-1 2-2-16,-3-4-1 16,6 0-5-16,-5 0-1 15,2 0-2-15,-6 0 0 16,1 0-1-16,-8-4-19 15,-4 0-55-15,-7-1-99 16,0-2-113-16</inkml:trace>
  <inkml:trace contextRef="#ctx0" brushRef="#br0" timeOffset="47923.565">6133 18338 471 0,'0'0'126'0,"0"0"32"0,0 0-54 0,0 0-36 16,0 0-17-16,0 0 2 15,-58-83-1-15,58 63-5 16,0 4-6-16,0-3-24 16,0-1-14-16,19 3 1 15,8 1-4-15,10 2-57 0,1 1-97 16,-4 6-329-16</inkml:trace>
  <inkml:trace contextRef="#ctx0" brushRef="#br0" timeOffset="51287.682">5390 17836 622 0,'0'0'18'16,"0"0"48"-16,0 0-18 0,0 0 3 0,0 0 12 16,-70 99-2-16,70-40-10 15,16 12-11-15,13 15-3 16,7 14-6-16,-2 4-10 16,4 1-6-16,-3-12-6 15,-5-8-2-15,4-9 5 16,-6-12 17-16,-1-5 0 15,-7-13-5-15,-1-6-7 16,-5-5-7-16,-1-8-4 16,2-6 0-16,7-1-1 15,-3-11-4-15,0-3 1 16,-2-6 3-16,-3 7-4 16,4-7-1-16,-3 0 0 0,4 0 1 15,0 0 2-15,4 0-2 16,7 0-1-16,1 0 0 15,12 0-4-15,2 0-3 16,6 0-5-16,4 0 11 16,4 0-1-16,4 0 2 15,6 0-4-15,-5 0 4 16,9 0 0-16,-3 0-1 16,2 0 0-16,-2 0-20 15,4 0 10-15,3 0 6 16,0 0-11-16,-1-7 15 15,-4 1-1-15,-4-1 1 16,-5-2 1-16,4 1 1 16,-4-1 0-16,1 2 0 0,-1 1 0 15,-5-1 0-15,3 3-1 16,-3-1 2-16,-1 4-2 16,4 1 1-16,-5-3-1 15,-3 2-1-15,-1 1 1 16,-2 0 2-16,2 0-2 15,3-2 3-15,2-2-3 16,1 1 0-16,-4-1 0 16,-1 1-1-16,-4-1 0 15,-4 1 1-15,3 2 0 16,-3-1 0-16,-1 0 0 16,1-3 1-16,1 3-2 15,-2-4-12-15,1 2 13 0,1-2 1 16,4-2 0-16,1 2 1 15,3-1-2-15,3-3 0 16,-2 1 3-16,0 1-2 16,0 2 1-16,-1-1-2 15,0-1 0-15,1 1 0 16,3 0 1-16,2 0 1 16,3-3-1-16,-4 1-1 15,-1-2 0-15,-1 1-1 16,-2 0 0-16,3 0 1 15,0 1 0-15,1-1 0 16,2 3 1-16,0-3-1 0,2 1 0 16,1-1 2-1,-2 2-2-15,3-2 1 0,-3 0-1 16,-2 2 0-16,1-2 1 16,3 2 1-16,0-2 7 15,4 0-6-15,2-2 5 16,-3 4-5-16,3-1 4 15,-4 5-2-15,1-4-3 16,0 1 4-16,6-4 0 16,-3 1 3-16,2 0 0 15,-2-3-1-15,3 3 3 16,0-5-1-16,-4-2 2 16,1 1-5-16,-5-1 1 0,-2 0-3 15,-2 0 5-15,2 2-3 16,-2-2-3-16,-3-1-1 15,-7-2-2-15,-3-3 0 16,-8-2-1-16,-5-3 1 16,-7-7 1-16,-1 5-1 15,-5-6 1-15,-1 0 0 16,-6 2-1-16,1 1-1 16,-4 1 1-16,-3 1 0 15,4-2 0-15,-8-2-1 16,1-2 2-16,-1-3-1 15,-1-3 0-15,-1 2 0 0,0-1 0 16,-3 2-1 0,0 1 0-16,0 0 0 0,0-3 2 15,0 3-5-15,-10-2 3 16,2 1 0-16,-1 0 0 16,-3 0 2-16,3-1-2 15,-1 3 0-15,-4 1-3 16,4 3 3-16,-3 3-1 15,-1 5-2-15,0 2 1 16,-2 2 0-16,4 0 4 16,-4 2-2-16,2 3 1 15,-2 3 0-15,5 6-1 16,-3 1-2-16,2 7 0 16,-8 0 1-16,2 0 1 15,-1 4 0-15,-2 6 1 16,0-1-1-16,-1-1 0 0,-3 4 0 15,-5-5 2-15,-2 0 0 16,0 1-2-16,0-3 0 16,2 1 0-16,-1 1 0 15,1 0 0-15,0 3 0 16,-1-2-3-16,-2 1 3 16,-1 1 1-16,-2-1-1 15,0 0 0-15,-1-1 1 16,1-2-1-16,-1 0 1 15,1-3-1-15,-1 5 2 16,4-4-2-16,-3 2 0 0,5-2 1 16,1 2-1-16,1-2 0 15,-2 2 0-15,0-1 1 16,-3 1 0-16,1-2-1 16,-3 0 0-16,2-1 1 15,-2 0-1-15,0 1 3 16,0-3-3-16,-1 1 1 15,-2-1-1-15,-1 1 0 16,-3 2 0-16,-2-4 0 16,-1 1 1-16,-1 2-1 15,-2-2 0-15,1 5 0 16,-1-1-2-16,0 0 2 0,-2 5 0 16,1-4 0-16,5 3-1 15,4-3 1-15,1 1 0 16,9 0 0-16,-2 0 1 15,2-1-1-15,2 1 0 16,0-5 0-16,-1 3 1 16,0-2-1-16,2 1 1 15,-2 2-1-15,0-1 0 16,-1 0 0-16,-2 1-1 16,0-1 1-16,0 4 1 15,0-4 2-15,-1 0-3 16,1 6 0-16,-1-6 0 15,-2 4 0-15,-3-2-1 0,-1 1 1 16,-4-1 0 0,0-1 0-16,-1 0 0 0,2-2 0 15,4 0 0-15,-1 1-1 16,-1 0 1-16,-2-1 0 16,1 1 0-16,-2-1-2 15,0 1 2-15,-2-3-2 16,0 2 2-16,0 0 0 15,-2-3-1-15,2 3 1 16,-2-2 0-16,0 1 1 16,0-2-1-16,-2 2 0 15,-1 0 0-15,3 0 0 16,1 1 0-16,0-2 3 0,-2 3-4 16,4 0 1-16,-7-1 0 15,4 0-1-15,-4-1-2 16,-2 1 3-16,2-2-1 15,1 3 1-15,2 0-2 16,0-4 1-16,0 4 1 16,-2 0 0-16,0-1 0 15,2 0-2-15,4 1 2 16,-1-3 2-16,6 2-2 16,-5-1 0-16,2 1 1 15,-3 2 0-15,-1-2-2 16,0 2 0-16,-1-2-1 15,2 2 2-15,4-3-1 16,0 4 0-16,-1-4 1 0,4 0 1 16,0 0-1-16,-1 1-3 15,1-3 2-15,-1 0 1 16,1 4 1 0,-3-4-1-16,2 0-1 0,1 4-4 15,-1-3 5-15,4 1-3 16,-1 1 2-16,-1-1 0 15,1 1 0-15,-3-1-1 16,1 2 1-16,6-3 0 16,-1 1 1-16,-1 0 0 15,-3-2 1-15,5 1-1 16,-1 1 0-16,-1-2-1 0,-2 2 1 16,4 0 0-16,-4 0 0 15,4-1 0-15,-4 1 0 16,7-1-1-16,-1 2 1 15,-2-4 0-15,2 3 0 16,-1 1 0-16,-1 0 1 16,2 1 0-16,0-1 1 15,1 1-2-15,2 1 0 16,-4-2-1-16,4 2 1 16,5-4 0-16,-2 1-1 15,1 0 1-15,2 0 1 16,1 1-1-16,0-1-1 15,3-2 1-15,2 1 0 0,1 2 0 16,4-2 0 0,2 3-1-16,-1 1 0 0,1-3 0 15,-2 4 1-15,1-3 0 16,1 5-1-16,3-1 1 16,-3 4-1-16,5 1 0 15,-4-2 0-15,7 2 1 16,-4 3 0-16,4-1 3 15,-4 2 0-15,5 3 2 16,0 0-2-16,0 4 7 16,0-4-3-16,0 5 1 15,0-1 1-15,0-3-1 16,0 2 1-16,0-1-4 16,0-2-3-16,6-6-2 0,2-2 0 15,8-8-83 1,-8-4-235-16</inkml:trace>
  <inkml:trace contextRef="#ctx0" brushRef="#br0" timeOffset="57686.983">21479 874 531 0,'0'0'81'0,"0"0"12"0,0 0 25 0,0 0-38 0,0 0-15 16,0 0-20-16,0 0-31 16,-40-19-8-16,32 41 33 15,2 7 9-15,2 5-4 16,4 6 2-16,-4 1-12 16,1 6 18-16,-2 0-23 15,3-4-7-15,-1-2-7 16,0-3-4-16,2-5 4 15,-1-7-8-15,-1 0 5 16,3-9-9-16,0-4 5 16,0-5-2-16,0-5-4 15,0-3-1-15,0 0 6 16,0 0 6-16,0 0-5 0,0 0 3 16,0-3-10-16,0-7-1 15,0-1-16-15,0-4-54 16,0 1-71-16,3-2-127 15,0 2-291-15</inkml:trace>
  <inkml:trace contextRef="#ctx0" brushRef="#br0" timeOffset="58295.66">21858 930 463 0,'0'0'216'0,"0"0"-77"0,0 0-2 0,0 0-89 0,0 0-46 15,0 0 29-15,-6 76 18 16,10-37 9-16,4 2-14 15,-4-1-18-15,1-1 4 16,-3-3-11-16,-2-3-5 16,0-4-9-16,0-8 0 15,-3 0-2-15,-5-9 1 16,5-3-1-16,-2-5-2 0,2-4 0 16,2 0 2-16,-3 0 7 15,-1-8-8-15,1-6-1 16,-1 0 0-16,-1 1-2 15,5 2 2-15,-3 1 0 16,0 4 0-16,3 1-2 16,1 2 0-16,0 3-3 15,0 0 3-15,0 0 1 16,0 0-13-16,0 0 8 16,5 0 5-16,6 8 6 15,1 1 3-15,3 1-2 16,-1-2 0-16,5 2 3 15,-3 0-1-15,1-1 4 0,-2 3-3 16,1-4-4-16,-1 4 1 16,0-4-2-1,-5-1 4-15,2-2-7 0,-3-2 0 16,-4-1 1-16,-2-2-2 16,0 0-2-16,1 0-13 15,6 0-71-15,4-4-136 16,8-14-223-16</inkml:trace>
  <inkml:trace contextRef="#ctx0" brushRef="#br0" timeOffset="58575.868">22527 1094 573 0,'0'0'72'0,"0"0"57"0,0 0-51 0,0 0-30 16,0 0 9-16,0 0 48 15,0 0-18-15,56 8-20 16,-30-7-24-16,0-1-12 16,1 0-11-16,0 0-13 15,-6 0-4-15,4 2-3 16,-7-2-32-16,-6 5-47 15,-3 0-90-15,-9 3-133 16,0-3-98-16</inkml:trace>
  <inkml:trace contextRef="#ctx0" brushRef="#br0" timeOffset="58812.363">22556 1264 632 0,'0'0'102'0,"0"0"63"15,0 0-51-15,0 0-49 16,0 0-24-16,0 0 0 16,49 10-10-16,-20-10-13 15,-2 0 0-15,1 0-3 16,-1 0 3-16,-3 0-11 0,0 0-7 16,-4 0 3-16,-3 2-3 15,-1 0 0-15,1 0-25 16,-1-2-57-16,-1 0-77 15,1 0-169-15</inkml:trace>
  <inkml:trace contextRef="#ctx0" brushRef="#br0" timeOffset="59156.87">23162 1046 368 0,'0'0'482'0,"0"0"-394"0,0 0 63 16,0 0-64-1,0 0-22-15,0 0-23 0,-30-19-29 16,30 19-7-16,0 3 3 16,2 8 14-16,2 7 10 15,5 4 5-15,-6 2-7 16,0 1 4-16,-2 0-6 15,-1 5-7-15,2-5 1 16,-2 1-11-16,0-3-4 16,1-5-3-16,-1-1-2 15,3-4-1-15,1-4-1 16,-3-2-1-16,2-3-18 0,2-1-34 16,2-3-55-16,6 0-176 15,7-6-172-15</inkml:trace>
  <inkml:trace contextRef="#ctx0" brushRef="#br0" timeOffset="59599.2">23505 1148 727 0,'0'0'98'0,"0"0"3"15,0 0 10-15,0 0-44 16,0 0-33-16,-86 51-11 15,83-33-4-15,1-1-4 16,2-2-2-16,0 0 2 0,0-2-6 16,3-5-4-16,6 1 3 15,1-1-8-15,10-2 9 16,1-5-1-16,3-1-3 16,5 0 3-16,0 0-7 15,-1-8 4-15,2-5-1 16,-5-2 0-16,-1-1 4 15,-3 0 7-15,-5-1 14 16,-7 1 3-16,-2-1 0 16,-6-2-6-16,-1 2 13 15,0 2-9-15,0-1-7 0,-8 4-17 16,-2 1 1 0,-5 2-7-16,2 2 0 0,-5 4-2 15,0 1-1-15,-5 2 3 16,-2 0 0-16,1 0-6 15,3 0-22-15,0 6-26 16,7 4-40-16,5-1-18 16,9-1-77-16,0-6-231 15</inkml:trace>
  <inkml:trace contextRef="#ctx0" brushRef="#br0" timeOffset="60025.93">23904 1106 813 0,'0'0'46'0,"0"0"23"0,0 0-35 0,0 0-15 16,0 0-8-16,-65 74-8 16,59-55 5-16,5 2-7 15,1-5 3-15,0-2 1 16,1 0 7-16,14-4 6 15,2-4 2-15,5-2-13 16,-1-3 2-16,4-1-6 16,1 0-2-16,-4-1 0 15,2-9 0-15,-5-2 1 16,1-3 2-16,-8-1 5 0,-2-1 38 16,-3-2 8-16,-5-2 4 15,-2 1-4-15,0-3 7 16,0 5-26-16,-5 0-6 15,-5 3-14-15,0 0-9 16,-1 5-4-16,-1 3-1 16,-1 4-2-16,-5 3 0 15,0 0-2-15,-4 0-1 16,2 6-28-16,4 7-41 16,4-1-42-16,8 1-95 15,4-3-223-15</inkml:trace>
  <inkml:trace contextRef="#ctx0" brushRef="#br0" timeOffset="60529.498">24429 1103 613 0,'0'0'156'0,"0"0"-19"0,0 0-40 0,0 0-68 0,0 0-12 0,0 0-4 16,-96-12 6-16,80 22-1 16,-1-1 8-16,5 2 4 15,2 1 16-15,4 2-19 16,1 1-11-16,1-3-7 16,1 2-2-16,3-1-2 0,0-1 0 15,0-1-2-15,0-1 1 16,4-3-3-16,10-1 2 15,4 1 6-15,6-4 1 16,-2-3-5-16,7 0-2 16,0 0 0-16,1-3-1 15,2-9 0-15,-6 0-2 16,-2-5 0-16,-7-1 3 16,-3-3 1-16,-4 1 6 15,-6-1 22-15,-4 3 3 16,0-1-3-16,0 4-1 15,-6 2-11-15,-6 4-6 0,-6 2-12 16,-3 4-2-16,-4 3-2 16,-4 0 0-16,0 0 0 15,2 3-2-15,5 7-24 16,6 0-26-16,6 0-35 16,10 2-15-16,0-7-201 15,6-5-348-15</inkml:trace>
  <inkml:trace contextRef="#ctx0" brushRef="#br0" timeOffset="60859.134">25009 1023 509 0,'0'0'154'0,"0"0"-92"0,0 0 11 0,0 0-41 0,0 0-8 16,-88 7 8-16,71 4-11 16,3 5-3-16,3-1 6 15,2 2-5-15,2 0 14 16,1 4-3-16,4 0 22 16,-1-2-33-16,3-1 3 15,0-2-4-15,0-3-5 16,9-1-5-16,6-5 5 15,0-4-5-15,6 0 2 16,9-3-10-16,3 0-11 0,6 0-44 16,2-12-94-16,-1-5-145 15,-1-5-293-15</inkml:trace>
  <inkml:trace contextRef="#ctx0" brushRef="#br0" timeOffset="61540.722">25293 1058 482 0,'0'0'273'0,"0"0"-106"16,0 0-30-16,0 0-74 16,0 0-33-16,0 0 9 15,-41 20-1-15,38-6 0 0,2 0 9 16,1 1-16 0,0-1 2-16,0-2-22 0,0-4-3 15,0 1-4-15,0-5-4 16,0-2 0-16,0-2 0 15,0 0-17-15,0 0 6 16,0-5-1-16,0-9-10 16,0-2-12-16,7 2 8 15,4 3 26-15,-1 3 7 16,-3 2 5-16,0 4 11 16,-1 2-6-16,5 0-8 15,3 0-7-15,2 8 1 16,1 5 5-16,0 2 3 15,-3 0 0-15,2-2-1 16,-5-1-3-16,-2-4-2 0,-3 1 1 16,-2-7-3-1,-4 0-1-15,3-1-2 0,-1-1 4 16,-2 0 2-16,1 0 5 16,4-7-5-16,5-7-5 15,3-2 0-15,-2 2 0 16,5-1 0-16,-7 1 1 15,2 1-2-15,-2 3 2 16,-3 3-2-16,4-1 1 16,0 5-1-16,1-3 1 15,0 5 1-15,2-1 2 16,2 2 1-16,0 0-1 16,-3 0 1-16,1 6 1 0,-1 4-5 15,-4 1 3-15,-2 2 2 16,-2 0 1-16,-1-1 0 15,-3 3 1-15,0-2 8 16,0 3-3-16,0-2-2 16,-6-2-4-16,-4 1-3 15,-1-2-2-15,2-1 0 16,3-2-2-16,0-1-15 16,0-6-26-16,-1 1-34 15,-1-2-75-15,1 0-86 16,5-16-549-16</inkml:trace>
  <inkml:trace contextRef="#ctx0" brushRef="#br0" timeOffset="62112.252">25876 523 856 0,'0'0'72'0,"0"0"78"0,0 0-67 16,0 0-9-16,0 0-19 15,0 0-14-15,19-70-6 16,-4 70-24-16,1 0-6 16,-2 9 0-16,-1 8 2 0,-5 6-4 15,-5 2-1-15,-3 0 6 16,0 0-7-16,-9-4 6 15,-6-1 0-15,0-6-3 16,0-6 1-16,9-1-3 16,2-2-1-16,4-4-1 15,0-1-2-15,0 0-10 16,0 0-12-16,15 0 3 16,3 0 17-16,1 0 4 15,-1 0 0-15,1 0 0 0,-1 0 0 16,0 5-2-1,-2 6 0-15,-2 1 2 16,-4 4 1-16,-2-1 4 0,-5 2 6 16,-3-1 4-16,0-2-1 15,0 1 3 1,0-2-2-16,-9 0 2 0,-2-5 9 16,-4 1-4-16,-1-2-3 15,-5-3 7-15,-1 1-8 16,-7-3-3-16,-2-2-7 15,0 2-3-15,1-2-4 16,3 1-1-16,5-1-7 16,-1 2-31-16,4 0-40 15,-2-2-107-15,6 0-244 16</inkml:trace>
  <inkml:trace contextRef="#ctx0" brushRef="#br0" timeOffset="63057.842">21461 1783 399 0,'0'0'328'0,"0"0"-165"0,0 0 13 0,0 0-64 0,0 0-84 16,0 0-2-16,0 69 56 16,0-29-25-16,0-1-9 15,0 1-14-15,0-4-24 16,0-1 5-16,0-3-9 16,0-4-6-16,0-2 3 15,-3-6-3-15,0-5-16 16,3-3-66-16,0-10-100 15,11-2-230-15</inkml:trace>
  <inkml:trace contextRef="#ctx0" brushRef="#br0" timeOffset="63507.88">21934 1820 704 0,'0'0'171'0,"0"0"-106"15,0 0-30-15,0 0 75 16,-1 81-24-16,1-48-28 16,0 1-19-16,0 0-14 15,0-3-9-15,0-2-8 0,0-8-4 16,0 2 3 0,0-7-4-16,0-3-3 0,-2-6-2 15,-1-1-20-15,2-3-5 16,1-3-9-16,-3 0 21 15,3 0 11-15,0 0 4 16,-2 0 4-16,2 0-4 16,0-2 3-16,0-1 2 15,0-1 12-15,0 4 6 16,9-3-14-16,-1 0-5 16,8 2 2-16,-2 1-2 15,2 0 7-15,0 0-8 16,1 0 1-16,-2 0 3 15,2 4-1-15,3-1-3 16,-1 3 1-16,5-5-4 0,-2 2 2 16,-2-2-2-16,2-1-20 15,-2 0-29-15,-7 0-106 16,3 0-68-16,1-12-386 16</inkml:trace>
  <inkml:trace contextRef="#ctx0" brushRef="#br0" timeOffset="63715.976">22625 1901 910 0,'0'0'65'0,"0"0"55"0,0 0-62 0,0 0-43 16,0 0 0-16,0 0-8 15,85 6-7-15,-50 0-4 16,-6 2-86-16,-5 1-102 16,-12 1-201-16</inkml:trace>
  <inkml:trace contextRef="#ctx0" brushRef="#br0" timeOffset="63884.612">22615 2128 753 0,'0'0'172'0,"0"0"-6"16,0 0-38-16,0 0-70 0,0 0-21 16,0 0-25-16,117 3-12 15,-75-3-21-15,6-3-75 16,-5-9-100-16,2-2-184 16</inkml:trace>
  <inkml:trace contextRef="#ctx0" brushRef="#br0" timeOffset="64420.409">23732 1899 825 0,'0'0'95'0,"0"0"58"0,0 0-23 0,0 0-72 16,0 0-42-16,0 0 6 16,0 27 33-16,0-5 0 15,0 3-19-15,0-2-8 16,0 3-2-16,0-2-7 15,0 0-2-15,0-2-10 16,0-2-3-16,-4-1-1 16,-1-4-2-16,4-4 3 15,-1-4-4-15,2-4-10 16,0 0-20-16,0-3-8 0,0 0-5 16,0 0 5-16,0 0-41 15,0-5-70-15,0-5-88 16,0-3-255-16</inkml:trace>
  <inkml:trace contextRef="#ctx0" brushRef="#br0" timeOffset="65104.528">24320 2002 750 0,'0'0'110'0,"0"0"55"0,0 0-84 0,-88-17-58 0,64 17-12 16,0 7-7-16,1 8 6 16,0 5-4-16,6 2-1 15,7-1 3-15,2 1 7 16,5 1-3-16,3-2-8 16,0-2 3-16,0-3-7 0,8-5 1 15,5-2-2 1,10-5-3-16,0-4-13 0,6 0-12 15,2-4 4-15,2-14 12 16,1-6-8-16,-1-7 1 16,-3-5 2-16,-3-4-20 15,-8 0 17-15,-4-2-1 16,-9 1 17-16,-3 7 5 16,-3 6 32-16,0 5 27 15,-4 8 32-15,-5 4-25 16,1 2-27-16,2 5-1 15,3 1-7-15,0 3-10 16,3 0-21-16,0 0-4 0,0 14 4 16,0 3 9-1,0 2 4-15,0 6 6 0,0 0 7 16,0 4-5-16,0 1 6 16,6 2-2-16,-3 2-3 15,0-1-4-15,3-1-4 16,-4-2-6-16,1-1-8 15,-2-6 5-15,-1-2-5 16,0-1-6-16,0-6-40 16,0-2-31-16,0-6-102 15,3-6-194-15</inkml:trace>
  <inkml:trace contextRef="#ctx0" brushRef="#br0" timeOffset="65763.3">24693 1982 861 0,'0'0'99'0,"0"0"-8"0,0 0-50 16,0 0 20-16,0 0-11 16,-12 80-2-16,12-60-13 15,0 0-17-15,0-6-3 16,4-4-7-16,-4-5-2 15,0-1-6-15,0-4 3 16,0 0-3-16,0 0-20 16,0-10-39-16,0-7-18 0,0-6-2 15,0 2 28-15,3-1 50 16,8 2 1-16,1 5 10 16,5 2 17-16,1 6 21 15,-1 5-12-15,2 2-10 16,1 0-5-16,-1 2-5 15,0 10-7-15,-2 5 6 16,1-1 9-16,-6 0-13 16,-3-1 0-16,-4-4-5 15,-3-3-2-15,-2 2 0 16,0-6-3-16,0-1-1 0,0-1-9 16,0-2-3-16,0 0 0 15,0-5 6-15,1-9-2 16,4 1 8-16,4-4 2 15,0 0 7-15,6-1 8 16,-2 3-6-16,4 1-6 16,-1 3 1-16,5 2-5 15,1 1-1-15,2 6 0 16,-3 2 3-16,0 0 1 16,-4 0 5-16,-3 5 8 15,-5 6 1-15,-4 4 3 16,-4 3 1-16,-1 1-2 15,0 4 4-15,0-2-5 16,-4 1-6-16,-2-2-3 16,-3-2-4-16,3-6-5 0,-3-2 0 15,3-3-2-15,1-4-30 16,2-2-47-16,-1-1-88 16,1-1-149-16</inkml:trace>
  <inkml:trace contextRef="#ctx0" brushRef="#br0" timeOffset="66283.184">25342 1677 757 0,'0'0'124'0,"0"0"47"0,0 0-91 16,0 0-28-16,0 0-39 15,0 0 19-15,76-4 6 16,-64 18-20-16,-5 1-10 16,-2 2 10-16,-5-3-16 15,0 2 7-15,0 0-3 16,-15-3-4-16,0-3-2 16,0-3-5-16,6-3-9 15,6-1-12-15,2-2 12 16,1-1 11-16,0 0 2 15,1 0-6-15,14 0-7 16,3 0 14-16,1 2 0 0,0 1 2 16,1 3-1-16,-4 3 0 15,-1 1 7-15,-1 1 6 16,-5 0 10-16,0 2 12 16,-3 0 8-16,-1 0 5 15,-2 0-5-15,-3-4-12 16,0 0-3-16,0-3-5 15,0 1-3-15,-6 3 6 16,-11-4 0-16,-9 0 1 16,-3-1-12-16,-1-2-4 15,-3 0-6-15,5-1-2 0,2-2-4 16,4 0-3 0,1 0-36-16,9 0-56 0,2-5-103 15,5-10-459-15</inkml:trace>
  <inkml:trace contextRef="#ctx0" brushRef="#br0" timeOffset="67061.407">21453 2680 684 0,'0'0'88'0,"0"0"74"0,0 0-36 15,0 0-48-15,0 0-30 16,0 0-17-16,0 0 33 16,66 95-19-16,-60-47-14 0,-3 3 8 15,-3-3-15 1,0-1-8-16,0-3-8 0,0-4-3 16,0-3-4-16,0-7-1 15,0-6 0-15,0-7-27 16,8-6-68-16,13-11-150 15,2 0-308-15</inkml:trace>
  <inkml:trace contextRef="#ctx0" brushRef="#br0" timeOffset="67541.226">22080 2739 18 0,'0'0'998'0,"0"0"-890"15,0 0-12-15,0 0-73 16,0 0 2-16,0 0 16 16,-7 103-19-16,7-67-3 15,0 2-8-15,0-3-2 16,4-1-6-16,-1-2 0 16,0-5 0-16,-1-4 1 15,-2-3-3-15,0-4 2 16,0-5-3-16,0-5-9 15,0-2-8-15,0-4-8 0,0 0 25 16,0 0 1 0,-5 0 2-16,2-10-2 15,0 3 4-15,2-4-3 0,1 4-2 16,0 1 5-16,0-1 2 16,0 4 2-16,0 0-1 15,1 2-1-15,5 1-1 16,5 0 1-16,5 0-4 15,1 0 1-15,-1 4 8 16,6 6-5-16,-1-3 1 16,-1 2-4-16,3-1-1 15,-4-1 1-15,-2-1-2 16,-2-2-1-16,0 0-2 16,-1-2-4-16,0-2-32 15,0 0-77-15,4-2-93 0,-3-12-193 16</inkml:trace>
  <inkml:trace contextRef="#ctx0" brushRef="#br0" timeOffset="67773.348">22952 2893 694 0,'0'0'169'0,"0"0"-24"16,0 0-30-16,0 0-43 0,0 0-21 16,0 0-4-16,52 0-23 15,-22 0-18-15,-1 1-6 16,-5 3-21-16,-9 2-78 16,-6 2-171-16,-9 2-253 15</inkml:trace>
  <inkml:trace contextRef="#ctx0" brushRef="#br0" timeOffset="67945.928">22934 3099 573 0,'0'0'249'16,"0"0"-77"-16,0 0-39 16,0 0-52-16,0 0-31 0,0 0-18 15,0 0-21-15,79 4-11 16,-42-4-11-16,2 0-49 15,-2-4-103-15,1-6-157 16</inkml:trace>
  <inkml:trace contextRef="#ctx0" brushRef="#br0" timeOffset="68465.729">23750 2635 641 0,'0'0'189'0,"0"0"-9"0,0 0-99 0,0 0-52 15,0 0 23-15,0 0 27 16,0 99-33-16,0-62 7 16,0-2-9-16,0-1-12 15,0-3-14-15,0-1-8 16,0-5-5-16,0-3-3 15,0-3-2-15,0-6-24 16,0 0-53-16,3-8-151 16,13-5-173-16</inkml:trace>
  <inkml:trace contextRef="#ctx0" brushRef="#br0" timeOffset="68853.312">23990 2791 768 0,'0'0'156'0,"0"0"53"16,0 0-115-16,0 0-64 16,0 0-20-16,0 0 1 15,-51 49-3-15,51-25-2 16,0-1-5-16,9-1 4 16,5-3 0-16,2-3-4 0,2-7-1 15,1-1-9-15,2-5-7 16,-1-3-2-16,3 0 5 15,-6 0-10-15,2-5 12 16,-1-9 11-16,-4-3 2 16,-5-1-1-16,2-5 4 15,-6 2 7-15,-2-3 6 16,-2-2 6-16,-1 1 2 16,0 3 9-16,0-1 9 15,-3 0-13-15,-4 7-16 16,-3 0-8-16,-1 7-4 15,-1 5-3-15,-6 4-7 0,-2 0-21 16,-2 10-35 0,5 8-30-16,5 2-135 0,7 0-267 15</inkml:trace>
  <inkml:trace contextRef="#ctx0" brushRef="#br0" timeOffset="69250.249">24397 2775 757 0,'0'0'122'0,"0"0"16"0,0 0-58 16,0 0-40-16,0 0-13 16,-85 53-10-16,85-30-9 15,0 0 8-15,0-2 2 0,15-6-1 16,6-1-2-16,3-5-8 15,1-3 3-15,5-3-2 16,0-3-7-16,0 0-1 16,-3-4-1-16,-5-9-2 15,-4-4 2-15,-2-2 0 16,-4-3 1-16,-6 3 1 16,-2-6 2-16,-4-2 9 15,0 5 32-15,0-2 4 16,-5 0-4-16,-7 5-4 15,0 3-21-15,-4 3-14 16,-2 5-5-16,0 4 0 16,-5 4-7-16,0 0-29 0,6 14-54 15,4 6-55 1,8 0-144-16,5 3-283 0</inkml:trace>
  <inkml:trace contextRef="#ctx0" brushRef="#br0" timeOffset="69647.864">24822 2773 656 0,'0'0'195'16,"0"0"-59"-16,0 0-50 16,0 0-71-16,0 0-12 0,0 0 0 15,0 0-2-15,-10 84 2 16,17-66-1-16,7-4 5 15,5-4 2-15,1-1 7 16,1-5-3-16,3-4-4 16,1 0-7-16,-4 0 0 15,1-3 1-15,1-11-1 16,-4-3-1-16,-4-4 1 16,-5-4 2-16,-2 2 13 15,-5-4 45-15,-3 1-7 16,0 0 8-16,0 1-13 15,-3 2-14-15,-11 4-11 16,-4 4-8-16,-2 5-16 0,-6 5-1 16,-4 5 0-16,4 0-5 15,1 0-20-15,0 15-17 16,4 3-43-16,8 4-25 16,4 0-91-16,9-2-182 15</inkml:trace>
  <inkml:trace contextRef="#ctx0" brushRef="#br0" timeOffset="70313.735">25367 2675 846 0,'0'0'67'0,"0"0"10"0,0 0-14 0,0 0 28 15,0 0-35-15,0 0-15 16,3 69-12-16,5-57-15 16,-2-2-6-16,0-1 0 15,-1-3-5-15,0-4 5 16,-4 3-8-16,-1-5 6 16,5 0-4-16,-1-6-2 15,4-6-6-15,1-8-3 16,1 2 9-16,1 0 0 15,-3 2 3-15,3 6 0 16,-6 3 4-16,-1 4-2 16,2 3 1-16,3 0-6 15,1 10-5-15,1 8 5 0,4 4 2 16,-2 0 0-16,-3 1-1 16,-4-5 0-16,1-3-1 15,-6-2 1-15,5-6-1 16,-4-1 0-16,-2-3 0 15,4-3-4-15,-1 0 0 16,1 0 4-16,7-13-7 16,-1-4 3-16,4-3 4 15,1 1 2-15,-1-3 6 16,0 4 8-16,2-1-9 16,-2 7 1-16,-1 4-3 0,-1 2 1 15,-1 6-5 1,-1 0 0-16,1 0 3 0,-1 0 3 15,2 7 2-15,-5 5 3 16,-1 5-1-16,2 0 1 16,-4-1 2-16,1 0-2 15,-4-2-6-15,1-3-1 16,1-2-4-16,0 0 0 16,1-2-1-16,4-1 0 15,3-5-20-15,2-1-28 16,4 0-59-16,7 0-64 15,2-10-48-15,7-12-127 16</inkml:trace>
  <inkml:trace contextRef="#ctx0" brushRef="#br0" timeOffset="70614.834">26174 2448 592 0,'0'0'166'0,"0"0"60"0,0 0-59 0,0 0-74 15,0 0-50-15,0 0-21 16,-22-28-22-16,19 43 0 16,-2 13 5-16,4 2 23 15,-2 5 12-15,1 6 13 16,-1 0-7-16,2 3-7 16,-1-3 4-16,0 0-10 15,2-7-11-15,0-10-7 0,0-2-2 16,4-10-5-1,6 0-1-15,5-4-1 0,6-7 0 16,4-1-1-16,2 0-5 16,3 0-9-16,0-6-60 15,1-9-61-15,-4-7-185 16</inkml:trace>
  <inkml:trace contextRef="#ctx0" brushRef="#br0" timeOffset="77383.432">21853 3616 930 0,'0'0'150'0,"0"0"-130"0,0 0-16 15,0 0 26-15,-4 108 46 16,1-58-30-16,2 3 0 0,1-3-10 15,-3 2-19 1,0-5-5-16,-2-3-6 16,-2-3-3-16,-5-4-2 0,1-6-1 15,1-6-61-15,1-6-49 16,5-10-124-16,4-9-329 16</inkml:trace>
  <inkml:trace contextRef="#ctx0" brushRef="#br0" timeOffset="77830.402">22033 3734 810 0,'0'0'127'0,"0"0"-126"0,0 74 50 15,-5-34 11-15,2 2-14 16,2 0-10-16,1-1-16 15,0-2-10-15,0-7-7 16,0-5-1-16,0-6-3 16,0-6-1-16,-3-5 0 15,1-3-13-15,-1-5-1 16,-5-2 6-16,-2 0 4 16,1 0 0-16,0-3 3 15,5-6 2-15,0 4 1 16,1-1-1-16,1 2 3 0,2 3 10 15,0 1 7 1,0 0-7-16,0 0-7 0,2 0 0 16,12 2 11-16,0 7-3 15,2-1-1-15,1 2 0 16,0 0-5 0,4-1-1-16,2-2 31 0,-1-3-16 15,0-1-14-15,-2-2-5 16,1-1-1-16,-2 2-3 15,-4-1-10-15,0 1-74 16,-8-2-123-16,-4 0-380 16</inkml:trace>
  <inkml:trace contextRef="#ctx0" brushRef="#br0" timeOffset="78168.501">22846 3885 565 0,'0'0'62'0,"0"0"135"16,0 0-56-16,0 0-56 0,0 0-9 15,0 0-20-15,92 16-26 16,-68-12-10-16,-1-2-13 16,0 4-5-16,1-1-2 15,-7 2-83-15,-6 0-158 16,-8 0-353-16</inkml:trace>
  <inkml:trace contextRef="#ctx0" brushRef="#br0" timeOffset="78462.248">22911 4105 495 0,'0'0'265'0,"0"0"-168"16,0 0 64-16,0 0-55 15,0 0-40-15,0 0-21 16,90 21-3-16,-63-20-3 16,2-1-7-16,1 0-5 15,-6 0 1-15,2 0-6 16,-6 0-8-16,-4 0-3 16,1 0-6-16,-5 0-1 15,-4 0-4-15,-1 0 1 0,-4 0 0 16,0 0 0-1,-3 0-1-15,0 0-10 16,0 0-45-16,-3 0-90 0,-15-3-167 16</inkml:trace>
  <inkml:trace contextRef="#ctx0" brushRef="#br0" timeOffset="79632.201">24211 3567 741 0,'0'0'118'0,"0"0"-6"0,0 0 5 16,0 0-80-16,0 0-30 16,-11 79 44-16,8-40-1 15,0 4-10-15,-1-2-2 16,0-2-3-16,-1-2-8 15,-1-5-9-15,-2 0-8 16,2-4-6-16,1-6-2 16,0 0-2-16,2-5-6 0,2-2-44 15,1-4-32-15,0-3-45 16,0-5-101-16,14-3-164 16</inkml:trace>
  <inkml:trace contextRef="#ctx0" brushRef="#br0" timeOffset="79887.678">24641 3677 790 0,'0'0'139'0,"0"0"-96"15,0 0-4-15,0 0 14 16,0 0-20-16,-27 100-7 15,12-69-3-15,-3 0-10 16,0-1-4-16,-3-3-3 16,0 1-2-16,2-4-4 15,-2-4-18-15,0-4-64 16,4-5-22-16,-2-8-143 16,7-3-198-16</inkml:trace>
  <inkml:trace contextRef="#ctx0" brushRef="#br0" timeOffset="80172.185">24443 3707 672 0,'0'0'62'15,"0"0"-54"-15,0 0 80 16,0 0 0-16,29 72-7 15,-10-50-35-15,1 0 0 16,-7-2-4-16,2 1-6 16,-3 2-5-16,-4 0-2 15,2-1-17-15,-4 1-3 16,-2-3-7-16,1-4 3 0,-2-4-4 16,4-2 0-16,-2-6-1 15,2-3-21-15,7-1-110 16,2-1-140-16</inkml:trace>
  <inkml:trace contextRef="#ctx0" brushRef="#br0" timeOffset="80464.857">25043 3636 404 0,'0'0'446'15,"0"0"-373"-15,0 0 50 16,0 0-58-16,0 0 0 16,0 0-7-16,-34 71-10 15,34-41 5-15,6-1-10 16,-1 1-6-16,-1-1-6 16,-3-1-5-16,-1 1-5 15,0-4-15-15,0-2 0 16,0-1-4-16,0-8-2 15,0 1 0-15,0-5-37 16,0-6-77-16,3-4-119 16,2 0-185-16</inkml:trace>
  <inkml:trace contextRef="#ctx0" brushRef="#br0" timeOffset="80929.384">25203 3769 652 0,'0'0'56'16,"0"0"97"-16,-20 72-38 15,20-46-42-15,0-1-24 16,11-7-12-16,5-1-13 16,4-5-12-16,2-6-2 15,2-3-2-15,-1-3-4 16,3 0-2-16,-3 0-1 15,0-11 3-15,1-2-4 0,-7-2 1 16,-2-5 0-16,-2 0 1 16,-2-4 0-1,-1-2-1-15,-4 3 1 0,-3-3 2 16,-1 2 24-16,-2 2 7 16,0 5 12-16,0 2 4 15,-8 4-9-15,0 3-18 16,-2-1-11-16,-2 6-6 15,-1-1-6-15,-2 4 0 16,-3 0 0-16,-3 0-1 16,-3 7 1-16,-1 4 2 0,0 2-2 15,-2-1-1 1,9-4 1-16,-2 0 0 0,7-3 0 16,4-2-2-1,5 0-21-15,2-3-46 0,2 0-53 16,0-3-83-16,10-16-428 15</inkml:trace>
  <inkml:trace contextRef="#ctx0" brushRef="#br0" timeOffset="81274.791">25472 3387 582 0,'0'0'111'0,"0"0"96"0,0 0-84 0,0 0-28 16,0 0-19-16,0 0-12 15,58 25-17-15,-35-24-13 16,3 0-5-16,4-1-8 15,1 0-8-15,2 0 2 16,-5 0-11-16,-5 0-2 16,-1 0-2-16,-11 0 2 15,-3 0-1-15,-5 0-1 16,-3-1-10-16,0 1-58 16,0-2-61-16,0-4-175 0,0 0-583 15</inkml:trace>
  <inkml:trace contextRef="#ctx0" brushRef="#br0" timeOffset="81896.857">26011 3237 111 0,'0'0'745'16,"0"0"-549"-16,0 0-31 15,0 0-119-15,0 0-19 16,0 0-22-16,44-24-1 0,-19 30 9 16,0 10-4-16,-6 4 2 15,-5 1-1-15,-6 1-4 16,-8 0-3-16,0-2-1 16,-9-2 1-16,-14-2-1 15,0-2-2-15,-1-6 0 16,4 1-7-16,4-5-8 15,7-2 6-15,4-2 3 16,4 0 5-16,1 0-5 16,0 0-7-16,0-2-2 15,4-6 2-15,10 3 10 16,4 1 3-16,-1 1-1 0,3 2 1 16,-1 0-1-16,0 1 1 15,-2 0 0-15,-2 0-1 16,-1 0 1-16,-2 0 1 15,-2 8 1-15,-3 2 6 16,0 1-4-16,-4 1 2 16,-3 1-2-16,0 0 0 15,0 2 9-15,0-2 0 16,-7 1 7-16,-3 2 1 16,-3-5-6-16,-2 1 6 15,-5-4-4-15,-2-1-1 16,-1 0-6-16,-5-4-3 0,-2 3-1 15,0-5 0 1,1-1 1-16,2 0 3 16,5 0-5-16,3 0-3 0,5 0 0 15,2-3-2-15,3 2-7 16,7 1-34-16,2 0-61 16,0 0-111-16,8 0-435 15</inkml:trace>
  <inkml:trace contextRef="#ctx0" brushRef="#br0" timeOffset="82713.617">26485 3641 826 0,'0'0'14'0,"0"0"118"0,0 0-31 16,0 0-13-16,0 90-33 16,4-68-3-16,1-2-15 15,-2-2-13-15,-2-1-12 16,-1-6-3-16,0 4-7 16,0-6 2-16,0-2 0 15,-3-2-4-15,-3-5-2 16,0 0-18-16,0 0 8 15,0-3-3-15,0-12 9 16,5-5 3-16,1-1 3 0,0-2 6 16,1-1-3-16,14 2-3 15,-1 2 1-15,3 1-1 16,0 8 0-16,1 2 1 16,-2 5-1-16,5 4 1 15,-2 0-1-15,1 2 2 16,-1 13 0-16,-1 4 2 15,-4 0-1-15,-2 3-1 16,-4-1 0-16,-3-2-1 16,-2 0 0-16,-3-5 0 15,0-3-1-15,0-4 2 16,0-2-2-16,0-3 0 0,0-2 0 16,-2 0-5-16,-1 0 1 15,3-1 1-15,0-10 0 16,0-5 2-16,0-1 1 15,2-3 1-15,8 1-1 16,5-1 0-16,0 3 0 16,1 0-1-16,0 1 0 15,0 5 1-15,-1 0-1 16,0 5 1-16,0 2 0 16,-4 2 0-16,2 2 2 15,-3 0 2-15,2 0 2 16,0 6-2-16,-1 5 4 0,0 1 0 15,-3 0 1 1,-1 3 6-16,0 0 9 16,-2 0 5-16,-4 1 3 0,1 0-5 15,-2-1-7-15,0 4 1 16,0-5-6-16,0 3-11 16,-5-2-1-16,-2-1-2 15,0 0 1-15,-1-2-2 16,2-2-2-16,0-4-28 15,-1-4-31-15,4-2-36 16,0 0-37-16,3-4-156 16,0-13-438-16</inkml:trace>
  <inkml:trace contextRef="#ctx0" brushRef="#br0" timeOffset="83322.292">27201 3207 729 0,'0'0'90'0,"0"0"102"0,0 0-126 0,0 0-1 16,0 0-21-16,0 0-13 15,50-58-4-15,-23 58-9 16,1 7-4-16,2 9 7 15,0 5 0-15,-3 3-2 16,-3 2-6-16,-5 3-4 0,-7-3-2 16,-7 0-1-16,-3-4-3 15,-2-2 1-15,-2-6 4 16,-10-5 1-16,-2-3 0 16,1-5-1-16,2-1 0 15,7 0-8-15,1 0 0 16,0 0-1-16,3 0 0 15,0 0-8-15,0-1-1 16,0-2 1-16,10-1 0 16,7 3 8-16,1-2 0 15,4 3 1-15,-2 0-3 16,1 0 3-16,-1 0 1 0,0 0 0 16,1 3 3-16,-5 5 2 15,-1 0-2-15,-4 2-2 16,-1 1 9-16,-4 1-1 15,-2 1 10-15,-2-2 3 16,-2 0 1-16,0 2 9 16,0-2-10-16,-2-1 1 15,-8 1-5-15,-6-4 3 16,-5 4-2-16,-5-5-2 16,-7 0-7-16,-5-1-4 15,-3-1-1-15,-2-2-6 16,-2-2 0-16,3 3-9 15,1 1-66-15,7-4-103 0,7 0-318 16</inkml:trace>
  <inkml:trace contextRef="#ctx0" brushRef="#br0" timeOffset="89592.138">20636 412 535 0,'0'0'106'0,"0"0"-93"0,0 0-13 16,0 0 7-16,0 0-7 0,0 0 0 15,0 0 27 1,-66 100 35-16,44-33-14 0,4 17-7 15,-1 12-9-15,-3 12-3 16,3 8-14-16,0 7-2 16,0 8-2-16,7 2 9 15,3-1 12-15,0 0 14 16,8-3-9-16,1 3-7 16,0-2 0-16,0-4-5 15,7 0-10-15,2 3-1 16,-2-4 0-16,1 4-7 15,2-11-1-15,-4-5 1 16,2-10-4-16,-5-8 0 16,-3-12-2-16,0-9 1 0,0-6-1 15,0-8 1-15,0-8 1 16,3-3-1-16,5 1 0 16,0 0 2-16,3 3 1 15,0 0 10-15,1 3-4 16,3-2-9-16,-1 0-2 15,-4-3 2-15,-1-9-1 16,0-2 0-16,-2-6 0 16,0-8 3-16,0-4-2 15,0-8 2-15,-4-1-3 16,3-2 2-16,-1-2-1 0,-1 2-2 16,-1 0 0-1,3 3 0-15,3 0 0 0,-1 2 1 16,5 2-1-1,5-4 0-15,7 3 0 0,10-5-4 16,8 0 1-16,6-2-2 16,6 0 4-16,2 3 1 15,4 0 0-15,-1 4 0 16,-2 0-1-16,1 3-1 16,-6-2 1-16,-2 2 1 15,-3-2-1-15,2-6 0 16,-1 1 1-16,1-4 0 15,0 2-1-15,5-1 0 16,2 0 0-16,0 0 1 16,1-1 0-16,8-2 0 0,4-2 1 15,1 0 1-15,0-1-2 16,-3 3-1-16,-8 0-1 16,-2 0 1-16,-4 1 1 15,-2 1 0-15,3-1 0 16,-2-2 0-16,5-5 0 15,1-1 0-15,6 0 1 16,2 0-1-16,1 0 1 16,5 0-1-16,-4-5 0 15,-2 2 0-15,5-6 1 16,1 1 1-16,4 1-2 16,3-2 0-16,-2 3-1 0,0-1 1 15,1 3-1 1,-1 0 1-16,2 3-1 0,1 0 1 15,-5-1-1-15,0 1 0 16,0-2-3-16,-1-1-3 16,-1-2-6-16,-2 2-3 15,-2 1-1-15,2 1 4 16,2 2-9-16,2 0 10 16,-2 0 7-16,-1 0-4 15,-2 9-5-15,-2 1-3 16,3-2 6-16,2 1 6 15,-1-2 2-15,3-2 1 16,-1 0-6-16,1-4 0 0,3-1-4 16,1 0-7-16,-3 0 4 15,2 3 3-15,-3-1 8 16,4-1 4-16,0 3 2 16,-2 0 0-16,-1 0 0 15,-1 2 1-15,0-2-2 16,1 2 1-16,1-1-1 15,1 0 0-15,-1 0-1 16,5 0 0-16,1-2 1 16,-1 1 0-16,1 0 6 15,4 0 3-15,3 1-4 16,1-2 0-16,1-3-4 16,-5 2-1-16,-5-2-2 15,-2 0 1-15,-1 0 0 0,-3 0 0 16,-6 0 0-16,-7 0 0 15,-6-2-2-15,-7-4 2 16,-1-4 0-16,-7 1 0 16,-5-2 0-16,-3 0 0 15,-8-3 0-15,-8-3 2 16,-1-3-1-16,-3-4 1 16,0-4-2-16,-3-5 0 15,1-5 0-15,-4-4 0 16,2-5 0-16,0-3-1 15,-3-1 2-15,1-3-1 16,-1 1 4-16,0-2 1 16,0-2 4-16,-1-2 7 15,-1-2 5-15,2-7-10 16,-4-8-7-16,2-6-3 0,0-1 1 16,0 1 2-16,3 2-1 15,-3-1-1-15,0 6 2 16,0 2 2-16,-3-3 8 15,3 0-5-15,-2-5-5 16,-2-3-2-16,-1-5-1 16,-1-4 1-16,2-5-1 15,1 3-2-15,0 8 2 16,0 5-1-16,0 8 0 16,-3 2 0-16,0 3 0 0,0 5 1 15,0 3 0-15,-2 1 0 16,-7 3 0-16,-2-2 0 15,-1-1 2-15,-1-2-2 16,-4-2 0-16,0-7 0 16,-2-3-1-16,-2 0 2 15,3 3-2-15,-1 8 0 16,1 9 2-16,1 2-2 16,-2 4 3-16,1 1-1 15,-3 2 0-15,0-1 1 16,0 1 1-16,1 3-4 15,2-2 3-15,1 1 0 16,-1 1 6-16,-1-3-5 16,-3 1 1-16,-2 3 0 0,-6-1-3 15,-1 6 3-15,-4 4-3 16,-1-1-1-16,-1 4-1 16,-5 0 0-16,2 1-1 15,3-4 1-15,-6-2 1 16,-2-4-1-16,-6 2-2 15,0 6 1-15,-4 4 1 16,-5 1 1-16,-8 3-1 16,-13 2-1-16,-7 5 1 15,-3 5-3-15,0 2-2 16,2 1-6-16,3 4 9 16,-3-1-4-16,-1 0-3 15,-4 0 4-15,0 1-6 16,2 0 4-16,2 0 2 0,6 2 4 15,-3-1-1-15,-2 2 1 16,-4 0-3-16,5 0 3 16,3 0-3-16,1 0 2 15,5 3 0-15,-1-1-3 16,1 1-4-16,-2-1 9 16,-4 2 1-16,0 2-1 15,-3 0 3-15,2-4-3 16,2 7 0-16,-3-1 0 15,-2 2 0-15,-2 0 1 16,-5 2-1-16,1-1 0 16,2 4-4-16,-1-1 4 0,0-1 1 15,2 1-1 1,5-3-1-16,-2 1 1 0,2 2-2 16,5-3-1-16,-3 5-2 15,-1-4 3-15,-1 3 1 16,4-1 0-16,3 1-2 15,3-1 0-15,2 0 1 16,-5 0 1-16,-4-1 0 16,-4-2 1-16,-6-2-1 15,3 1 1-15,0-2 1 16,3 1-1-16,8 1 4 16,5-4-4-16,8 1 0 15,2-1 1-15,1-1 3 0,2-3-4 16,-1 1-1-16,3-3 0 15,-1 0-2-15,-3 0 3 16,0 0 0-16,3 0 1 16,1 0-1-16,6 0 0 15,5 0 0-15,6 0 0 16,0 0 0-16,5 0 0 16,0 0 0-16,-1 0 0 15,0 0 2-15,0 0 0 16,2 1-2-16,-1 5 0 15,2-1 0-15,-3 3 0 16,3-1 0-16,-2-4 0 16,4 6 0-16,1-5 1 15,9-1 0-15,4-1 2 0,1 0-2 16,3 0 4-16,3-2 0 16,0 1 1-16,0 1-2 15,7-2 0-15,-1 0 2 16,3 4 0-16,-1 1 0 15,2 0 0-15,-3 2 0 16,-3 2 2-16,5 2 2 16,-7 1-2-16,-2 2 0 15,-2 4 0-15,-2-3 0 16,-3 4-1-16,0 1-2 16,2-3-1-16,0-2 0 15,3-2-1-15,1 2-2 0,2-1 1 16,0-4-2-1,3 3 0-15,3-1 0 0,3 4-32 16,3 1-99-16,-5-5-105 16,-5-7-606-16</inkml:trace>
  <inkml:trace contextRef="#ctx0" brushRef="#br0" timeOffset="100634.888">23981 6503 786 0,'0'0'27'0,"0"0"28"0,0 0-20 15,-2 85 74-15,-3-28-44 16,5 2-12-16,0 0-12 16,0-5-7-16,10-3-10 15,-4-4-9-15,0-4-4 16,-3-6-5-16,-1-8 0 15,-2-5-3-15,0-7-2 0,0-4 0 16,-2-5 3 0,-2-4-4-16,-1-4-23 0,-1 0-25 15,0 0-53-15,0-18-77 16,3-10-114-16,3-9-141 16</inkml:trace>
  <inkml:trace contextRef="#ctx0" brushRef="#br0" timeOffset="100909.212">23917 6533 92 0,'0'0'410'15,"0"0"-312"-15,0 0 10 16,97-76-19-16,-41 69-14 16,0 7-3-16,-1 0-41 0,-10 18-19 15,-11 7-7 1,-11 4-4-16,-12 3 2 0,-11 2 3 15,0 0-2-15,-22-3 5 16,-14 0 4-16,-6-5 2 16,-4-3 7-16,1-5-6 15,2-7-13-15,10-5-1 16,14-6 3-16,9 0-5 16,10-6-28-16,11-14-70 15,24-7-218-15,7-2-276 16</inkml:trace>
  <inkml:trace contextRef="#ctx0" brushRef="#br0" timeOffset="101494.621">24354 6512 764 0,'0'0'67'16,"0"0"73"-16,0 0-38 15,12 72-28-15,10-48-21 16,-1 2-27-16,-6-3-16 15,-4 1-5-15,-7-2-3 16,-4-4-1-16,0-3 3 16,-12-2-3-16,-10-3-1 15,-1-6-9-15,-2-4-3 16,4 0-4-16,2-16-8 16,4-6 0-16,6-5 9 0,3-1 10 15,6 1 5 1,0 2 0-16,18 4 0 0,10 5 0 15,7 6 5-15,0 4 9 16,4 6-3-16,-2 0-5 16,-5 5 1-16,-7 10-7 15,-2 2 2-15,-7 4 0 16,-7-1 0-16,-1-2-2 16,-4-2 1-16,-1-3 2 15,-2-3 3-15,2-4-3 16,-1-5-2-16,2-1 0 15,7 0 4-15,3-7 4 16,3-5-8-16,2-5 1 16,-2 0-1-16,-5 1 0 0,-2-1-1 15,0-2 10-15,-4 2 20 16,-6 0-8-16,0 2-3 16,0 1-9-16,0 3-1 15,-14 4-6-15,-6 4-2 16,-7 3 0-16,-7 0-1 15,4 11 1-15,3 1-1 16,7 3 0-16,9-1 0 16,5-5-13-16,6 0-49 15,18-9-70-15,20 0-101 16,9-11-367-16</inkml:trace>
  <inkml:trace contextRef="#ctx0" brushRef="#br0" timeOffset="101981.572">24927 6360 743 0,'0'0'127'0,"0"0"71"0,0 0-85 0,0 0-60 15,0 0-11-15,0 0 10 16,-18 63-14-16,35-30-21 16,-1 2-1-16,-6-1-9 15,-2 0-5-15,-5-2 0 16,-3-2-1-16,0-5-1 0,0-5-3 15,-11-3-23 1,5-9-14-16,-1-4-11 0,1-4 10 16,-1 0 18-16,2-11-21 15,2-6-6-15,3-3 35 16,0 2 6-16,0-2 6 16,0 2 3-16,2 2 0 15,9 2 2-15,4 0 2 16,2 3 1-16,5 3 7 15,2 2-5-15,0 0 7 16,3 5 0-16,-2 1 1 16,-2 0-8-16,-4 0 3 0,-3 11-6 15,-1 3 3 1,-4 3-3-16,-7 3 5 16,-4 0 6-16,0 5-5 15,-18-1 4-15,-9-3-4 0,-4 2 0 16,-5-5-2-16,0-3-6 15,2-4 0-15,9-6-2 16,7-5 0-16,9 0-32 16,9-5-60-16,4-16-139 15,26-9-439-15</inkml:trace>
  <inkml:trace contextRef="#ctx0" brushRef="#br0" timeOffset="102257.746">25452 6336 659 0,'0'0'122'0,"0"0"72"0,0 0-121 0,0 0-42 16,0 0-26-16,0 0 18 15,9 49 10-15,-3-24-1 16,2 8 10-16,-4-3-6 15,-2 3-4-15,-2-3-2 16,0-1-13-16,0-2-11 16,0-4-3-16,0-4-3 15,0-4-1-15,0-7-58 16,0-5-74-16,0-3-108 16,1-3-334-16</inkml:trace>
  <inkml:trace contextRef="#ctx0" brushRef="#br0" timeOffset="102417.858">25765 6316 731 0,'0'0'19'16,"0"0"37"-16,0 0-28 15,0 0-28-15,8 88-52 16,-7-54-479-16</inkml:trace>
  <inkml:trace contextRef="#ctx0" brushRef="#br0" timeOffset="102557.853">25800 6688 696 0,'0'0'213'0,"0"0"-46"0,0 0-68 15,0 0-73-15,0 0-26 16,0 0 0-16,12-17-152 15,-12 17-461-15</inkml:trace>
  <inkml:trace contextRef="#ctx0" brushRef="#br0" timeOffset="102993.474">23835 7241 759 0,'0'0'26'16,"0"0"-12"-16,0 0-3 0,125-40 20 16,-37 24-10-16,20-1-6 15,19 0 1-15,13-3 1 16,7-2 16-16,13-2 3 16,-5-1 11-16,-4 0-18 15,-14 3-12-15,-14 2-11 16,-28 2 1-16,-22 2 3 15,-25 4-7-15,-18 0-1 16,-16 6 0-16,-14 4-2 16,-3 2 0-16,-29 0-17 15,-22 2-66-15,-16 16-63 16,-24 0-92-16</inkml:trace>
  <inkml:trace contextRef="#ctx0" brushRef="#br0" timeOffset="103346.803">23935 7367 604 0,'0'0'88'16,"0"0"-83"-16,0 0 100 15,0 0-24-15,80-10-30 16,-3-7 9-16,17-5-10 15,17-2 12-15,10-3-12 16,11-1 6-16,3 1-15 0,-4 1-13 16,-4 5-6-1,-7 2-7-15,-16 2 0 0,-16 0 1 16,-13 6 2 0,-21 0-3-16,-19 4-2 0,-14-1 7 15,-12 4 8-15,-6 1-4 16,1 0 0-16,-4-1-14 15,0 4-8-15,0-1-2 16,0 1-7-16,0 0-62 16,-7 0-83-16,4 0-215 15</inkml:trace>
  <inkml:trace contextRef="#ctx0" brushRef="#br0" timeOffset="105288.511">26605 6680 247 0,'0'0'331'0,"0"0"-234"0,0 0 58 0,0 0-85 16,0 0-16-16,-25 73 31 15,20-33-50-15,2 6-2 16,0-2-13-16,0-3-11 16,-2-1-1-16,-1-7-5 15,0-3-1-15,-3-1-2 16,0-6 1-16,1-5-2 15,-1-3-16-15,5-7-17 16,-2-6 7-16,-1-2 15 16,2 0 9-16,-2-4-5 0,2-7 8 15,-1-3-2-15,0 0-6 16,2 3-4-16,4-1 9 16,0 1 0-16,0 2 2 15,0 0-2-15,11 0 2 16,5 2 1-16,4 2 5 15,4 1 8-15,0-1 10 16,2 3 1-16,3 0-13 16,-2 2-5-16,0 0-2 15,0 0-2-15,0 0 1 16,-3 0-3-16,-2 4-2 0,-4 2-36 16,-8 0-51-1,-2-1-65-15,-7-4-99 0,-1-1-132 16</inkml:trace>
  <inkml:trace contextRef="#ctx0" brushRef="#br0" timeOffset="105582.486">26801 6779 477 0,'0'0'18'0,"0"0"83"0,0 0 16 0,-14 80-45 0,14-46-13 16,0 0 12-16,0-2-7 15,0 2-25-15,0 0-1 16,0-1-12-16,0-3-11 16,0 0-5-16,0-3-4 15,-1-2-4-15,-4-5 0 16,1-4 1-16,1-6-3 15,0-3-27-15,3-7-64 16,0 0-84-16,0-19-438 16</inkml:trace>
  <inkml:trace contextRef="#ctx0" brushRef="#br0" timeOffset="105746.968">26956 6891 727 0,'0'0'66'16,"0"0"54"-16,0 0-55 16,0 0-60-16,0 0-5 15,0 0-17-15,10-3-142 16,10 3-302-16</inkml:trace>
  <inkml:trace contextRef="#ctx0" brushRef="#br0" timeOffset="106252.298">27201 6694 693 0,'0'0'88'16,"0"0"49"-16,0 0-57 16,0 0-46-16,0 0-1 15,-30 78-12-15,30-51-9 16,0 1-1-16,1-7 4 15,4-1-4-15,1-6-3 16,-5-7 1-16,1-3-6 16,-1-2-2-16,-1-2 3 15,0 0-3-15,5 0 5 16,2 0-1-16,5-9-2 0,3-1-2 16,1-1 1-1,-1 2-2-15,5 2 1 0,-2 0 2 16,3 5 18-1,-1 1 6-15,-3 1-9 0,-2 0-8 16,-2 3 1-16,-2 7 7 16,-3 0-4-16,-2 4-1 15,-4 0 6-15,-2 3-1 16,0 0 3-16,0 0 0 16,-12 1-10-16,-3 0 0 15,-4 1-6-15,-2 0 7 16,-3 0-8-16,-3 1-1 15,3-3 0-15,2-3-3 16,3-2 2-16,1-3-2 0,4-3-5 16,2-4-26-1,2-2-47-15,5 0-59 0,5-11-134 16,0-11-343-16</inkml:trace>
  <inkml:trace contextRef="#ctx0" brushRef="#br0" timeOffset="106580.452">27225 6708 650 0,'0'0'112'0,"0"0"62"16,0 0-96-16,0 0-56 0,0 0 11 15,0 0 40-15,80-1-21 16,-44 1-3-16,3 0-1 15,-2 0-3-15,-4-3-11 16,-6-3-15-16,-7 2-10 16,-6 1-2-16,-4 0-4 15,-4 3 3-15,-4 0 1 16,-1 0 2-16,-1 0 4 16,0 0 1-16,0-2-3 15,0 2-5-15,2 0-2 16,-2 0-4-16,0 0 0 15,0 0-8-15,-2 0-74 0,-10 5-92 16,-1 1-282 0</inkml:trace>
  <inkml:trace contextRef="#ctx0" brushRef="#br0" timeOffset="107503.353">27841 6700 50 0,'0'0'506'0,"0"0"-335"0,0 0 5 0,0 0-52 0,0 0-49 15,0 0-19-15,20-20-45 16,-12 38 16-16,0 6 29 15,-1 3-27-15,-3 4 7 16,-2 2-12-16,-2 0-8 16,0-1-7-16,0-1-4 15,-10-5-4-15,-1-3 2 16,2-4-1-16,-1-6-2 16,1-4-7-16,-2-2-14 15,3-4-13-15,-2-2 17 16,4-1 10-16,0 0 4 15,3 0-1-15,-1 0 3 0,4-7 1 16,0 0 0-16,0 0 0 16,0 0 0-16,10 2 2 15,4-1 3-15,-1 2 6 16,2 1 10-16,0 0-3 16,2 3 2-16,-1-2-5 15,0 2 0-15,-1 0 1 16,-1 0-7-16,-1 0 1 15,-1 0-6-15,0 6-1 16,3 0-2-16,0 0 0 16,3-1 0-16,1-2-1 15,2 2-16-15,3-5-81 16,1 0-132-16,5 0-388 16</inkml:trace>
  <inkml:trace contextRef="#ctx0" brushRef="#br0" timeOffset="107817.933">28796 6631 636 0,'0'0'103'0,"0"0"85"0,0 0-88 16,0 0-74-16,0 0 7 15,0 0 46-15,12 52-34 16,-5-28-1-16,-6 3-8 0,-1 5 12 16,0 1-10-16,0 2-13 15,-7-4-7-15,-2-3-8 16,2-6-6-16,0-3 0 16,3-6-4-16,0-3 1 15,2-6-1-15,2-4-19 16,0 0-54-16,0 0-36 15,0-13-83-15,0-8-312 16</inkml:trace>
  <inkml:trace contextRef="#ctx0" brushRef="#br0" timeOffset="108393.184">28687 6776 728 0,'0'0'97'0,"0"0"-5"15,0 0 29-15,102-34-63 16,-49 23-23-16,-2 0-6 16,-2 2-8-16,-10 2-11 15,-11 3-5-15,-10 1-3 16,-11 1 2-16,-5 2-4 16,-2 0 10-16,0 0 12 15,0 0-4-15,0 9 27 16,0 5-23-16,0 2-4 15,3 1 2-15,3-1-7 16,0 5-1-16,2-5-1 16,0 2-4-16,0-1 0 15,-1-3-3-15,3 1-2 0,-1 0 0 16,2-2-2-16,1-2 2 16,-2-1-2-16,6 0 2 15,0-3-2-15,3-3 3 16,-1-4-1-16,0 0-1 15,-2 0 1-15,1-4 1 16,-2-10 0-16,-1 0 2 16,-2-6 15-16,-5-3-1 15,-2-4-8-15,-3 0-1 16,-2-5-6-16,0 1-2 16,-5 3-1-16,-11 4-1 15,-5 3 1-15,-3 8 0 0,-6 3-1 16,-5 6 0-1,-4 3 2-15,-3 1-2 0,0 0 0 16,8 5 0-16,7 5 0 16,12 3 2-16,6-2-3 15,9 2 1-15,0 1-5 16,4-2-27-16,20 1-52 16,5-6-83-16,3-4-246 15</inkml:trace>
  <inkml:trace contextRef="#ctx0" brushRef="#br0" timeOffset="109363.369">30067 6634 441 0,'0'0'332'0,"0"0"-179"0,0 0-50 16,0 0-66-16,0 0-12 15,0 0 56-15,34 50-42 16,-27-31 0-16,-2 0 1 15,-4 2-7-15,-1-2-11 0,0-1-11 16,0-1-6 0,0-3-1-16,0 0-4 0,0-5 2 15,-4-4-2-15,-1-5-25 16,-3 0-18-16,2 0 22 16,0-12-5-16,2-5 22 15,4-2 2-15,0 0 2 16,4-1-1-16,12 2 1 15,6 4 7-15,5 2-3 16,3 4 3-16,0 3-3 16,-2 5 4-16,-3 0-2 15,-3 0 3-15,-3 11-1 16,-1 4-4-16,-6 3 2 16,-3 2-4-16,-3 0-1 15,-5 0 3-15,-1-2-2 0,0-4 0 16,0-6 0-16,0-2-2 15,0-5 1-15,0-1-1 16,0 0 3-16,0 0 3 16,4-7-5-16,7-11-1 15,1-1-1-15,6-6 1 16,0 1-1-16,-2 4 0 16,0 0 0-16,-2 4 0 15,-2 3 1-15,1 2 0 16,-1 5 0-16,2 0 0 15,1 6-1-15,1 0 1 16,1 0 0-16,-1 0-1 0,-4 6 1 16,-4 5 1-16,-3 2 1 15,-2 2 1-15,-3 1 8 16,0 2 9-16,0 2-2 16,0 2 0-16,0-1-2 15,-4-2-7-15,-3-2-3 16,2 0-6-16,-1-3 3 15,3-2-2-15,-2-3-2 16,2-1 1-16,2-5-21 16,-2-2-64-16,0-1-50 15,2 0-143-15,1-12-635 16</inkml:trace>
  <inkml:trace contextRef="#ctx0" brushRef="#br0" timeOffset="109873.24">30914 6533 654 0,'0'0'79'0,"0"0"41"0,0 0-36 16,0 0-31-16,86 20-4 15,-64-6-16-15,-6 0 1 16,-6 0-15-16,-5 2-9 0,-5-4-1 16,0 3-2-16,-5-4 0 15,-11-3-2-15,-3-4-2 16,2 1-1-16,7-5 1 16,4 0-3-16,4 0-1 15,2 0-1-15,0 0-6 16,11-5 0-16,10 1 8 15,2 1 1-15,2 2-1 16,0 0 1-16,0 1-1 16,-3 0 0-16,-3 0 0 15,-2 0 0-15,-3 1 2 16,-2 5 18-16,0-2 19 16,-5 0 12-16,-3 2-9 15,-4 1-14-15,0-3 11 16,-7 3-3-16,-13-3-8 0,-6-1-2 15,-7 2-5-15,-5-2-13 16,-1 1 3-16,3-3-6 16,3 1-4-16,4-1-1 15,4-1 0-15,5 0-76 16,4 0-240-16</inkml:trace>
  <inkml:trace contextRef="#ctx0" brushRef="#br0" timeOffset="111837.979">30898 6343 307 0,'0'0'70'0,"0"0"50"0,0 0-52 15,0 0-12-15,0 0-8 16,0 0 4-16,0 0-8 16,-15-20 5-16,15 17 4 15,0 0-15-15,0-3-14 16,3 2-5-16,9 0-5 15,6-2 5-15,4 4 3 16,4-1-3-16,0 3-8 16,-2 0-1-16,-3 0-3 0,-4 4-5 15,-4 7 0-15,-6 3 1 16,-1 3 5-16,-6 1 8 16,0 3 10-16,-3-2-2 15,-9 1-4-15,-7 0 0 16,-3 0-12-16,-1-3-1 15,-4 2-5-15,-1 0-2 16,0-2-38-16,-2-6-172 16,0-10-661-16</inkml:trace>
  <inkml:trace contextRef="#ctx0" brushRef="#br0" timeOffset="115022.453">27587 7597 716 0,'0'0'100'0,"0"0"32"0,0 0-38 0,0 0-55 16,0 0 40-16,0 0-15 15,-19 107-7-15,22-67-6 16,7-1-7-16,-4-2-11 15,-1-3-17-15,-2-3-6 16,-3-3-5-16,0-5-2 16,0-3 0-16,0-6-2 15,0-5-1-15,1-3-41 16,7-5-72-16,5-1-55 16,3-7-121-16,4-15-340 15</inkml:trace>
  <inkml:trace contextRef="#ctx0" brushRef="#br0" timeOffset="115536.086">27912 7611 662 0,'0'0'80'16,"0"0"11"-16,0 0-34 15,0 0 55-15,0 0-61 16,9 106 4-16,-1-71-1 15,-2 1-23-15,-3-3-7 16,0-1-1-16,-3-6-10 16,0-2-5-16,0-5-4 15,0-5-2-15,0 0 0 16,-3-7-1-16,-2-1 1 16,4-4-1-16,-1-2-1 0,-1 0 0 15,2 0-1-15,-2 0-4 16,0-2 2-16,0-5 1 15,3 3 2-15,-1-2-1 16,1 3 0-16,0-1 1 16,0 1 0-16,0 2 1 15,0-2 1-15,0 0 1 16,0 1-1-16,7-1-1 16,2 1 3-16,6-1 2 15,1 1 1-15,-1 2-1 16,3 0 2-16,-3 0 2 15,0 0 6-15,-2 0-3 0,-1 2 0 16,-1 3-3 0,-4-2-6-16,0 0-1 0,-1 0-2 15,-1 0-1-15,2-3 2 16,0 0-1-16,0 0-1 16,0 0-5-16,2 0-82 15,-1-4-112-15,-1-11-341 16</inkml:trace>
  <inkml:trace contextRef="#ctx0" brushRef="#br0" timeOffset="115866.173">28517 7793 576 0,'0'0'114'0,"0"0"13"0,0 0-7 0,0 0-31 16,0 0-31-16,84-11-5 15,-57 10-3-15,-2-2-26 16,-2 0-12-16,1 2-8 0,-3 1-2 15,-2 0-1 1,-2 0 0-16,-4 0-1 0,-5 0-29 16,-3 0-65-16,-5 5-80 15,0 4-114-15,-8-2-220 16</inkml:trace>
  <inkml:trace contextRef="#ctx0" brushRef="#br0" timeOffset="116099.395">28585 7957 456 0,'0'0'128'15,"0"0"-28"-15,0 0 2 16,0 0-39-16,0 0 6 16,0 0-16-16,73 1-19 0,-39-6 4 15,4-3 2-15,-1-1 0 16,-1 3-1-16,-5 1-20 15,-8 0-13-15,-7 2-4 16,-10 2-2-16,-6 1-9 16,0 0-130-16,-21 0-255 15</inkml:trace>
  <inkml:trace contextRef="#ctx0" brushRef="#br0" timeOffset="117451.242">29564 7580 614 0,'0'0'184'0,"0"0"-38"0,0 0-60 0,0 0-66 16,0 0 59-16,0 0-7 15,6 98-18-15,2-62 6 0,0 1-4 16,-2 0-14-16,-1-1-11 16,-5-3-14-16,0-4-7 15,0-5-3-15,0-2-4 16,0-7-3-16,0-1 3 16,0-4-2-16,0-2-2 15,0-2 1-15,0-5-25 16,0-1-31-16,0 0-25 15,10-4-12-15,11-11-117 16,6-7-108-16</inkml:trace>
  <inkml:trace contextRef="#ctx0" brushRef="#br0" timeOffset="117697.91">30110 7658 633 0,'0'0'114'16,"0"0"23"-16,0 0-31 16,0 0-50-16,0 0-5 15,-45 80 2-15,36-53-12 16,-3 1-10-16,-3-1-7 16,-1-3-11-16,-2-1-6 15,2-4-2-15,4-3-5 16,3-6 0-16,0 0-23 15,6-7-85-15,0-3-92 16,3 0-148-16</inkml:trace>
  <inkml:trace contextRef="#ctx0" brushRef="#br0" timeOffset="117992.363">29976 7690 508 0,'0'0'169'15,"0"0"0"-15,0 0-8 16,0 0-105-16,0 0-43 16,0 0 72-16,41 34-11 15,-14-13-8-15,-1 1-1 16,-1 0-21-16,-4-1-10 16,-4 0-15-16,-4-2-6 0,-6-2-10 15,-1-1 1 1,-1-2-2-16,0-1-1 0,0-3 1 15,3-1-1-15,-2-2-1 16,4-4-12-16,2-3-28 16,2 0-51-16,2 0-47 15,-1-15-141-15,3-7-370 16</inkml:trace>
  <inkml:trace contextRef="#ctx0" brushRef="#br0" timeOffset="118266.782">30550 7565 774 0,'0'0'129'16,"0"0"47"-16,0 0-83 16,0 0-52-16,0 0-30 15,0 0 44-15,-4 50-2 16,8-24-4-16,1 1-7 15,-2-5-5-15,-3 2-19 16,1-3-9-16,-1-2-4 16,0-1-3-16,0-4 0 15,0-1-2-15,0-3-7 16,3-3-67-16,3-6-83 16,3-1-108-16,3-1-384 15</inkml:trace>
  <inkml:trace contextRef="#ctx0" brushRef="#br0" timeOffset="118711.033">30786 7644 727 0,'0'0'79'16,"0"0"18"-16,0 0 29 16,0 0-47-16,-27 80-36 15,27-57-14-15,15 0-18 16,0-5-5-16,4-4-2 15,1-2 0-15,-1-5-2 16,0-1-1-16,1-6 2 0,-5 0 0 16,3 0 0-16,-5-1-3 15,2-9 3-15,-1-2 0 16,-1-3-1-16,-1-2-1 16,2-1 0-16,-1-2-1 15,-4 0 2-15,-5 2-1 16,0 3 3-16,-4 2 28 15,0 1 24-15,0 1-17 16,-5 1-19-16,-6 3-6 16,-3 1-9-16,-2 6 1 15,-3 0-5-15,-2 0 0 16,-4 2 4-16,-2 9 0 16,-2 3-1-16,6 1 0 0,0-1-3 15,2-2-1 1,5 0 3-16,5-6-3 0,5 0-3 15,6-5-40-15,0-1-88 16,9 0-110-16,15-11-393 16</inkml:trace>
  <inkml:trace contextRef="#ctx0" brushRef="#br0" timeOffset="119025.71">31127 7281 148 0,'0'0'533'0,"0"0"-438"0,0 0 63 0,0 0-37 16,0 0-41-16,0 0-9 15,0 40 2-15,22-39 0 16,4-1-27-16,3 0-20 15,2 0-10-15,-1 0-6 16,-5 0-5-16,-4-1-1 16,-8-2-3-16,-6 3-1 15,-3 0 1-15,-1 0 0 16,-2 0-1-16,-1 0-15 0,0 0-71 16,5 0-95-1,-2-3-232-15</inkml:trace>
  <inkml:trace contextRef="#ctx0" brushRef="#br0" timeOffset="119616.821">31405 7147 624 0,'0'0'164'0,"0"0"-24"15,0 0-45-15,0 0-34 16,100-37-18-16,-78 37-6 0,-5 4-10 16,-3 11-8-1,-6 3 8-15,-5 3-9 0,-3 0 14 16,0 2-9-16,-3 0-10 16,-13-5-1-16,-1 1-3 15,-2-3-4-15,2-3-3 16,1-6 2-16,6 0-4 15,2-4 1-15,5-3 1 16,3 0-1-16,0 0-1 16,0 0 2-16,0 0-2 15,3 0-3-15,11 0 0 16,3 0 2-16,1 0 1 16,2 0 3-16,-4 0-3 0,4 0 0 15,-4 0-2 1,0 0 5-16,-1 6-6 0,-3 3 6 15,-1 1-1-15,-3 3 0 16,-3 1-2-16,-3 0 8 16,-2 2 0-16,0 1 3 15,0-1 2-15,-7 0 6 16,-6 1 2-16,0-4-5 16,-2-1-3-16,0-3 1 15,-3 0-4-15,0 2-7 16,-3-4 0-16,-4-2 0 15,0-1-1-15,-1-1-1 16,1 0-1-16,1 0 0 16,2-2-3-16,1-1-25 0,4 2-39 15,7-2-71-15,4 0-165 16</inkml:trace>
  <inkml:trace contextRef="#ctx0" brushRef="#br0" timeOffset="120463.295">31867 7569 754 0,'0'0'108'0,"0"0"-16"0,0 0 34 0,0 0-12 0,0 0-55 16,27 72-5-16,-21-52-16 16,0-2-7-16,0 2-9 15,-4-4-9-15,-1-1-5 16,-1-3-5-16,0 0-2 16,0-2 2-16,0-4 0 15,0-2-3-15,0-3 0 16,0-1-2-16,0 0 1 0,-3 0 0 15,0-10 1 1,3-5 0-16,0-3 0 0,0 1-1 16,13-2 2-1,6 5-1-15,3 0 0 0,-4 0-1 16,1 6 1-16,2 3-1 16,-6 3 1-16,4 2-1 15,-2 0 0-15,-2 6 1 16,-3 8 0-16,1 2 0 15,-2 2 0-15,-2 0 0 16,1-1 1-16,-6-1 0 16,-1-3 0-16,-3 0-1 15,0-4 2-15,0 0-2 16,0-5 0-16,0-1 4 16,0-3-3-16,-1 0 0 15,-1 0 0-15,2 0 2 0,0-6-2 16,0-6-1-16,0-4-1 15,3 0 1-15,6 1 0 16,6-1 0-16,-1 1-1 16,-1-1 1-16,-1 4 1 15,0 0-1-15,0 2 0 16,0 2 1-16,1 2-1 16,1 0 0-16,-2 4 0 15,3 0 0-15,-3 2-1 16,-2 0 1-16,-3 0-1 15,1 0 2-15,-2 4-1 16,0 6 1-16,0 3 5 16,-2 0 4-16,-1 1 4 0,0 2 5 15,-1-1-7-15,-1 0 2 16,-1 2-3-16,0-5-5 16,0 1-1-16,0 1 0 15,-4-3-3-15,-5-1-1 16,-3-1 1-16,0-1-2 15,-1-1-16-15,1-2-41 16,3-3-72-16,0-2-102 16,7 0-344-16</inkml:trace>
  <inkml:trace contextRef="#ctx0" brushRef="#br0" timeOffset="121115.662">32532 6990 397 0,'0'0'157'0,"0"0"-8"0,0 0-35 0,86-42-35 16,-65 42-18-16,-3 0-29 16,-2 10-8-16,-5 11 6 0,-5 6 12 15,-4 3 6-15,-2 4-6 16,0-5-4-16,-11-4-14 16,-5-3-12-16,-3-5-2 15,0-3-7-15,4-6 1 16,4-3-3-16,3-3 3 15,5-2-3-15,1 0 2 16,2 0-3-16,0-7-2 16,0-1-2-16,12 1 1 15,3 1-1-15,1 5 4 16,1-1 0-16,2 2 0 16,-2 0-2-16,-1 0 2 0,-2 4 0 15,0 5 2 1,-2 3-2-16,3 1 5 0,-3 3 4 15,-1 1 3-15,-1 1 8 16,-4 0 2-16,-3 0-3 16,-2 0 2-16,-1-1-1 15,0-2 4-15,0 0-4 16,-12-2 0-16,-2 0-1 16,-6-4-5-16,-1 0 0 15,-4-3-1-15,-3 0-7 16,-2-2-1-16,0 0-2 15,3-2-3-15,2-2 2 16,4 0 2-16,5 0-7 16,2 0 3-16,6 0-18 0,3 0-51 15,5-6-114-15,0-8-388 16</inkml:trace>
  <inkml:trace contextRef="#ctx0" brushRef="#br0" timeOffset="122247.878">26783 8371 707 0,'0'0'68'0,"0"0"87"0,0 0-61 0,0 0-33 15,0 0 8-15,-84 98-20 16,62-60-19-16,-2 1-10 16,2-4-5-16,-2-6-8 15,2-3-1-15,-1-6-6 0,5-5 5 16,-1-3-5-16,7-3-1 16,-3-5-15-16,2 1-5 15,0-4-1-15,-4 1-2 16,-1-2-3-16,3 0-3 15,4 0 17-15,3 0 12 16,5 0 1-16,3 0 1 16,0 0 4-16,0 0 3 15,7 0 5-15,14 0 13 16,6 0 6-16,1 0-11 16,3-1-9-16,7-3-5 15,1 0-3-15,1 1 0 0,-3 3-1 16,-4 0-2-1,-3 0 0-15,-8 0-1 0,-4 0 1 16,-3 0-1-16,-5 0 0 16,-1 0-3-16,-1 0-38 15,-1 0-61-15,-4-3-78 16,-1-3-145-16</inkml:trace>
  <inkml:trace contextRef="#ctx0" brushRef="#br0" timeOffset="122549.551">26801 8427 681 0,'0'0'118'0,"0"0"51"0,0 0-96 0,0 0-52 15,0 0 47-15,0 0 0 16,10 92-12-16,-2-58-5 15,-4 2-5-15,-2-1-17 16,-2-1-7-16,0 1-4 16,-2-2-4-16,-8-3-5 15,-1-5-4-15,2-4-2 16,3-4-1-16,2-5 0 16,2-5-2-16,2-5-20 15,0-2-57-15,0 0-37 16,9-8-97-16,8-12-284 15</inkml:trace>
  <inkml:trace contextRef="#ctx0" brushRef="#br0" timeOffset="122720.161">27010 8572 564 0,'0'0'271'15,"0"0"-56"-15,0 0-74 16,0 0-70-16,0 0-39 15,0 0-15-15,1-2-9 16,4 7-5-16,1 1-3 16,1-2-74-16,-3 0-215 0</inkml:trace>
  <inkml:trace contextRef="#ctx0" brushRef="#br0" timeOffset="123230.522">27356 8516 710 0,'0'0'202'15,"0"0"-81"-15,0 0-11 16,0 0-49-16,0 0-37 16,-70 76-14-16,68-58-4 15,2-1-2-15,0-4-2 16,0-3 0-16,0-4 2 15,9-4-2-15,4-2 3 0,1 0 1 16,4 0-3-16,0 0 1 16,1 0-3-16,2-5 0 15,-3-1 1-15,-2 3-1 16,-1 1 8-16,-1 2 13 16,-4 0 1-16,-1 0-1 15,0 0-5-15,-3 7-4 16,0 1 1-16,-3 4-1 15,-3-3-1-15,0 5-1 16,0-4-1-16,0 3-5 16,0-1 4-16,0 0 1 0,-9-1 0 15,-4 0-1-15,-2-1-1 16,-3 0-1-16,-3 1-3 16,-3-1 3-16,0-1-6 15,-1-2 1-15,1-1-2 16,3-4 0-16,-1 1 0 15,4-3-1-15,3 0-23 16,4 0-22-16,3 0-35 16,5-5-49-16,3-11-123 15,0-7-361-15</inkml:trace>
  <inkml:trace contextRef="#ctx0" brushRef="#br0" timeOffset="123425.637">27366 8462 798 0,'0'0'143'0,"0"0"5"16,0 0-58-16,0 0-39 16,87-5-26-16,-47 2-19 15,0 3-6-15,-2 0-4 16,-2-2-144-16,-2-1-315 15</inkml:trace>
  <inkml:trace contextRef="#ctx0" brushRef="#br0" timeOffset="123882.291">27996 8442 759 0,'0'0'124'0,"0"0"5"15,0 0-34-15,-42 74-17 16,37-43-37-16,3-1-15 16,-1 3 1-16,1-3-2 15,-1-1-1-15,-3-5-5 16,2-1-11-16,-4-4-3 16,-1-4-3-16,2-2 0 15,-4-2-2-15,1-3-6 0,1-2-32 16,1-2-9-16,4-2 9 15,1-2 9-15,3 0 12 16,0 0 16-16,0 0-2 16,0 0-1-16,0-5 3 15,0 1 1-15,0-2 1 16,1 1 2-16,5 1 9 16,1 1 11-16,2 0-4 15,1 2 2-15,2 1 3 16,4 0-2-16,-2 0-4 15,2 0 1-15,-1 1-8 16,1 4-5-16,-1 0-2 16,0-1 0-16,-1 0-4 15,-2 1 0-15,1-3-44 0,-1-2-59 16,3 0-146-16,1 0-445 16</inkml:trace>
  <inkml:trace contextRef="#ctx0" brushRef="#br0" timeOffset="124116.829">28614 8664 704 0,'0'0'96'0,"0"0"45"0,0 0-47 15,0 0-22-15,0 0-41 0,97 0-16 16,-69 0-9-16,-4 0-6 16,-9 0-8-16,-7 0-103 15,-8 0-195-15,0 5-365 16</inkml:trace>
  <inkml:trace contextRef="#ctx0" brushRef="#br0" timeOffset="124280.37">28597 8822 580 0,'0'0'282'0,"0"0"-113"16,0 0-22-16,0 0-43 0,0 0-65 15,92 10-28 1,-54-10-6-16,-2 0-5 0,-2 0-4 16,-1 0-85-16,3-6-117 15,4-3-468-15</inkml:trace>
  <inkml:trace contextRef="#ctx0" brushRef="#br0" timeOffset="125173.413">29676 8576 670 0,'0'0'170'0,"0"0"-23"0,0 0-33 0,0 0-92 16,0 0 11-16,0 0 9 16,-18 93-11-16,9-61 1 15,-3 2-12-15,3-4-15 16,0 0 0-16,0-1-2 15,0-4-3-15,3-4 0 16,-1-6-25-16,-2-3-29 16,3-6-30-16,0-5 15 0,-2-1 39 15,2 0 26 1,-1 0 4-16,3-4 3 0,2-3-1 16,1 1 5-16,1 2 21 15,0-1-1-15,0 2-3 16,6 2-6-16,11 1 15 15,6 0-5-15,-2-2 0 16,4 2-4-16,2 0-3 16,3 0-3-16,1-1-10 15,2 1 0-15,0 0-5 16,-3 0-2-16,-2 0 1 16,-4 0-2-16,-5 0-26 15,-2 0-46-15,-7 0-65 16,-3-4-121-16,-5-5-340 0</inkml:trace>
  <inkml:trace contextRef="#ctx0" brushRef="#br0" timeOffset="125466.769">29841 8688 634 0,'0'0'126'0,"0"0"50"0,0 0-99 0,0 0-64 0,0 0 63 0,0 0-3 16,32 66-19-1,-25-39-4-15,-2 0-2 0,-4-2-14 16,-1 2-10-16,0-3-7 16,0-1-4-16,-4-3-5 15,-2-1-5-15,4-3 1 16,1-4-3-16,1-4-1 15,0-1-8-15,0-4-58 16,3-3-41-16,11 0-80 16,-1 0-215-16</inkml:trace>
  <inkml:trace contextRef="#ctx0" brushRef="#br0" timeOffset="125631.386">30150 8702 758 0,'0'0'150'0,"0"0"33"16,0 0-105-16,0 0-67 15,0 0-11-15,0 0-19 16,19-7-100-16,-5 8-295 16</inkml:trace>
  <inkml:trace contextRef="#ctx0" brushRef="#br0" timeOffset="126091.525">30435 8620 782 0,'0'0'140'0,"0"0"-4"16,0 0-35-16,0 0-54 15,-51 82-17-15,51-62-9 16,0-2-9-16,6-2-4 15,6-3-2-15,0-5-1 16,-1-3-1-16,-1 0 1 16,3-4 0-16,0-1 2 15,3 1-3-15,-3-1-1 16,5 0-3-16,-3 3 0 16,1-1 3-16,0 1-2 0,-3-1 0 15,-3 3-1-15,-2-1 2 16,-3 0 3-16,-2 2 7 15,-2 2 7-15,-1 1 0 16,0 3 6-16,0 1-7 16,-4 1-2-16,-9 0-6 15,0-1 2-15,-3 1 0 16,-2-3-2-16,-2 0-4 16,-2-2-1-16,0-2-1 15,-1 0-3-15,1-1 1 16,2-3-2-16,5-3-1 15,5 0-20-15,3 0-40 16,4-2-55-16,3-13-95 16,0-8-268-16</inkml:trace>
  <inkml:trace contextRef="#ctx0" brushRef="#br0" timeOffset="126292.369">30538 8610 114 0,'0'0'747'0,"0"0"-597"0,0 0-41 0,0 0-15 15,88-4-57-15,-56 10-27 16,0-2-8-16,-1 2-2 16,-2-2-5-16,4-1-81 15,-1 0-74-15,3-2-75 16,2-1-176-16</inkml:trace>
  <inkml:trace contextRef="#ctx0" brushRef="#br0" timeOffset="126547.236">31188 8587 640 0,'0'0'213'16,"0"0"-14"-16,0 0-77 15,0 0-86-15,0 0-21 16,0 0 1-16,-44 66 5 15,32-37 10-15,-4 1 12 16,-1 0-2-16,-1 0-12 16,2-3-11-16,-4 1-5 0,8-5-5 15,-2-2-5 1,3-4-2-16,3-4-1 0,1-3-15 16,3-6-53-16,2-4-43 15,2 0-62-15,0-2-108 16,0-17-415-16</inkml:trace>
  <inkml:trace contextRef="#ctx0" brushRef="#br0" timeOffset="126814.515">31056 8636 509 0,'0'0'198'0,"0"0"-20"15,0 0-32-15,0 0-54 16,0 0-75-16,0 0 31 15,52 20 8-15,-33-2-11 0,-4 3 14 16,0 2-13-16,-3-3-8 16,-1 0-11-16,-3-1-9 15,-1-1-9-15,-1-2-4 16,-3-2-3-16,1-4 1 16,2-3-2-16,3-2-2 15,0-3-10-15,9-1-39 16,1-1-68-16,5 0-67 15,1-4-171-15</inkml:trace>
  <inkml:trace contextRef="#ctx0" brushRef="#br0" timeOffset="127086.966">31594 8554 723 0,'0'0'116'0,"0"0"80"15,0 0-84-15,0 0-63 16,0 0 0-16,0 0 22 16,-7 49-7-16,14-25-9 15,-1 0-14-15,-1 1-12 16,-3-2 0-16,1 0-5 16,-2 0-9-16,-1-5-11 15,3-2-2-15,-3-3 0 16,0-3-2-16,0-2-1 0,0-4-24 15,0-3-47 1,3-1-51-16,6 0-59 0,1-16-172 16</inkml:trace>
  <inkml:trace contextRef="#ctx0" brushRef="#br0" timeOffset="127490.158">31756 8634 700 0,'0'0'83'15,"0"0"40"-15,0 0 24 16,0 0-54-16,0 0-41 16,-2 81-8-16,11-67-13 15,3-3 1-15,1-2-9 0,4-4-9 16,-2-2-3-16,1-3-5 16,1 0-1-16,-1 0-4 15,-1-3 5-15,1-6-3 16,-2-1-3-16,-1-3 1 15,-1-1 2-15,-1-2-2 16,-1 0 0-16,-4-2 1 16,-3 3 1-16,-3 1 9 15,0 1 27-15,0 0-8 16,0 3-18-16,-3 4-7 16,-6 1-2-16,-7 4-4 15,-5 1-1-15,-3 0 1 16,-5 4 0-16,3 7 0 15,0 3 0-15,7-2 0 0,5-2 0 16,5-2-1 0,6-4 0-16,3-3-43 0,0-1-86 15,0 0-48-15,11-11-211 16</inkml:trace>
  <inkml:trace contextRef="#ctx0" brushRef="#br0" timeOffset="127740.401">31779 8263 657 0,'0'0'171'0,"0"0"-25"0,0 0-76 0,0 0-8 15,0 0 27-15,0 0-24 16,68-1-12-16,-34 1-15 15,0 0-19-15,1 0-12 16,-7 0-5-16,-3-3-2 16,-7 3-46-16,-6-2-76 15,0 1-161-15,-5-3-377 16</inkml:trace>
  <inkml:trace contextRef="#ctx0" brushRef="#br0" timeOffset="128231.512">32160 8082 611 0,'0'0'181'16,"0"0"-1"-16,0 0-82 16,0 0-32-16,0 0-23 15,0 0-2-15,73 2-11 16,-53 16-5-16,-6 6-5 15,-5-1-8-15,-6 2-7 16,-3-2 0-16,0-5 0 16,-7 2 1-16,-9-5 0 0,-1-2-1 15,-1-6-3 1,6-1-1-16,4-3 4 0,4-2-2 16,4-1-3-16,0 0 0 15,0 0 0-15,9 0-12 16,8 0 3-16,2-1-2 15,0 1 1-15,-4 0 4 16,-3 0 5-16,0 7 1 16,-3 4-2-16,-1 1 2 15,0 4 0-15,1 1 1 16,-4-3 1-16,0 4 6 16,-5-2 5-16,0 2 4 15,-5-1 12-15,-14 0 2 0,-7-5-1 16,-2 1-13-1,-2-4-10-15,0 2-3 0,3-5-4 16,6-2 0-16,8-1-22 16,1 0-76-16,9-3-106 15,2 0-347-15</inkml:trace>
  <inkml:trace contextRef="#ctx0" brushRef="#br0" timeOffset="128937.664">32472 8647 854 0,'0'0'136'0,"0"0"-30"0,0 0 20 0,0 0-7 0,0 0-61 16,0 0-19-16,24 88-13 15,-13-73-8-15,-3 0-10 16,-4-3-6-16,-2-1 0 16,-2-2 1-16,0-2-2 15,0-3-1-15,0-2-2 16,-2-2-18-16,-2 0-11 16,-1-11-3-16,2-3 4 15,3-4 14-15,0-4 7 16,3-1 9-16,8 7 0 0,4-1 3 15,0 6-6-15,0 2 3 16,1 4 0-16,-2 4 3 16,2 1-1-16,-4 0-1 15,1 11 4-15,-4 7 7 16,0-2 0-16,-2-2-3 16,-2 6-2-16,0-6 4 15,-5-3-9-15,0-3-2 16,0-2 4-16,0-2-4 15,0-2 1-15,0-2-3 16,0 0-1-16,0 0-6 16,0-9-13-16,0-5 16 15,7-3 4-15,4-1 2 16,3 0 0-16,3 0 0 0,2 3 0 16,2 4-1-16,-3 0 1 15,1 5-1-15,-2 1 2 16,-5 5 0-16,-2 0 2 15,-4 0 6-15,1 5 5 16,0 8 2-16,-4-2-2 16,0 7 5-16,-3-4 2 15,0 2-8-15,0 1-3 16,0-3-3-16,0-3-3 16,0-1-1-16,0-3-2 15,0-1-1-15,0-4-6 0,-2 3-51 16,2-5-66-1,0 0-104-15,0-7-306 0</inkml:trace>
  <inkml:trace contextRef="#ctx0" brushRef="#br0" timeOffset="129427.834">33130 8245 664 0,'0'0'96'0,"0"0"70"0,0 0-46 0,0 0-35 15,0 0-35-15,110-39-9 0,-80 53-17 16,-3 2 6-16,-8 1-5 16,-11 4 7-16,-8-3-9 15,0-1-1-15,-5-1-3 16,-13-2-8-16,-3-1-3 15,-1-3-5-15,0-3-2 16,8-1 1-16,5-4 1 16,9-2-3-16,0 0-10 15,0 0 4-15,9 0-1 16,6 0-12-16,9 0 10 16,-6 0-2-16,1 2 5 15,2 4 4-15,-6 1 1 16,4 2 1-16,-1 5 0 15,-6 3 1-15,2 2 9 16,-1 1 7-16,-4-1 0 0,-1 1 2 16,-3-3 2-16,-5 2 15 15,0-4-8-15,-7-1 1 16,-17-2 4-16,-13-3-12 16,-11 1-10-16,-10 0-7 15,-8 1-4-15,-7 1-2 16,-6-4-91-16,-4-4-217 15</inkml:trace>
  <inkml:trace contextRef="#ctx0" brushRef="#br0" timeOffset="133103.275">26657 6017 647 0,'0'0'0'0,"0"0"7"0,-107-19 0 0,62 19 18 16,-5 2-4-16,-2 15 15 0,1 4-5 15,0 6-12-15,0 1-4 16,0 8 7-16,-5 8 10 16,-4 4 4-16,1 4-10 15,2 3-3-15,3 3-8 16,5 6 4-16,1 4 1 15,6 5-11-15,-4 3-3 16,6 6 1-16,-2 3-4 16,0-1 4-16,10 4 4 15,5-5-3-15,4-1 4 0,5 0-3 16,5-2-2 0,4 2-1-16,9-1 4 0,0-2 0 15,7 0 1-15,8 1-3 16,5 0-3-16,3 1 1 15,2 3 0-15,3 1 3 16,-1 2-5-16,0 0 9 16,2-6 0-16,9-3-3 15,2-3-8-15,12-5 6 16,8-9-1-16,6-8-3 16,6-7 3-16,8-6-3 15,0-7-1-15,1-4 1 16,4-1 1-16,1-7 3 15,5-4 5-15,3-4 1 16,2-4-1-16,4-4-6 0,1-1 0 16,1-1-5-1,-2 3-2-15,-5-3 0 0,-1-1 0 16,-3 4 0-16,2 0 0 16,-1 4 0-16,2-3 1 15,6 1-1-15,-3 0 2 16,3-5 1-16,0 1-1 15,-1-1-2-15,-1 1 1 16,-7-1-1-16,-4 0 0 16,-4 1 0-16,2-2-3 15,3 4 5-15,3-4-4 16,3-2 4-16,1 0-1 0,3 0-1 16,-3 0 1-16,1 0 1 15,-2-4 0-15,0 0-2 16,-2 4 0-16,-5 0-1 15,-7 0 1-15,-5 0-1 16,-1 0 0-16,-1 0 1 16,-2 0 1-16,0 3-1 15,-5 0 0-15,-2 0 0 16,2 1 1-16,-1-2-1 16,1 3 3-16,1-1-2 15,3 0-1-15,-1 0 1 16,1 0-1-16,6-1 0 15,-1 0 0-15,-2 0 0 16,1 1 0-16,3-1-1 0,0 1-2 16,1-3 3-16,4 4 2 15,2-5-2-15,-1 4 0 16,0-1 1-16,-1 0 0 16,-4-1 1-16,-2 1-2 15,-4 2 1-15,-1-1-1 16,2-1 1-16,-3 1-1 15,1-1-2-15,-7 1 2 16,1 0 0-16,1 0 0 16,-2-1-1-16,-1-1 1 15,-4-1 0-15,-1-1 0 16,0 0-1-16,1 0 2 16,1 0 0-16,0-6-1 0,-1 1 2 15,-4-1-1-15,0 2-1 16,0 0 1-16,-2 1-1 15,1 3 0-15,5-2 2 16,-1 0-2-16,4-3-2 16,-1 2 1-16,-3-5-1 15,-4 2 2-15,0-5 0 16,-2-2 0-16,-6-3 1 16,2-10-1-16,-5-1 0 15,3-5 1-15,-10-5-1 16,-12-4 0-16,-9-3 1 0,-12-2-1 15,4-4 3 1,-7-2-2-16,0-2-1 0,0 0 1 16,0-1-1-16,0-3-2 15,0 0 2-15,0 0 2 16,0-6-2-16,0-3 2 16,0-4-3-16,0 1 2 15,0 3-1-15,0 5 3 16,0 2-3-16,0 0 0 15,0 2 1-15,0 4-1 16,0-3 0-16,0 3 1 16,0 1-1-16,0-1 0 15,0 0 0-15,0-1 1 16,0 3-1-16,0 2 0 0,0 0 0 16,0 4 0-16,0-3 0 15,0 0 2-15,0 1-2 16,0 0-3-16,0 6 3 15,0 1 0-15,-18 5 0 16,-18 3 0-16,-16 0 0 16,-13-1 0-16,2 4 1 15,-3-3-2-15,2 3 1 16,-2 2-1-16,-5 3 2 16,-4 3 0-16,-1 3 1 15,2-1-2-15,-1 2 0 16,1 0-3-16,-3 2 0 15,-2-1 2-15,3-1-3 16,-1 1 2-16,3 1-3 16,6 0 4-16,-2 5 1 15,3 0-1-15,-1 3 0 0,-2 1-1 16,0 0-4-16,-1 1 0 16,-4 0-1-16,-3 2 3 15,4-3-5-15,-2 0 1 16,4-2 1-16,2 1 6 15,-1-1-3-15,0 0 4 16,3-3 0-16,0 4-2 16,0-2-4-16,4-1-7 15,1 1 3-15,0 0 6 0,2 1 4 16,-1 3-1 0,-1 0 1-16,2 0-1 0,-2 2 2 15,-1 0 0-15,-2-2-1 16,0 2 1-16,2-2-2 15,2 0 0-15,-3-1 0 16,0-3 0-16,1 2 1 16,0-2-1-16,1 1 2 15,-1 2-1-15,1 3 0 16,2 2 0-16,-2 0-1 16,4 2 0-16,-1 0 1 15,4 0 0-15,-4 0 0 16,3 0 0-16,-6 0 1 15,-5 0 0-15,-1 0-1 16,0 0 0-16,1 0 0 0,-2 0-3 16,0 0 3-16,-1 0 0 15,-4 0 0-15,0 0 0 16,3 3 0-16,-2 0 0 16,2-1 0-16,0-1 0 15,-1 3 0-15,5-4 1 16,2 1 0-16,3-1-1 15,0 0 1-15,-1 0-1 16,0 0 1-16,1 0 0 16,7 0-1-16,2 1-2 15,4 1 1-15,2-2 1 16,-1 2 0-16,1-2-1 0,0 2 1 16,5-1-1-16,-3 1 1 15,2 1 2-15,-2-1-2 16,1 1 0-16,1-1 0 15,2 2 0-15,1-3 1 16,3 5-1-16,2-6 0 16,3 6 1-16,5-3 2 15,3 1 0-15,6-1 0 16,0-2 3-16,1 1-3 16,-1 1-2-16,-5-1-1 15,-3 3 1-15,-3-2-1 16,-3 1 0-16,-2-2-1 15,-3 4-6-15,-1-4-5 0,3 3-22 16,7-2-31 0,3 1-35-16,3-4-138 0,0 0-315 15</inkml:trace>
  <inkml:trace contextRef="#ctx0" brushRef="#br0" timeOffset="151602.459">20799 1155 441 0,'0'0'60'0,"0"0"30"0,0 0-15 0,0 0 0 15,0 0-5-15,0 0-18 16,0 0-21-16,-39-16-28 15,39 21-3-15,-2 21 0 16,1 7 31-16,-1 17 29 16,2 4-11-16,0 6-17 15,0 3 2-15,0-3-15 16,0-4-7-16,0-5-1 16,0-7-4-16,0-5 1 15,0-5 0-15,0-6-1 16,0-4-2-16,0-7-3 15,0-5-2-15,0-6-1 16,0-6-32-16,0 0-33 16,0-9-30-16,0-15-131 0,0-11-201 15</inkml:trace>
  <inkml:trace contextRef="#ctx0" brushRef="#br0" timeOffset="151897.904">20863 1221 524 0,'0'0'56'16,"0"0"31"-16,0 0-24 15,0 0-51-15,0 0-1 16,0 0 28-16,10 118 13 16,-2-66-20-16,2 3-7 15,2-4 7-15,-4-4-7 0,2-5-8 16,-1-5-3-16,-3-2-7 15,1-6 3-15,-4 1-4 16,-3-6-5-16,0-5 5 16,0-6 2-16,0-8-5 15,0-5-3-15,0 0-34 16,-6-3 12-16,-4-20-91 16,-3-8-63-16,-4-5-152 15</inkml:trace>
  <inkml:trace contextRef="#ctx0" brushRef="#br0" timeOffset="152204.951">20530 1451 497 0,'0'0'31'16,"0"0"26"-16,0 0-32 15,0 0-9-15,0 0 5 16,82-62 14-16,-34 44 5 16,12-3 18-16,1-2-32 15,3 4-10-15,-3 2 10 16,-1 4-11-16,-9 4-4 16,-8 3-5-16,-15 2-2 0,-13 4-3 15,-5-2-1-15,-8 2-2 16,-2 0-35-16,-6 0-51 15,-18 6-1-15,-13 4-84 16,-9 0-121-16</inkml:trace>
  <inkml:trace contextRef="#ctx0" brushRef="#br0" timeOffset="152616.608">20476 1592 488 0,'0'0'19'0,"0"0"11"0,0 0 30 16,0 0-10-16,0 0-15 16,0 0 13-16,45 4 2 15,-13-4-11-15,8 0-10 16,5-2 0-16,4-5 0 15,2 0-1-15,2-2-11 16,-1 0-7-16,-2 0 5 16,-3 2 1-16,-6 0 8 15,-8 3 2-15,-6 1 1 16,-7 2 2-16,-8 0-1 16,-3-1-7-16,-3 1 6 15,-4 1 0-15,-2 0 0 0,0 0-6 16,0 0-3-1,0 0-2-15,0 0-4 0,0 0-11 16,0 0-1-16,0 0-1 16,-5 0-43-16,-10 4-49 15,-8 6-63-15,-6-5-244 16</inkml:trace>
  <inkml:trace contextRef="#ctx0" brushRef="#br0" timeOffset="157707.881">20385 16218 207 0,'0'0'305'0,"0"0"-301"0,0 0 7 0,0 0-1 0,0 0 22 15,0 0-16-15,0 0-15 16,0 0-1-16,0 0-2 15,0 0-2-15,0 0-31 16,0 0-134-16,2 0-31 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37:11.296"/>
    </inkml:context>
    <inkml:brush xml:id="br0">
      <inkml:brushProperty name="width" value="0.05292" units="cm"/>
      <inkml:brushProperty name="height" value="0.05292" units="cm"/>
      <inkml:brushProperty name="color" value="#FFC000"/>
    </inkml:brush>
  </inkml:definitions>
  <inkml:trace contextRef="#ctx0" brushRef="#br0">15167 8459 150 0,'0'0'8'0,"0"0"-2"0,0 0 15 0,0 0 7 16,0 0 23-1,0 0 13-15,91 5-7 0,-76-5-10 16,-2 1-5-16,6 1-7 16,2-2 0-16,2 0 19 15,7 4-6-15,3-3-6 16,6-1-16-16,2 3-4 16,5-1-5-16,-1 3-5 15,-3 0-8-15,1 0 1 16,-4-1-3-16,-3 1-1 15,-2 1 0-15,2 1-1 16,2-1 3-16,-2-2-1 16,6-1 0-16,4 1 2 0,2-4 2 15,6 2 12-15,-1-2-5 16,0 0-6-16,-3 0-3 16,-2 3-1-16,-3-1-2 15,-5 3 1-15,2-2 0 16,-2 1 1-16,-2 2-2 15,2-1 0-15,0 2 0 16,2-1 2-16,4-1 1 16,0-1-1-16,5 2 4 15,3-3-4-15,0 2 2 16,1 1-3-16,-2-3 0 16,-1 1 2-16,-2-4-2 15,-3 2 1-15,0-2-3 0,2 0 4 16,2 0-3-16,0 0 0 15,2 0 0-15,-1-2-1 16,1 2 1-16,-3-3 0 16,-1 3-1-16,-2 0 2 15,3 0 1-15,0 0-2 16,1 0 1-16,-2 0-2 16,-1 0 1-16,-1 0-1 15,-2 0 1-15,1 0 1 16,2 3-2-16,-2 1 0 15,1 1 0-15,2 0 0 16,-6 0 0-16,5 0 0 0,-8 0 0 16,1-1 0-1,-2-3 0-15,-1 0 0 0,2 1 2 16,-1 0-2-16,0-1 0 16,0-1 0-16,-2 0 0 15,-1 0 1-15,1 0-1 16,-1 0 1-16,-2 1-1 15,0 1 3-15,1-2-1 16,1 1 2-16,0 1-2 16,0-1 1-16,3 0-1 15,-3-1 0-15,0 3-2 16,2-1 1-16,0-1 0 16,-2-1 0-16,1 0 1 15,-1 3-2-15,2-3 1 16,0 2-1-16,-1 0 1 0,5-1-1 15,0 1 0-15,3-2 0 16,2 2 0-16,0 0 0 16,0-1 0-16,-3 1 0 15,-1-2 0-15,3 0-1 16,1 0 1-16,0 0 1 16,5 0-1-16,-4 0 0 15,4 0 0-15,-4 0 0 16,1 0 0-16,-1 0 1 15,-5 0-1-15,1 0 0 16,0 2 0-16,-3 0 1 16,-2 0 2-16,-2-1 0 0,-4 0 10 15,-2-1-3 1,-1 3 4-16,-2-3 4 0,-2 0 3 16,-1 0 5-16,-1 0 2 15,-2 0-9-15,-1 0-2 16,-2 0-1-16,1 0-3 15,-4 0 1-15,-1 0 1 16,-4 0 0-16,3 1-4 16,-3-1 4-16,-2 2 0 15,0-2-1-15,-2 1-1 16,-1-1-1-16,0 2 3 16,0-1-3-16,-1 1 6 0,-1-2-1 15,1 1-6-15,-2-1 6 16,-3 0-3-16,0 0 5 15,0 0 1-15,0 0-5 16,0 0-6-16,0 0-3 16,0 0-5-16,0 0-1 15,-15 0-27-15,-16 0-71 16,-17 0-92-16,-8-10-343 16</inkml:trace>
  <inkml:trace contextRef="#ctx0" brushRef="#br0" timeOffset="1314.789">22764 8596 458 0,'0'0'18'0,"0"0"29"0,0 0 10 16,0 0-13-16,0 0-29 0,0 0-7 16,34 7 19-16,-13 0-4 15,1-4-1-15,6 3 4 16,0-3-4-16,5 4-5 15,0-2-4-15,5 3-3 16,2-1-6-16,3 0 0 16,4-2-3-16,2 1 4 15,5-4-3-15,1 3-1 16,-5-3-1-16,2 0 1 16,0-1 0-16,-2-1-1 15,-2 0 1-15,4 0 2 16,-3 0-3-16,-4 0 1 15,6 0-1-15,-6 0 1 16,4 0-1-16,-3 0 0 0,0 0 1 16,-1 0-1-1,4 0 0-15,-5 0 1 0,0 0-1 16,-2 0 0-16,0 2 0 16,0 0 2-16,-2 2-2 15,0-2 0-15,0 2 0 16,2-1 0-16,-1 0 0 15,2 0 0-15,-1-2 1 16,1-1-1-16,-6 1 0 16,4-1 0-16,-3 0 2 15,2 0-2-15,1 0 0 16,2 0-3-16,2 0 3 16,-2 0 1-16,5 0 1 15,-2 0-2-15,0 0 0 0,-4 0 0 16,3 0 1-16,-8 0-1 15,4 2 5-15,-4-2 10 16,0 0 5-16,-1 0 4 16,-2 0-2-16,-3 0-3 15,-2 0 3-15,-8 0-7 16,-2 0 5-16,-7 0 1 16,-2 0-1-16,-5 0 3 15,0 0-5-15,-1 0 5 16,-4 0 0-16,0 0-4 15,0 0-4-15,0 0 0 16,0 0 2-16,0 0-1 16,0 0 8-16,0 0-5 0,0 0 7 15,0 0-6 1,0 0 8-16,0 0-8 0,0 0-1 16,0 0-8-16,0 0-6 15,0 0-1-15,0 0-4 16,-12 0-25-16,-10 0-53 15,-8-7-81-15,-11-10-244 16</inkml:trace>
  <inkml:trace contextRef="#ctx0" brushRef="#br0" timeOffset="2439.283">19408 3639 617 0,'0'0'21'0,"0"0"9"0,0 0 18 0,0 0-36 15,0 0 58-15,-12 103-32 16,12-69-18-16,12-3-2 16,6-4-2-16,-3-6-1 15,4-3 6-15,-3-5 7 16,3-6-11-16,3-5 13 16,3-2 11-16,16-5 6 15,7-18-19-15,18-6-8 16,9-6-4-16,9-6 11 15,-2-2-4-15,-5 1 3 16,-8 0-2-16,-9 2 2 16,-4 2-7-16,-5 6-3 15,0 3-4-15,-7 7-7 0,-6 4 0 16,-7 6-5 0,-9 5 0-16,-3 4 1 0,-8 3-1 15,-3 0-4-15,-8 16-15 16,0 11-41-16,-27 12-30 15,-15 11-106-15,-13 3-178 16</inkml:trace>
  <inkml:trace contextRef="#ctx0" brushRef="#br0" timeOffset="2859.258">19866 4967 555 0,'0'0'37'0,"0"0"45"0,0 0-28 0,0 0-5 0,0 0 40 0,0 0-18 15,55 75-17-15,-42-51-12 16,-2 1-11-16,3-4 4 0,-2-4-6 16,4-1-11-16,-2-7-2 15,5-3-3-15,5-6 5 16,7 0 9-16,14-14-1 15,15-11-12-15,16-7-5 16,11-5 0-16,18-7-3 16,11 2-3-16,-2-1-3 15,-2 7-50-15,-21 2-210 16</inkml:trace>
  <inkml:trace contextRef="#ctx0" brushRef="#br0" timeOffset="5678.217">21334 3125 404 0,'0'0'260'0,"0"0"-257"16,0 0-1-16,0 0 37 16,0 0 37-16,-6 96-3 15,6-56-23-15,0 2 5 16,0 0-4-16,0 0-15 0,0-6 2 15,0 1-8-15,0-4-6 16,0-1-9-16,0 0-5 16,0-2-4-16,0-5-2 15,0-3 0-15,0-6-1 16,0-5 0-16,0-6 2 16,0-5-5-16,0 0-1 15,0 0-18-15,6-16-30 16,5-9-101-16,5-8-97 15,2-3-220-15</inkml:trace>
  <inkml:trace contextRef="#ctx0" brushRef="#br0" timeOffset="6114.503">21554 3286 632 0,'0'0'65'16,"0"0"-23"-16,0 0-21 15,0 0 2-15,0 0 16 16,0 0-9-16,-15 85-3 16,10-61-10-16,-4-2-9 15,3-2-6-15,-7 0 5 16,2-4-2-16,1-2 1 16,-5-5-2-16,3-3 1 15,0-2-5-15,2-3-10 16,2-1 3-16,1 0 0 15,-2 0 7-15,4 0 3 0,4 0 1 16,-1-1 0-16,2 0 4 16,0 1-4-16,0 0-4 15,0 0-7-15,3 0 2 16,14 11 5-16,1 0 14 16,4 2 1-16,0 0 0 15,3 1 0-15,-3-3 7 16,0 2-4-16,-3-3-9 15,-5 0-4-15,0-5-2 16,-1 0 0-16,-1-2-3 16,1-3 0-16,-1 0-52 15,6-2-90-15,0-14-107 0,1-5-291 16</inkml:trace>
  <inkml:trace contextRef="#ctx0" brushRef="#br0" timeOffset="6848.483">22004 3307 479 0,'0'0'251'0,"0"0"-163"0,0 0 50 15,0 0-81-15,0 0-30 16,0 0-19-16,-62 7 1 16,39 13-1-16,2 4-2 15,5-1-1-15,2-1-2 16,8-1 0-16,2-2-2 0,4-5 3 15,0-2-2 1,0-3-2-16,0-2 7 0,10-4-5 16,5-3-2-16,0 0-4 15,8 0-18-15,-2-10-14 16,1-7 7-16,-1-1 8 16,-5-4 9-16,-1-3 2 15,-3 4 5-15,-6 0 3 16,4 5 2-16,-5 6 3 15,-4 5-2-15,-1 3 6 16,0 2 4-16,3 0-11 16,1 2-13-16,0 13 13 15,3 8 6-15,-1 5 6 16,-4 4 6-16,1 6-3 0,-2 2-2 16,-1 7-6-16,3 6-3 15,-1-1 1-15,1-1 8 16,0-4 4-16,4-8-5 15,-4-2 4-15,-1-7 4 16,-2 1-7-16,0-7 0 16,0 0 1-16,0-5-6 15,-2-4 1-15,-4-5-3 16,2-4-2-16,2-4 0 16,-2-2 1-16,-1 0 3 15,-5 0-1-15,1-10-3 16,-3-3 1-16,-3-2-2 15,5-3-1-15,-4-2 0 0,-2 2 0 16,5-5-1-16,0 0 2 16,2 0 0-16,4-2 7 15,3 1 11-15,2-2 1 16,0-4-4-16,5 0-3 16,10 3-4-16,3-2-6 15,4 2-2-15,2 3-2 16,-3 3-1-16,3 4 0 15,-2 2-2-15,0 7 0 16,-2 1-7-16,-2 6-49 0,-5 1-73 16,-8 0-110-1,-5 8-418-15</inkml:trace>
  <inkml:trace contextRef="#ctx0" brushRef="#br0" timeOffset="7503.737">20843 4169 438 0,'0'0'27'0,"0"0"18"0,0 0 23 0,0 0-5 15,0 0 0 1,0 0-9-16,-49 23-29 0,79-19-5 16,19-1 7-16,14-3-14 15,19 0 2-15,13 0-6 16,7 0-5-16,6 0 1 15,5-3-4-15,2 2 5 16,-2 1-1-16,1-2 5 16,2 1 24-16,-6-2 6 15,5-1 2-15,-5-4-11 16,-6-2 10-16,-7 3-7 16,-5-3-7-16,-10 1-7 15,-10 2 4-15,-8 2-1 16,-9-1-2-16,-9 1-4 15,-9 1-6-15,-10 2-1 0,-12-1-2 16,-9 1-1-16,0 2-5 16,-6 0-1-16,0 0-1 15,0 0-18-15,-16 0-50 16,-19 10-79-16,-15 4-172 16</inkml:trace>
  <inkml:trace contextRef="#ctx0" brushRef="#br0" timeOffset="8514.51">21442 4861 669 0,'0'0'41'0,"0"0"-39"0,0 0 69 15,0 0 43-15,22 96-36 16,-14-67-12-16,-2 5-13 15,1-4-18-15,-1-1-8 16,-3 1-12-16,-3-5-5 16,0-6-5-16,0-5-1 15,0-4-2-15,0-6 0 16,0-1 1-16,0-3 2 0,0 0 6 16,0-14-11-16,-3-7-3 15,3-4 2-15,0-2 1 16,0 0-1-16,4 5 1 15,7 3 0-15,4 4 0 16,4 4-1-16,1 6 0 16,2 5 1-16,-1 0 1 15,4 0 0-15,-1 14 1 16,-2 3-2-16,2 2 2 16,-6 3-1-16,-1 0-1 15,-5 0 0-15,-6-1 1 0,-2-3-1 16,-4-3 0-1,0-2 0-15,0-3 1 0,-3-3-1 16,-3-3-5-16,-3-4-1 16,5 0 0-16,-4-11-7 15,4-5 0-15,-1-4 9 16,5-1 1-16,0-5 3 16,0 2 1-16,12 0 0 15,-3 6-1-15,5-1 0 16,-1 5 0-16,1 3-1 15,2 1 1-15,-3 7 0 16,2 0 0-16,-3 3-3 16,6 0 2-16,-6 0 1 15,6 6 0-15,-6 4 1 0,1 4-1 16,-1 2 1-16,-3 1-1 16,0 2 5-16,-4 2 6 15,-3 5-1-15,-2-2 0 16,0 0-1-16,0-3-1 15,-7 3 1-15,-2-3-1 16,-3-1-1-16,0-5-6 16,2-4 0-16,2 2 1 15,0-6-2-15,2-2-13 16,-2-2-34-16,5-3-74 16,-2 0-129-16,2-6-434 15</inkml:trace>
  <inkml:trace contextRef="#ctx0" brushRef="#br0" timeOffset="9183.336">22176 4552 640 0,'0'0'66'0,"0"0"74"0,0 0-57 0,0 0-43 0,95-9 6 16,-74 26-13-16,-6 5-7 16,0 0-5-16,-11 1-7 15,-4 2-4-15,0-1-2 16,0-2 0-16,-19-3-1 15,3-4-2-15,-5 0-2 16,3-10-1-16,3 1 0 16,4-6 0-16,7 0 0 15,1 0-2-15,3 0 0 16,0-10-5-16,0 1 3 16,7 0 2-16,9 0-2 15,1 1 2-15,1 1 2 0,2 3-2 16,-3 0-1-1,3 1 0-15,-2 3 1 0,1 0 0 16,-1 0 1-16,1 0-1 16,-3 8 1-16,-3 5 1 15,-3-2 0-15,-1 3 2 16,-1-3 2-16,-4 7-2 16,-1-4 6-16,-3 0 5 15,0-1 6-15,0-1 1 16,-6 0 2-16,-6 0 8 15,-3-2-9-15,-4 0 0 16,-3 0-3-16,-4-1-5 16,2-2-2-16,-4 0-3 15,1-1-6-15,5-2-3 0,1-1 2 16,4-2 0-16,7-1-2 16,-3 0-1-16,4 0-11 15,1 0-19-15,1-5-35 16,1-4-40-16,4-2-103 15,2-1-449-15</inkml:trace>
  <inkml:trace contextRef="#ctx0" brushRef="#br0" timeOffset="9804.683">23963 3900 579 0,'0'0'96'0,"0"0"75"0,0 0-50 0,0 0-70 16,0 0-14-16,0 0 43 15,82 0-23-15,-37 0-34 16,-2-4-9-16,-6-2-8 16,-5 0-4-16,-4-2-2 15,-10 4-32-15,-6-1-86 16,-11 4-49-16,-1 1-90 15,-4 0-207-15</inkml:trace>
  <inkml:trace contextRef="#ctx0" brushRef="#br0" timeOffset="10007.037">24051 3979 376 0,'0'0'142'15,"0"0"-1"-15,0 0-10 16,0 0-38-16,0 0-5 15,0 0-9-15,35 21-20 16,-6-21-18-16,4 0-20 16,0 0-11-16,3-2-8 15,-5-4-2-15,4-1-21 16,-6 1-100-16,1-4-147 16,-1-4-350-16</inkml:trace>
  <inkml:trace contextRef="#ctx0" brushRef="#br0" timeOffset="10344.778">24873 3477 765 0,'0'0'88'15,"0"0"74"-15,0 0-100 16,0 0-54-16,0 0-8 15,0 0 0-15,-10 46 18 16,10-13 35-16,10 3 3 16,-1 0-7-16,0 2-1 15,1-3-13-15,-2-1-12 0,-2-2 2 16,-1-1-2-16,-2-2-4 16,-3-4-10-16,3-4-1 15,-3-2-8-15,1-4 3 16,-1-3 1-16,0-4-4 15,0-4-9-15,0-4-47 16,6 0-38-16,3-1-16 16,6-22-167-16,7-9-339 15</inkml:trace>
  <inkml:trace contextRef="#ctx0" brushRef="#br0" timeOffset="10712.613">25219 3580 793 0,'0'0'140'0,"0"0"30"0,0 0-94 16,0 0-59-16,0 0-16 16,0 0 5-16,-101 69-1 15,68-44 0-15,-3-1-5 16,7-3 1-16,0-2-1 16,5-4-21-16,6-4-10 15,8-2 1-15,5-5 13 16,4-1 5-16,-1-2 6 15,2-1 0-15,0 0-2 16,5 3 8-16,10 3 6 0,3 0 9 16,4 2-6-1,1 2 0-15,0 3-5 0,0 1 5 16,-4 0-3-16,0 1 1 16,-3 1 5-16,-5-2-2 15,-2-4-1-15,-1 3-3 16,-1-5-2-16,-1-1 1 15,0 0-5-15,2-4-4 16,6-3-59-16,3 0-94 16,5-3-168-16</inkml:trace>
  <inkml:trace contextRef="#ctx0" brushRef="#br0" timeOffset="11499.217">25533 3745 117 0,'0'0'606'0,"0"0"-419"0,0 0 0 15,4-75-68 1,-8 64-36-16,-8 3-20 0,-5 6-34 16,1 2-15-16,-2 0-14 15,-1 14-1-15,2 7 1 16,-1 2 0-16,6 1 0 16,5 1 0-16,0-4 1 15,5-2-1-15,2-2 3 16,0-5-3-16,2-3-3 15,12-6-10-15,6-3-7 16,2 0-10-16,4-6-12 16,-1-11 4-16,-1-6-11 15,-3-2-6-15,-4 0 28 16,-4 1 4-16,-2 2 12 0,-6 7 11 16,-5 3 0-16,0 6 6 15,0 3 32-15,0 3-7 16,0 0-21-16,0 0-10 15,0 11-1-15,0 7 1 16,0 6 9-16,0 5-3 16,0 1-2-16,0 7 4 15,-2 1 0-15,-1 5 6 16,2-1 7-16,-2 3 12 16,0-1-13-16,3 0-4 15,0-1 3-15,0 2-4 0,0-5 0 16,0 0-8-16,0-4 1 15,3-6-4-15,0-2-1 16,-2-5 3-16,2-5-4 16,-1-4-1-16,-2-4 1 15,0-2 0-15,0-3-2 16,0-4 2-16,0 1-1 16,-2-2-1-16,-5 0-3 15,-3 0 1-15,-1-3-1 16,-5-7-1-16,4-2 1 15,-6-1 1-15,3-1 0 16,-1-7-2-16,0 1 3 0,2-3 1 16,0-5-1-1,2 2 2-15,-1-4 0 0,2 1 3 16,5-1 7-16,1-2 6 16,5 1 0-16,0 0-7 15,0 2 1-15,7 6-4 16,11 3-1-16,4 4 0 15,3 2-6-15,2 4 0 16,3 3 3-16,1 4-3 16,2 1-1-16,2 1-25 15,1 1-59-15,-1-5-60 16,0-2-96-16,-1-5-416 16</inkml:trace>
  <inkml:trace contextRef="#ctx0" brushRef="#br0" timeOffset="12303.672">26041 3670 86 0,'0'0'608'0,"0"0"-481"0,0 0 8 16,0 0-107-16,0 0-20 16,0 0 45-16,9 68 11 15,-4-39 6-15,-1 0 0 16,1 2-22-16,-4-5-12 15,1-2-3-15,0-1-7 16,-2-7-15-16,0-5-7 16,0-4 3-16,0-4-3 0,0-3 1 15,0 0-1-15,0-3-2 16,0-15-2-16,0-6-12 16,0-5-2-16,0-3 5 15,5-1 4-15,6 2 1 16,-1 3 3-16,2 7 1 15,-1 4 0-15,-1 4-1 16,2 6 1-16,0 5 0 16,4 2-1-16,1 0 0 15,2 9 0-15,-2 10 1 16,-1 2 1-16,-3 0 0 16,-1 3 6-16,-3-1 1 15,-3-5-6-15,-3 0 2 16,-1-5 2-16,-2-3-4 15,0-3 1-15,0-5 0 0,0 0 0 16,0-2 1-16,0 0 2 16,-2-2-6-16,-2-10-9 15,2-3 5-15,2-5-1 16,0-1 2-16,0-1 2 16,8-1 0-16,6 2-1 15,0 2 0-15,2 2 1 16,-1 3 0-16,2 1 1 15,-4 3 2-15,2 3-2 16,-1 3-2-16,0 3 1 0,-2 1 0 16,2 0 0-1,-4 5-1-15,1 7 2 0,-1 1 2 16,-3 4-1-16,0 1 4 16,2 2 2-16,-5-2 6 15,2 1-1-15,-5 1 5 16,1-1 3-16,-2-1 4 15,0-1-1-15,0-3 0 16,0 3-16-16,0-4-1 16,0-3-2-16,0 0-1 15,-2-5 0-15,-1 3-2 16,-1-3 1-16,3-3-2 16,1-2-3-16,-2 0-17 15,1 0-16-15,-2 0-22 16,-3 0-68-16,2-12-75 15,1-8-292-15</inkml:trace>
  <inkml:trace contextRef="#ctx0" brushRef="#br0" timeOffset="12637.003">26764 3061 243 0,'0'0'558'0,"0"0"-502"16,0 0 35-16,0 0 14 0,0 0-18 16,0 0-14-16,0 0 10 15,28 39-24-15,-1-36-20 16,2 0-11-16,4-2-7 15,2 2-11-15,-4-2-7 16,0 2 0-16,-5-3-1 16,-4 5-1-16,-8-5-1 15,-4 0-5-15,-3 0-36 16,1 0-26-16,1-2-56 16,0-11-190-16</inkml:trace>
  <inkml:trace contextRef="#ctx0" brushRef="#br0" timeOffset="13166.019">27160 2898 685 0,'0'0'123'0,"0"0"79"16,0 0-71-16,0 0-64 15,0 0-52-15,0 0-5 16,54-34-5-16,-34 37-4 15,-4 8-1-15,-3 4 1 16,-2 0 3-16,-5 2-2 0,-6 0 1 16,0-2 0-1,0 2 3-15,-14-3-2 0,1-1 2 16,1-3-2-16,2-3-1 16,5-2-3-16,2-4-4 15,3-1 0-15,0 0-5 16,0 0 3-16,0 0 6 15,0 0-1-15,0 0-1 16,5 1-2-16,11 1 3 16,2-1 0-16,3 2 1 15,1-1 0-15,-1 3 0 16,1 1 0-16,-2 0 0 16,-2 3 0-16,-4 1 3 15,-4-1 1-15,-3 3 1 16,-4 1 6-16,-1-2 7 0,-2 2 9 15,0-3-2 1,-2 3 7-16,-10-1 10 0,-4-2-8 16,-2 2-4-16,-6-4-5 15,-3-1 3-15,-3-1-10 16,-3-4-7-16,-1 3-6 16,-2-4-5-16,-3 0 0 15,-4-1-63-15,1 0-121 16,11-13-434-16</inkml:trace>
  <inkml:trace contextRef="#ctx0" brushRef="#br0" timeOffset="28861.303">17096 10914 576 0,'0'0'9'0,"0"0"0"0,-106-98-4 0,46 62 6 16,-7 2 7-16,-6-1 24 16,-2 3-15-16,-2 0 4 15,-3 3 14-15,-4-2-35 16,-4 2 0-16,-3 4 4 15,-2 2-4-15,-2 3-1 16,-4 6 8-16,-4 7 9 16,-6 5-5-16,-7 2-11 15,-5 0-2-15,-7 16-1 16,-1 2-7-16,4 4 3 0,1 1-3 16,8 2 2-16,4 3 1 15,8 4 3-15,10 4 1 16,3 4-4-16,3 3 5 15,3 3 1-15,2 8-5 16,6 2 0-16,4 9 3 16,1 3-2-16,8 4 1 15,7 6 3-15,5 3 1 16,13 11 5-16,5 4-3 16,10 8 3-16,6-1 6 15,9-1-7-15,6-3-1 16,3-3-3-16,5-3-4 15,17-6 2-15,11-1 6 0,9-2 5 16,13-2-4 0,6-4-7-16,15-3 2 0,12-5-4 15,15-3 0-15,15-9 2 16,12-10-2-16,10-11-3 16,6-12-2-16,3-10 1 15,3-7 0-15,-5-8 2 16,4 0 0-16,4-10-3 15,6-17 3-15,6-11-4 16,7-10 0-16,-5-11 0 16,-6-5 0-16,-17-1 2 15,-21-1-1-15,-11-3 0 16,-17-5 3-16,-6-3-4 16,-13-10 1-16,-9-7-2 0,-11-10 1 15,-10-7 0 1,-6-7 0-16,-15-6 0 0,-8-2 0 15,-14 8 0-15,-5 8 0 16,-25 11 0-16,-16 15 0 16,-11 9 4-16,-9 9 5 15,-8 9-3-15,-3 5 6 16,-2 2-1-16,5 4-1 16,5 7-1-16,1 6-3 15,2 3 3-15,2 6 12 16,-3 5-18-16,7 6 5 15,6 1-2-15,1 4 2 16,6 2-4-16,5-1 0 0,4 4 1 16,5 1-5-16,2-1 3 15,6 3-1-15,3 0-1 16,-1 0 3-16,6 0-4 16,2 0 0-16,4 3 0 15,3 1 0-15,2-1 1 16,1 1-1-16,0 0 1 15,0 1-2-15,0 3 1 16,6 2-9-16,0 5-27 16,-1 3-23-16,3 8-61 15,-2-6-100-15,0-12-312 16</inkml:trace>
  <inkml:trace contextRef="#ctx0" brushRef="#br0" timeOffset="31473.462">24285 5668 405 0,'0'0'109'0,"0"0"-61"0,0 0 47 0,0 0-54 16,0 0-12-16,0 0 60 15,0 0 0-15,56 30-20 16,-9-28-17-16,4 1-20 16,-2-3-8-16,-3 0-12 15,-5 0-8-15,-5 0 0 16,-6 0-3-16,-7 0 2 15,-12 0-3-15,-5 0-21 16,-2 0-47-16,-4 0-64 16,-4 0 9-16,-19 2-43 0,-11 8-267 15</inkml:trace>
  <inkml:trace contextRef="#ctx0" brushRef="#br0" timeOffset="31810.16">24327 5897 205 0,'0'0'57'16,"0"0"14"-16,0 0 35 15,0 0-17-15,0 0-11 16,0 0 28-16,11 21-15 16,9-18-31-16,4-2-17 0,3 2-10 15,6-3-1 1,0 0-4-16,-2 0-14 0,2 0-7 15,-6 0 2-15,-1 0 1 16,-4 0 2-16,-3 0 2 16,-4 0 4-16,-2 0-2 15,-4 0-2-15,0 0-5 16,0 0-2-16,-4 0 0 16,-2 0 1-16,-3 0-3 15,0 0 1-15,0-3-1 16,0-2-5-16,0-1-43 15,0-8-127-15,-2-8-241 0</inkml:trace>
  <inkml:trace contextRef="#ctx0" brushRef="#br0" timeOffset="34931.312">25797 5511 354 0,'0'0'171'0,"0"0"-154"0,-63-73 28 0,38 58-6 0,-1 3 1 16,4 6-13-16,-2 4-7 15,0 2-2-15,3 2-2 0,-1 16 10 16,-1 6 0-16,7 5-1 16,4 2-13-16,2 4 10 15,7-5-10-15,3-2-5 16,0-4-1-16,0-5-3 16,6-8 5-16,9-2-2 15,5-8 4-15,5-1-2 16,3 0-2-16,0-15-6 15,5-5-12-15,-5-5-5 16,-4-1 1-16,-3-2 8 16,-7 1 0-16,-8 2 3 15,-2 1-1-15,-1 2 5 16,-3 5-1-16,0 6 1 16,0 4 2-16,0 5 0 15,0 0 1-15,0 2-1 0,0 0-1 16,0 8-2-16,0 7 2 15,0 5 2-15,-1 3-1 16,1 1 5-16,0 4-3 16,0 1 1-16,1-1 1 15,9 0 2-15,1 0 3 16,1 5-2-16,-3 0 1 16,0 4 0-16,0 4-5 15,-1-3 1-15,-2 2 0 16,-1-4 0-16,-2-2-3 15,0-3-1-15,0 2 1 16,-1-5-1-16,2 1-1 0,-3-3 1 16,2 0-1-16,0-2 0 15,0-1 2-15,-1 2-2 16,-1-3 1-16,-1-1-1 16,0-1 0-16,0-2 1 15,0-2 1-15,-3-2-1 16,-4-4-1-16,-2-5 2 15,0-1 1-15,-3-2 0 16,-4-2 1-16,-1 0-2 16,-5-9 1-16,-2-6-1 15,-1-6-1-15,2-3 0 16,-4-5-1-16,2-3 0 16,0-3 2-16,10 1-1 0,0-3 1 15,4 1 1 1,11-1 0-16,0-1-1 0,0-5 2 15,14 1 1-15,10-3 5 16,5 3-4-16,7 2 5 16,2 6 38-16,2 3-43 15,-3 5 2-15,-1 3-1 16,-3 6 5-16,-5 1 5 16,-4 7-4-16,-6 0 2 15,-6 6 0-15,-5 1-2 16,-4 2-5-16,0 0-4 15,0 0 0-15,-1 4 7 0,1 0-3 16,-2-1 6-16,-1 1-4 16,0-3-2-16,0-1-5 15,0 0 4-15,2 0-4 16,1 0 3-16,-3 0 1 16,0 0-4-16,0 0-3 15,0 0-1-15,0 0-25 16,-5 0-71-16,-10 0-73 15,-4 0-139-15</inkml:trace>
  <inkml:trace contextRef="#ctx0" brushRef="#br0" timeOffset="35801.6">25266 6432 193 0,'0'0'8'0,"0"0"17"0,0 0 15 0,0 0 29 15,0 0 2-15,0 0 5 16,49 14-34-16,-19-14-18 15,3 0-11-15,1 0 6 0,6 0 10 16,9 0 16-16,9 0 2 16,16-3-18-16,6-1 13 15,10-3-6-15,4 1-2 16,1-2-4-16,2 0 12 16,0 2-15-16,-4 1 3 15,-8 1 2-15,-8 0-10 16,-11 1-2-16,-14 0 0 15,-7 1 2-15,-11-2-1 16,-9 3 1-16,-8 0-3 16,-7-1-4-16,-7 2-3 15,-3-2 5-15,0 2 1 16,0 0-2-16,0-1-7 16,0 0-5-16,0 0-3 15,0-2-1-15,0 3-38 0,-8 0-56 16,-6 0-54-16,-5 0-170 15</inkml:trace>
  <inkml:trace contextRef="#ctx0" brushRef="#br0" timeOffset="38059.975">26059 7044 449 0,'0'0'27'0,"0"0"103"0,0 0-58 15,0 0-38-15,-39-72 0 16,25 67-11-16,2 0-1 16,-2 4-6-16,1 1 1 15,-2 0 4-15,-1 7 6 16,-3 13 4-16,-1 3-6 15,-1 6 6-15,3 2 1 16,2 1-8-16,2 1-3 16,5-2-5-16,3 0-1 15,5-1-6-15,1-2-1 16,0-1 0-16,0-6-5 16,9-4-3-16,4-3 0 15,2-4 8-15,7-3-8 0,5-6-47 16,8-1-65-16,2 0-73 15,3-17-84-15</inkml:trace>
  <inkml:trace contextRef="#ctx0" brushRef="#br0" timeOffset="38740.429">26201 7061 566 0,'0'0'89'0,"0"0"72"16,0 0-70-16,0 0-74 15,0 0 34-15,0 0-6 16,-22 70 1-16,22-42-16 0,4-4-10 16,5 3-4-16,0-4-6 15,-3-3-5-15,-1-2-3 16,-2-6 0-16,-2-4-1 16,1-4-1-16,-2-3-10 15,0-1 9-15,0 0 1 16,0-11 0-16,0-11-9 15,0-5 2-15,0-3 7 16,0 5-2-16,7 3 2 16,2 3-4-16,3 6 4 15,0 6 0-15,-2 3 7 16,5 4-2-16,0 0-3 16,6 6 1-16,-3 8 6 0,1 1-3 15,-2 2-1 1,-1-2 0-16,-4 3-5 0,0-3 2 15,-5-2-2-15,-1-1 0 16,-1-3 0-16,-4-3-3 16,-1-3-28-16,0-1-21 15,0-2 7-15,0 0 31 16,0 0 13-16,-3 0-1 16,0-8 2-16,2-5-2 15,1-1-9-15,0-3 10 16,1-2-1-16,14 3 4 15,0-2-4-15,4 2 4 0,0 0-7 16,1 4 2-16,0 2 3 16,-5 4 2-16,-2 3-1 15,0 3-1-15,-3 0 2 16,3 0 2-16,-3 8-1 16,1 5-3-16,-2 6 3 15,-3 2 2-15,-5 4 2 16,-1 4 4-16,0-2 3 15,0 1-5-15,-1-2-9 16,-5-3 3-16,-3-2-1 16,4-5-2-16,1-4-2 15,1-3-50-15,-2-5-114 16,1-4-198-16</inkml:trace>
  <inkml:trace contextRef="#ctx0" brushRef="#br0" timeOffset="39499.02">26842 6671 372 0,'0'0'45'0,"0"0"63"0,0 0-17 0,0 0-14 16,91-35-21-16,-72 35-6 15,-2 5-16-15,-5 13 4 16,-4 3-8-16,-2 2-6 16,-6-1-11-16,0-2-3 15,-6-1-2-15,-9-1-6 16,-1-6 9-16,-3 1-8 16,2-6-3-16,3-3 0 0,-1-1-38 15,5-3 9 1,1 0-14-16,0 0 12 0,6 0 19 15,2 0 8-15,1-6-9 16,0 1-21-16,1-1 12 16,14-1 9-16,3 1 6 15,1 1 6-15,5 2 1 16,-1-1 0-16,-1 2 1 16,2 1 2-16,-8 1 2 15,2 0 8-15,-6 0 4 16,-2 0 3-16,-4 7-2 15,-3 3-5-15,-1 4 5 16,-2 1 10-16,0 1 0 16,0-1-1-16,-2 4-7 0,-5-2 3 15,-2-2 1-15,-1 1 3 16,-1-1-2-16,-4-1-3 16,0-2 8-16,-4-5 5 15,-5 0-6-15,1-1 0 16,-5-3-4-16,0-3-4 15,-2 0-10-15,3 0 3 16,2-2-7-16,5-6-4 16,4-2 1-16,4 3 0 15,0-2-4-15,6 2-7 16,0-1-60-16,-1-5-160 0</inkml:trace>
  <inkml:trace contextRef="#ctx0" brushRef="#br0" timeOffset="41475.944">27229 5709 685 0,'0'0'18'0,"0"0"26"0,0 0 32 0,0 0-4 0,0 0-9 16,0 0 2-16,96 8-29 16,-53-8-18-16,-3 0-10 15,-3 0-5-15,-2 0 0 16,-10 0-1-16,-6 0-1 15,-7 0-1-15,-7 0-24 16,-4 0-42-16,-1 0-52 16,-3 3-55-16,-18 3-22 15,-9 0-269-15</inkml:trace>
  <inkml:trace contextRef="#ctx0" brushRef="#br0" timeOffset="41775.485">27226 5854 371 0,'0'0'35'0,"0"0"67"15,0 0-1-15,0 0 0 16,0 0-20-16,0 0 14 16,39 30-9-16,-11-29-17 15,5-1-12-15,3 0-13 0,1 0-12 16,-1 0-10-1,-5-1-10-15,-3-3-1 0,-4 1-4 16,-4 0-1-16,-2 1-1 16,-5 2-4-16,-4 0 2 15,0 0-3 1,-4 0 2-16,-2 0-2 0,-3 0-1 16,0 0-37-16,0 0-131 15,0 0-200-15</inkml:trace>
  <inkml:trace contextRef="#ctx0" brushRef="#br0" timeOffset="42729.139">28241 5561 554 0,'0'0'3'0,"0"0"15"16,0 0 4-16,0 0 37 16,0 0-14-16,0 0 11 15,-14-7 17-15,8 3-8 16,-3-2-44-16,-6 0 6 16,-7 2-8-16,-5 4-6 15,-3 0 2-15,-6 6 9 16,3 12 0-16,1 8-4 0,8 1 3 15,5 2 9-15,10 4-17 16,6-3-7-16,3-1-4 16,0-6 0-16,12-4 1 15,7-9 1-15,5-9 0 16,4-1-6-16,0-7-16 16,2-12-22-16,-6-5 3 15,0-2 7-15,-3-1 10 16,-6 2 2-16,0 0 2 15,-6 8 11-15,-3 2 3 16,-5 4 0-16,-1 6 0 16,0 5 3-16,0 0 12 15,0 0-2-15,0 0-11 16,-3 15-1-16,-3 6 7 16,0 6 8-16,3 5-1 0,0 4 10 15,2 8 0-15,1 1 4 16,0 4 0-16,0 2 1 15,0-1-3-15,0 1-9 16,0 0-4-16,0 3 5 16,0-2-2-16,0 1-4 15,-4-3 0-15,-4-5-3 16,-1-7-5-16,0-7 0 16,-1-7-3-16,4-5 0 15,-1-7-2-15,1-3 1 16,1-3 1-16,-1-5-2 15,-5-1 3-15,-1 0-3 0,-4 0-5 16,-2-7-3-16,3-6-5 16,-4-1-6-16,1-2 2 15,3 0 0-15,0-5 4 16,3-2 7-16,2-4 4 16,0-2 2-16,0-1 0 15,1-3 0-15,2 0 0 16,1-2 1-16,6 3 0 15,0 0-1-15,0 3 1 16,6 3 2-16,12-1 1 16,6 1-1-16,4 5 0 15,3 2-2-15,4 1 5 16,-1 6-2-16,-3 3 0 0,-1 2-2 16,-5 6 6-16,-4 1 0 15,-4 0 2-15,-6 0-4 16,-4 0-3-16,-4 0-1 15,-2 3-4-15,-1 0 1 16,2 4 1-16,-2-2-22 16,3 1-66-16,4-2-171 15,6-4-444-15</inkml:trace>
  <inkml:trace contextRef="#ctx0" brushRef="#br0" timeOffset="43021.632">28709 5726 869 0,'0'0'45'0,"0"0"66"0,-81-6-72 16,54 6-19-16,4 16-10 16,-1 8-4-16,6 8-4 15,0 2 3-15,6 3 2 16,2 0-2-16,2-3 24 15,5-7-3-15,0 3 6 16,3-7-2-16,0-4-9 16,3-5-10-16,12-1 1 15,6-6-5-15,6-4-7 16,3-3-4-16,4 0-45 16,-1-4-61-16,0-13-70 0,-3-5-198 15</inkml:trace>
  <inkml:trace contextRef="#ctx0" brushRef="#br0" timeOffset="43740.075">28821 5811 739 0,'0'0'38'16,"0"0"113"-16,0 0-24 15,0 0-36-15,-45 86-41 0,45-62-2 16,0 0-3-1,0-3-11-15,0-1-7 0,2-6-10 16,3-1-11-16,-3-5-1 16,-2-4-4-16,1-2-1 15,-1-2-1-15,0 0-13 16,0-5-6-16,2-7-28 16,4-10 8-16,3 0 15 15,3-2-3-15,1 2 19 16,2 2 9-16,-1 2 0 15,-2 6 0-15,1 5 8 16,-1 5 6-16,1 2 4 16,-1 4-2-16,1 13 2 0,0 6 0 15,-3 1-3 1,-1 1 1-16,0-1-2 0,-1-2-1 16,-5-1-4-16,-2-4-1 15,-1-5-5-15,0-2 0 16,0-5 0-16,0-4-3 15,0-1-5-15,-1 0-1 16,-1-7-17-16,2-10 1 16,0-3 4-16,0-2 4 15,3-4 13-15,10 1 1 16,2-1 1-16,5 3-1 16,-4 1-2-16,2 4 2 15,-1 3 0-15,-1 5 2 16,-1 1 0-16,-2 6 2 0,-1 3-1 15,0 0 2-15,-3 0 0 16,0 9 5-16,-3 9 1 16,1 2 5-16,-4 1 1 15,2 0-2-15,-4 1-6 16,1 0 2-16,-2 0 0 16,0 0 5-16,0-1-7 15,0-1 4-15,0-5 2 16,0-1-7-16,-3-4-4 15,1-2-3-15,-1-7 2 16,3-1-3-16,0 0-12 16,0 0-23-16,-3-12-52 15,2-6-43-15,-3-8-142 16,4-7-577-16</inkml:trace>
  <inkml:trace contextRef="#ctx0" brushRef="#br0" timeOffset="44102.679">29389 5311 635 0,'0'0'75'0,"0"0"103"0,0 0-52 0,0 0-25 0,0 0-25 16,0 0 1-16,0 0-3 16,63 49-24-16,-23-49-13 15,1 0-11-15,-3 0-5 16,-3 0-6-16,-4 0-4 16,-9-1-3-16,-1 0-2 15,-9 1-4-15,-4 0 5 16,-3 0-6-16,-2 0 1 15,-3 0-2-15,0 0 0 16,0 0-24-16,0 0-25 16,-5 0-29-16,-4 0-83 15,1 0-225-15</inkml:trace>
  <inkml:trace contextRef="#ctx0" brushRef="#br0" timeOffset="44684.675">29898 5068 734 0,'0'0'114'16,"0"0"13"-16,0 0-39 15,0 0-48-15,0 0-17 16,0 0 0-16,85 11-2 0,-71 12-7 15,-5 0-2 1,-8 4-3-16,-1-2-2 0,-4 0-2 16,-16-2 2-16,-7-5-1 15,-3-1-2-15,4-6 0 16,2-5-3-16,12-1 2 16,5-3-3-16,7-2-6 15,0 0 6-15,0 0 0 16,8-2 0-16,10-4-7 15,6 0 3-15,0 2 1 16,0-1 3-16,-2 4 0 16,2 1-3-16,-2 0 3 15,-1 0 0-15,-4 1 0 16,-1 9 3-16,-4 0 5 16,-4 3 2-16,-2 0 2 0,-2 1 9 15,-3 0 9 1,-1-1 0-16,0 4-10 0,0-2 2 15,-8 1 0-15,-3-1 7 16,-3-1 1-16,-2-3-2 16,1 0 1-16,-6-4-4 15,-1 0-5-15,-2-4 1 16,-4-3-2-16,1 0-7 16,-3 0-8-16,-1 0-2 15,-2 0-2-15,0-6 0 0,2 2-37 16,1-3-61-1,6-9-138-15,6-10-878 0</inkml:trace>
  <inkml:trace contextRef="#ctx0" brushRef="#br0" timeOffset="50599.268">11820 10164 448 0,'0'0'8'0,"0"0"-1"0,0 0 7 15,0 0 3-15,-79-31 41 0,75 31 23 16,4 0-7-16,0 0-53 16,0 0-21-16,16 9 5 15,12 5 9-15,16 3 14 16,12 0 3-16,10 4-6 16,6-1-6-16,7-2-4 15,6 3-1-15,6-4 2 16,7 3 7-16,4-2-4 15,-2-3-13-15,5 0-1 16,-3-4 0-16,1 1 3 16,3-6 2-16,3 3 2 15,4-5 0-15,-1-1-5 0,-3-3-5 16,-9 0-1-16,3 0 1 16,-6 0 1-16,-9 0-1 15,0 0-1-15,-9 4 1 16,-2 3-2-16,-6 1 1 15,-3 3 0-15,0-1 0 16,1 2 1-16,2-2 0 16,-3 1-2-16,-3-3 0 15,-7 3 0-15,-2-4 0 16,-2 1-2-16,1-2 4 16,-1-1-2-16,3-2 0 15,-2 1 1-15,0-4-1 16,-2 0 1-16,-3 0 0 0,-6 0 0 15,-2 0-1-15,-7-4 2 16,-5-4-2-16,-5-2 2 16,-5 1-1-16,-6-4 1 15,0-1 0-15,-2 0 6 16,-5-4 4-16,1-4-2 16,2-3-8-16,0-3 0 15,0-6-1-15,4-5-1 16,-2-5 0-16,5 0 0 15,-4-2 2-15,2-4-1 16,3-2-1-16,1-6 0 16,-1 0 1-16,3-6-1 0,-2 0 0 15,0-5-1 1,-3-3 1-16,-9-4-2 0,-4-1 1 16,-3 0 0-16,0 5 1 15,-6-2 0-15,-5-1 1 16,-1 8-2-16,-1 2 1 15,0 7 0-15,3 5 0 16,-2 5 1-16,1 2-1 16,2 6 0-16,0 0 2 15,2 6 2-15,0-1 1 16,1 7 2-16,1-1 13 16,2 2-3-16,0 6 1 15,-1 0-6-15,2 5 2 16,1 3 1-16,-2 2-12 15,1 4 5-15,1-1-2 0,-2 6-2 16,1-1 0-16,-2 2-2 16,-4 1-2-16,-2 0 1 15,-4 0-2-15,-2 0 3 16,-1 6-2-16,-3 4 0 16,-4 2 2-16,0 0-3 15,-6-1 2-15,-4 3-1 16,-6-2 1-16,-8-1-2 15,-8 1 2-15,-8-3 2 16,-7 1-3-16,-4 0 1 0,-4 1-1 16,0 2 0-1,2 0 0-15,-6 1 4 0,-6-1-3 16,-2 1 0-16,-3 1-1 16,-5 0-3-16,-3 4 3 15,-3 0-1-15,-4-3 1 16,2 0 0-16,-1-5 1 15,5 0-1-15,6-1 0 16,5-3 1-16,2 2 2 16,4-3-3-16,1 1 0 15,3-2-1-15,1 5 1 16,2 0 0-16,3 1-1 16,3-1-2-16,3-2 3 15,6 0 0-15,7-4 0 16,3-1 3-16,4-3-3 0,9 0 0 15,4 0 1-15,7 0-1 16,2 0 1-16,5-5-1 16,0 1 1-16,0-2-1 15,4-1-1-15,-2 2 1 16,7-1 0-16,-2-1 1 16,4 1-1-16,0 2 0 15,2 0 0-15,1 0 0 16,0 4 0-16,6 0 1 15,-3 0-1-15,1 0-1 16,1 0-1-16,-1 16 2 16,-2 1-1-16,6 5 1 0,1 3 1 15,-2 3-1-15,2 5 0 16,0 5-1-16,0 7 1 16,0 7 1-16,0 5-1 15,0 3 1-15,0 2-2 16,0 6 1-16,0 1 0 15,0 5 0-15,-6-1 0 16,3-4 0-16,-3-3 0 16,4-6 1-16,-4-3-1 15,3-6 0-15,-5-6 0 16,3 1 0-16,1-10 1 16,1-4 0-16,-2-4-1 15,2-5 0-15,-4 0 1 0,7-8 1 16,-3-1-1-1,3-6 4-15,0-2-2 0,0-1 2 16,0-2 1-16,-3 1-1 16,3-4 0-16,0 0 0 15,0 0-1-15,0 0 4 16,0 0 1-16,0 0-1 16,0 0-3-16,0 0 2 15,0 0-2-15,0 0 2 16,0 0 0-16,0 0-1 15,0 0-1-15,0 0 1 16,0-15-6-16,13-8-12 16,11-8-70-16,5-14-126 0,-6-17-628 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38:53.509"/>
    </inkml:context>
    <inkml:brush xml:id="br0">
      <inkml:brushProperty name="width" value="0.05292" units="cm"/>
      <inkml:brushProperty name="height" value="0.05292" units="cm"/>
      <inkml:brushProperty name="color" value="#FFC000"/>
    </inkml:brush>
  </inkml:definitions>
  <inkml:trace contextRef="#ctx0" brushRef="#br0">13688 11921 563 0,'0'0'12'0,"0"0"16"0,0 0 38 0,0 0-5 16,0 0-24-16,-103-24-7 15,76 30 10-15,1 7-11 16,1 3-2-16,2 2-4 15,2 2 1-15,3 3 0 16,2 2 2-16,2 3-4 16,2 4 2-16,2 1 6 15,2 0 0-15,1 2-3 16,4-3-4-16,3-2-4 16,0 0-10-16,0-4 0 0,0-3-4 15,10 0-2-15,1-6-1 16,4-4 3-16,6-1-1 15,4-5-4-15,5-3-50 16,4-4-46-16,5 0-70 16,1-7-192-16</inkml:trace>
  <inkml:trace contextRef="#ctx0" brushRef="#br0" timeOffset="443.733">13993 11787 438 0,'0'0'7'0,"0"0"15"16,0 0 76-16,0 0-24 15,0 0-22-15,0 0-12 16,-47 18 14-16,43 6 9 15,1 3-22-15,3-4-21 16,0-1 20-16,0-4-15 16,10-5-12-16,4-3-4 15,4-6 1-15,2-4 1 16,0 0-4-16,2-5-3 0,-1-15 0 16,-4 0 0-1,-4-7-2-15,-6 0 4 16,-5-3-4-16,-2 4 10 0,0 0 11 15,-5 4 12-15,-11 5 15 16,-1 5-28-16,-3 4 4 16,-6 7-8-16,1 1-11 15,2 0-4-15,1 9-2 16,6 6-1-16,5 6 0 16,7 4-4-16,4 7-71 15,0 0-49-15,0-2-198 16</inkml:trace>
  <inkml:trace contextRef="#ctx0" brushRef="#br0" timeOffset="886.742">14485 12172 58 0,'0'0'494'0,"0"0"-453"0,0 0 72 0,0 0-27 15,0 0-42-15,0 0 5 16,21 18 31-16,4-15-22 16,6 0-14-16,4-3-20 15,-1 1-12-15,2-1-4 16,0 0-4-16,1 0-2 15,-4 0-2-15,-5 0 0 16,-7 0-32-16,-3 0-47 0,-9 0-73 16,-5 2-82-16,-4-2-150 15</inkml:trace>
  <inkml:trace contextRef="#ctx0" brushRef="#br0" timeOffset="1253.822">14568 12359 56 0,'0'0'333'15,"0"0"-272"-15,0 0 48 0,0 0-8 16,0 0-8-16,0 0-3 15,29 27 4-15,-10-25-35 16,2-1-10-16,3-1-7 16,3 0-9-16,1 0-12 15,2 0-10-15,-2 0-1 16,-3 0-6-16,-3 0 0 16,-6 0 0-16,-4 0 2 15,-6 0-1-15,-3 0-1 16,0 0 0-16,-3 0-1 0,0 0-1 15,0-1 3 1,0-1-5-16,-6 2-75 0,-9 0-11 16,-3-4-250-16</inkml:trace>
  <inkml:trace contextRef="#ctx0" brushRef="#br0" timeOffset="1896.673">15763 11905 617 0,'0'0'62'0,"0"0"-21"0,0 0 123 0,-4 84-62 16,4-39-29-16,0 3-12 15,-3 2 3-15,1-3-20 16,-2 1-7-16,3-3-7 16,-2-2-6-16,-2-4-5 15,1-4-7-15,-1-3-1 16,0-7-2-16,1-1-2 16,-3-4-3-16,2-3-2 15,1-5 0-15,-2-2 1 0,1-3-3 16,1-3 0-16,-2-1 0 15,3-3-1-15,-2 0-16 16,1 0-11-16,-2 0-19 16,1-7-19-16,4-6-63 15,1-6-82-15,0-3-160 16</inkml:trace>
  <inkml:trace contextRef="#ctx0" brushRef="#br0" timeOffset="2222.373">15714 11869 315 0,'0'0'272'16,"0"0"-243"-16,0 0 14 15,0 0 89-15,0 0-24 16,0 0-43-16,84 32 11 15,-51-28-15-15,2-4-6 16,4 0-19-16,3 0-12 16,0-7-4-16,-2-4-6 15,-3 0-9-15,-6-1-1 16,-4 4-1-16,-9 1 0 16,-6 1-2-16,-4 4-2 0,-5-2 0 15,0 3-21 1,-3 1-55-16,0 0-25 0,-5 5-68 15,-16 7-155-15</inkml:trace>
  <inkml:trace contextRef="#ctx0" brushRef="#br0" timeOffset="2581.767">15808 12066 398 0,'0'0'202'16,"0"0"-154"-16,0 0 54 0,0 0-17 15,0 0-43-15,0 0 18 16,30 10 2-16,-8-8-17 16,5-1 3-16,3 0 3 15,3-1-14-15,1 0-6 16,-2 0-3-16,2 0-6 15,-4 2-2-15,-3-1-3 16,-4-1-1-16,-3 2-5 16,-4-2-4-16,-2 0-1 15,-3 0-3-15,-3 0 2 16,-2 0-3-16,-4 0 0 0,-1 0-2 16,-1 0 0-1,0 0-43-15,-6 6-85 0,-15 3-38 16,-3-2-396-16</inkml:trace>
  <inkml:trace contextRef="#ctx0" brushRef="#br0" timeOffset="4396.501">16679 11955 206 0,'0'0'26'0,"0"0"40"0,0 0 32 15,0 0 1-15,-37 71-23 16,27-46-7-16,-4 0-8 16,-2 3-10-16,-6 0-6 15,2 1-14-15,-4 0-15 16,-3-2-9-16,1 0-2 15,-3-5 0-15,7-1-4 16,2-3-1-16,6-4-43 16,5-6-26-16,4-6-72 15,2-2-70-15,3-4-132 16</inkml:trace>
  <inkml:trace contextRef="#ctx0" brushRef="#br0" timeOffset="4635.605">16424 12007 93 0,'0'0'333'16,"0"0"-255"-16,0 0 15 15,0 0-73-15,0 0 42 16,0 0 1-16,60 76-23 16,-42-45 9-16,2-1-4 15,0 1 4-15,3-3-16 16,-3-3-13-16,0-2-8 15,-4-2-6-15,-2-1-6 0,0-3 3 16,-1-3-3-16,-1-1-28 16,2-5-98-16,2-5-114 15</inkml:trace>
  <inkml:trace contextRef="#ctx0" brushRef="#br0" timeOffset="5025.678">17472 11575 590 0,'0'0'13'0,"0"0"60"0,0 0 3 16,0 0-23-16,0 0-7 15,0 0 16-15,-100 41 0 16,71-3-14-16,0 10-1 16,-1 7-3-16,0 5-7 15,6 6-6-15,3 1-13 16,3-2-3-16,6-4 7 16,1-3-1-16,9-5 2 15,2-2 0-15,0-6-6 16,0-3-2-16,15-8-11 15,1-8 3-15,2-5-3 16,6-5 1-16,0-8-5 16,-2-3-6-16,7-5-43 0,-3-2-44 15,1-15-89-15,-2-8-148 16</inkml:trace>
  <inkml:trace contextRef="#ctx0" brushRef="#br0" timeOffset="5484.118">17710 11691 423 0,'0'0'20'0,"0"0"54"0,0 0 33 15,0 0-15-15,0 0-28 16,-32 89-14-16,32-61 16 16,7-1-24-16,8-5-21 15,3-3-6-15,1-2-7 16,2-5-4-16,-3-1 1 16,-3 1-4-16,-2-4 0 15,-3 0-1-15,-3 0 2 16,-3 0 7-16,-2-1 7 15,-2 2-1-15,0 0 7 0,0 2 6 16,-9 2-2 0,-6 0 4-16,-2 0-1 0,-5 1-4 15,0-1 3-15,-2-3-6 16,3-2-5-16,0-2-1 16,3-3-5-16,2-3-7 15,3 0 1-15,2 0-5 16,0 0-7-16,3-10-34 15,6-7-78-15,2-3-66 16,0-8-336-16</inkml:trace>
  <inkml:trace contextRef="#ctx0" brushRef="#br0" timeOffset="5723.599">17723 11653 541 0,'0'0'45'0,"0"0"3"0,0 0 47 15,91-10-47-15,-55 7-23 16,-1 0-6-16,-1-1-10 16,-2 0-4-16,-3 1 3 15,1 0-6-15,-3 3-2 16,-4 0-2-16,-4 0-59 15,-10 0-94-15,-3 9-248 16</inkml:trace>
  <inkml:trace contextRef="#ctx0" brushRef="#br0" timeOffset="6120.883">17463 12282 542 0,'0'0'26'16,"0"0"13"-16,0 0 75 15,0 0-9-15,85 11-27 16,-40-11-26-16,2 3-14 16,1-3 10-16,4 0-6 15,0 0-10-15,-4 0 0 16,0 0-11-16,-2 0-1 16,-6 0 2-16,-1 0-5 15,-4 0-9-15,-9 0-2 16,-2 0-5-16,-9 0-1 15,-6 0-1-15,-9 6-45 0,0-1-101 16,-12 3-128 0,-16-3-350-16</inkml:trace>
  <inkml:trace contextRef="#ctx0" brushRef="#br0" timeOffset="6719.175">18031 12350 399 0,'0'0'243'16,"0"0"-224"-16,-87-30 59 16,55 30 9-16,-5 0-20 15,7 10-33-15,3 7 6 16,1 4 16-16,6 5-3 15,7 3-10-15,6 3 8 0,4 3-5 16,3-4-20-16,0-2-4 16,0-3-14-16,5-2-1 15,7-8-3-15,3-5 1 16,2-8-1-16,6-3 1 16,-1 0 0-16,5-9-5 15,-2-9-3-15,-1-5-13 16,-6-1 3-16,0 1 7 15,-4 2 2-15,-3 1 4 16,-2 5 1-16,-2 2-1 0,-4 6 1 16,-3 3-1-16,0 4 1 15,0 0 3-15,0 0-4 16,4 7 1-16,-3 13 7 16,-1 7 4-16,0 3-4 15,3 9 5-15,-3 6 1 16,0 3 5-16,0-2 0 15,0-2-5-15,0-2 2 16,0-6-1-16,0-2-1 16,0-5-3-16,0-2-4 15,0-1-5-15,0-7 1 16,0-4-2-16,0-2 1 16,0-7-2-16,0-3 0 15,0-3-25-15,9 0-13 16,3-14-40-16,5-12-75 0,-2-8-95 15,-1-11-327-15</inkml:trace>
  <inkml:trace contextRef="#ctx0" brushRef="#br0" timeOffset="7146.577">18389 11341 437 0,'0'0'94'0,"0"0"-35"0,78 89 70 0,-42-48-38 15,4 2 9-15,6 0-41 16,-6 3-20-16,-2 0-2 16,-5 6 4-16,0 2-1 15,-8 5-14-15,-5 1 5 16,-9 2 1-16,-6 0-1 0,-5-2-9 16,-2-3-1-1,-20-5 3-15,-2-5 2 0,-6-4-9 16,-9-7 5-16,2-4-11 15,0-4-4-15,4-6-4 16,4-3-3-16,12-4-5 16,6-5-52-16,8-6-48 15,3-4-94-15,0-2-146 16</inkml:trace>
  <inkml:trace contextRef="#ctx0" brushRef="#br0" timeOffset="7507.903">18973 12182 600 0,'0'0'40'0,"0"0"166"16,0 0-72-16,0 0-35 16,89 30-47-16,-53-25-15 15,-2-2-2-15,1 0 0 16,-5-2-12-16,-2 1 0 16,-4-2 4-16,-5 0-4 0,-3 0-7 15,-1 1-3-15,-6-1-5 16,2 0-3-16,-7 0-4 15,0 0-1 1,-4 1 0-16,0-1-10 0,0 2-67 16,0-2-109-16,0 0-140 15</inkml:trace>
  <inkml:trace contextRef="#ctx0" brushRef="#br0" timeOffset="8129.357">19525 11989 650 0,'0'0'70'16,"0"0"73"-16,0 0-35 15,0 0-68-15,0 0-19 16,0 0 11-16,62-3 3 15,-50 21 12-15,0 3-10 16,-3 3-7-16,-4 0-5 16,-4 3-2-16,-1-2-14 15,0 1 3-15,-6-5-5 16,-4 1-4-16,-2-5 0 16,3-4-1-16,3-5-1 15,1-4 0-15,4-2 1 0,1-2-1 16,0 0 1-1,0 0 3-15,0 0 4 0,0 0-9 16,0 0-2-16,0 0-6 16,7 2 5-16,4 1 2 15,0 1 0-15,3 2 0 16,-5-1 1-16,3 3-1 16,-6 3 0-16,1-1 1 15,-2 3 0-15,-3 2 3 16,-2 0 9-16,0 1 2 15,0-1 3-15,0-1 4 16,-3-1 4-16,-8 0 0 0,0-2-4 16,-5-1 6-1,-5-2-3-15,0 1-5 0,-7-4 4 16,3-3-6-16,1 0-1 16,0-2-5-16,4 0-3 15,3 0-4-15,1-2-2 16,5-9 2-16,5-1-4 15,3 1-3-15,3-1-25 16,0-2-33-16,0 3-35 16,12-3-101-16,9 0-349 15</inkml:trace>
  <inkml:trace contextRef="#ctx0" brushRef="#br0" timeOffset="14536.748">13111 11368 390 0,'0'0'27'0,"0"0"-27"0,0 0 33 16,0 0 6-16,-96 35 22 15,72 13-7-15,1 10-4 16,2 8-12-16,3 5 3 15,0 5-7-15,4 7 10 0,0 5-7 16,0 1-1 0,5-4-3-16,-3-3-14 0,3-3-2 15,-1-2-2-15,4-4-1 16,0-1-2-16,0 0 4 16,0-1-10-16,-2-7 8 15,0-6-8-15,0-11-1 16,2-12 3-16,4-11-2 15,-1-7-2-15,3-7 1 16,0-6-4-16,0-1 1 16,0-3-1-16,0 2 9 15,0-2-5-15,0 0 4 16,0 0-3-16,0 0-3 0,0 1-2 16,0-1-1-1,0 1-2-15,0-1-7 0,0 0 2 16,0 0-1-16,8 0-3 15,14 0 11-15,7 2 3 16,8-1-1-16,0 2-2 16,4-1 3-16,3 3-2 15,6-2 1-15,6-1-2 16,3-1 1-16,0 0-1 16,5 2 1-16,4-2-1 15,6 2 5-15,8-2-3 16,5 2 0-16,2 0-1 15,1 1 2-15,2-1 0 16,2 0-1-16,0-2 1 0,2 2 1 16,2-2 0-16,2 2 1 15,2-2-4-15,-4 1 5 16,-2 0-2-16,-1-2 3 16,1 0-5-16,2 0 1 15,-1 0 3-15,1 0-2 16,1 0 0-16,-2 0 0 15,6 0 3-15,0 0-2 16,3 0 0-16,3 1-2 16,-2-1-2-16,0 1-1 15,-5-1 1-15,-1 2 0 16,-4-1 2-16,-1 1 3 16,-2 1 0-16,0-1-1 0,-2 0 0 15,-2-2-2 1,1 0 1-16,-2 0-3 0,-2 0 0 15,-2 0-1-15,-5 0 0 16,-3 2 0-16,-2-2-1 16,0 0 1-16,1 0 2 15,-4 0 4-15,3 0 12 16,2 0-2-16,3 0-8 16,-2 0-2-16,-2 0-2 15,-3 0-4-15,-1 2 4 16,1 7-4-16,-1-4 5 15,-2 2-4-15,-3-3-1 16,1 2 0-16,-2 0 0 16,3-2 1-16,3 3 0 0,-1-2 0 15,2 3 2-15,-1 0-1 16,1 1 0-16,-1-2-1 16,-2 1 0-16,0 0 1 15,-6 0-2-15,-3-3 1 16,-3 1 2-16,-2-2-2 15,-4 0-1-15,3-1 2 16,-6 1-1-16,-1 0 0 16,-5 2 0-16,0 0-1 15,-1 1-1-15,4-3 1 16,1 0 0-16,2 1 0 16,0-4 2-16,-1-1-2 15,2 0 1-15,-8 0-1 0,-1 0 2 16,-5 0-1-1,-5 0-1-15,-4 0 0 0,1 0 1 16,-1 0-1-16,3-1 1 16,1-4-2-16,-1 1 2 15,3 1-1-15,-3-2 0 16,-2-3 1-16,0 1-1 16,-1-2 1-16,-2-4 2 15,7-3-3-15,-3 0-1 16,1-3 1-16,-1-1 0 15,-4-5-2-15,-1 0 0 16,-6-5-1-16,-3-3 3 0,-6-2-4 16,1-8 4-16,-5-7 17 15,1-7-15-15,0-6-1 16,4-5 1-16,4 5-1 16,2 1-2-16,0 8 1 15,5 2-5-15,-1 7 5 16,-1-2 1-16,0 2-1 15,-5 3 1-15,-2-2-1 16,-2 1 1-16,-5-4-1 16,-1 0 0-16,-2-3-1 15,-2 0 1-15,0-5 0 16,0 0 1-16,0 3-1 16,0 2-1-16,0 5 1 0,0 4 0 15,0 0 3 1,-3 6-2-16,-5 2 0 0,-2 0-1 15,-4 6-1-15,-2 6-3 16,-5 4 0-16,-3 6 2 16,-2 2 1-16,-1 3 1 15,-6 2 0-15,3 3 1 16,-4 1-1-16,-2 0 0 16,-2 0 0-16,-2 0-2 15,-3 0 1-15,-4 2 0 16,-3 4 2-16,-5-1-1 15,-5 4 0-15,2-3 2 16,-3 0-3-16,-3-2 1 0,-2-1 0 16,-1-3 1-16,-4 1-1 15,0-1 3-15,1 0-3 16,-3 0 1-16,-3 0 0 16,-11-1 0-16,-1-2 0 15,-3 0-1-15,-2 2-3 16,-1-2 1-16,-5 2 0 15,-6 1 2-15,-5 0 0 16,-4 0 0-16,-2 0 0 16,-5 0 1-16,-6 2-1 15,2 7 1-15,0-2-1 16,2 1 0-16,9-1-9 16,5-1 6-16,3-2-1 15,0-1 2-15,0-3 2 0,4 0 2 16,5 0-2-16,3 0-2 15,0-4 2-15,2-3 2 16,1 1-2-16,3 1-5 16,6-2 5-16,4 1-6 15,1 0 3-15,-4 1 2 16,2 2 1-16,0 1-3 16,1 2 3-16,-2 0 3 15,2 0-3-15,4 0-2 16,1 0 2-16,2 0 0 0,1 3 1 15,-1 3-1 1,0-2 0-16,0 0 0 0,4 1-2 16,0-1-2-16,3-1 2 15,-2-1 1-15,-1 1-4 16,-2-1 3-16,2-2-1 16,-2 1 2-16,2-1-1 15,3 1 1-15,1-1 1 16,7 0 2-16,4 0-1 15,5 0-1-15,4 0 1 16,3-4-2-16,-1-1 0 16,3 0-1-16,-3 3 0 15,-2 0 2-15,-3 2 0 16,-4 0-2-16,-2 0 0 16,0 6 0-16,-1 6 1 0,0 4-1 15,0 1 0 1,-1 1 1-16,1-2 1 0,1-3 0 15,2-4-2-15,3 0 2 16,-2-5-1-16,6-4 1 16,-3 0 0-16,4 0 1 15,1 0-1-15,3 0 2 16,4 0-1-16,2 0 0 16,4-2-1-16,3 1 0 15,3 1 0-15,2 0-1 16,-1 0 1-16,1 0 0 15,1 0 0-15,-2 0-3 16,3 0 3-16,-1 0 2 0,1 0-2 16,-1 5 0-16,-1-3 0 15,2 1 0-15,2 0 0 16,-1-2 0-16,1 0-4 16,4-1 6-16,0 2-2 15,6-2 0-15,2 1 0 16,1-1 0-16,3 0 0 15,0 0 0-15,-2 2 0 16,2-2 2-16,0 0-4 16,0 0 2-16,0 3-2 15,0 2-23-15,0 2-87 16,0-2-73-16,-3-5-541 16</inkml:trace>
  <inkml:trace contextRef="#ctx0" brushRef="#br0" timeOffset="18338.179">1790 12257 269 0,'0'0'116'0,"0"0"-107"15,0 0 14-15,0 0 34 16,0 0 39-16,0 0 11 16,0 0-8-16,0-70-25 15,0 69-7-15,0 1-4 0,0 0-10 16,0 0-19-16,0 0-14 16,0 0-16-16,3 1-1 15,13 18-3-15,1 3 29 16,11 5 2-16,-4 1-14 15,1 1 1-15,-1-1 2 16,-4-6-2-16,-4-2-9 16,-1-6-4-16,3-4 5 15,-3-4-3-15,9-6-4 16,13-3 14-16,33-35 12 16,39-24-10-16,34-23-11 15,36-17-8-15,20-16 0 0,23-12-7 16,17-15-92-16,1-15-111 15</inkml:trace>
  <inkml:trace contextRef="#ctx0" brushRef="#br0" timeOffset="20398.137">6420 11198 525 0,'0'0'3'0,"0"0"21"0,-108 10 22 0,75 10 11 16,-1 7 6-16,-1 4-19 16,1 7-11-16,0 9-2 15,0 13 0-15,1 15 0 16,-3 7-4-16,6 9-1 15,5 6-3-15,7 3-3 16,6 0-1-16,11 0 3 16,1-5 1-16,0 0-6 15,16 0 3-15,2 1-1 16,6 1-3-16,1-4-3 0,5-2 0 16,1-7 0-1,5-6-2-15,0-3-3 0,2-2-1 16,3-3 2-1,-1-11 1-15,3-9-6 0,1-13-2 16,3-11-1-16,4-13-1 16,4-13-63-16,2 0-50 15,1-20-148-15,-4-17-245 16</inkml:trace>
  <inkml:trace contextRef="#ctx0" brushRef="#br0" timeOffset="21125.596">7229 11004 373 0,'0'0'23'0,"0"0"25"0,0 0 19 0,0 0-42 15,0 0-7-15,0 0 74 16,71 77-27-16,-32-35-8 16,2 8-6-16,-2 6-9 15,1 8-10-15,-2 8-16 16,-3 7-3-16,-5 7-6 15,1 3-3-15,-5-4-1 0,-1-9-2 16,-4 1-1-16,-4-5 1 16,-4-3-1-16,-4-2 7 15,-3-4 13-15,-4 0 9 16,-1 1 4-16,-1 0-8 16,0-1-1-16,0 1-7 15,-7-1 2-15,-1 2-4 16,2 1-2-16,0 1-3 15,2-3-6-15,-1-10 3 16,2-4 7-16,-3-7 5 16,-1-2 0-16,-5 2 2 15,-2-4-4-15,-3 0-7 16,-8-1-3-16,-3-3 0 16,-5-3-4-16,-1-1-3 15,3-4 4-15,7-2-3 0,3-5 0 16,5-7-1-16,5-5-3 15,5-5-16-15,2-3-42 16,-1 0-43-16,-2-9-87 16,2-17-236-16</inkml:trace>
  <inkml:trace contextRef="#ctx0" brushRef="#br0" timeOffset="22602.721">10573 12732 477 0,'0'0'13'0,"0"0"-6"0,0 0 6 0,0 0 29 0,0 0-1 16,0 0 2-16,0 0-19 15,88-13-12-15,-37 13 4 16,7 2-1-16,4 2 8 15,7 0-2-15,6-1-3 16,8-2-3-16,5 1-2 16,2-2-1-16,-2 0 1 15,-4 0-5-15,-10 0-3 16,-7 0 3-16,-13 0-6 16,-14 0 0-16,-7 0-1 15,-14 0 0-15,-13 0-1 0,-6 0-5 16,0 0-78-16,-13 0-47 15,-24 1 38-15,-14 2-219 16</inkml:trace>
  <inkml:trace contextRef="#ctx0" brushRef="#br0" timeOffset="23036.542">10683 12800 156 0,'0'0'5'16,"0"0"-3"-16,0 0 10 15,0 0 31-15,0 0 42 16,0 0 31-16,57 22-53 15,-26-17-9-15,4 0-12 16,7-3-6-16,7 1-3 16,10-2-1-16,7 2 2 15,9-2-6-15,2 1-12 16,-1-2 0-16,0 0-1 16,-1 0 8-16,-2 0 3 0,-7 0-10 15,-7 0-3-15,-11-6 1 16,-9 2 2-16,-9 2 2 15,-9-3-2-15,-8 0-5 16,-7 5-3-16,-6 0-2 16,0-1 6-16,0-2-12 15,-9 2-19-15,-9-2 3 16,-9 3-123-16,-4 0-109 16</inkml:trace>
  <inkml:trace contextRef="#ctx0" brushRef="#br0" timeOffset="43080.203">2342 16891 572 0,'0'0'4'0,"0"0"-3"0,0 0 7 0,0 0 6 15,0 0 13-15,0 0 10 16,-67 86-3-16,67-70-4 16,12-3 0-16,7 1 4 15,6-2-9-15,5 0 10 16,3 0-1-16,9-4-9 15,7 0 9-15,4-8-6 16,12 0-6-16,14-18 2 16,15-21 2-16,15-18-7 15,15-9-10-15,10-3-2 16,6-3-3-16,2 3-4 16,-3 1-2-16,-8 5-53 0,-10 7-24 15,-15 13-53-15,-18 13-52 16,-27 16-76-16</inkml:trace>
  <inkml:trace contextRef="#ctx0" brushRef="#br0" timeOffset="43439.096">2558 17272 444 0,'0'0'10'0,"0"0"-7"15,0 0 4-15,0 0 16 0,0 0 47 16,0 0-9-16,66 62-10 15,-38-33-10-15,4-5-5 16,5-5-1-16,11-9-14 16,11-9 4-16,10-1 9 15,16-18-5-15,15-18-16 16,22-13-3-16,21-11-8 0,14-8-2 16,15-5-59-16,5-5-149 15,-7-1-277-15</inkml:trace>
  <inkml:trace contextRef="#ctx0" brushRef="#br0" timeOffset="44713.426">7562 16259 521 0,'0'0'3'0,"-128"-65"-3"0,64 36 3 16,3 5-1-16,-2 6 5 15,0 6 11-15,1 7-4 16,-7 5 0-16,2 0-3 0,-9 7 3 16,6 10 0-16,-1 5 10 15,4 4-3-15,2 3-1 16,5 5 1-16,2 4 1 15,6 1-4-15,6 2 2 16,10 2-5-16,9 3-5 16,6 7-1-16,3 3-3 15,12 10-2-15,6-2-1 16,0 7-1-16,19 2-2 16,7 5 0-16,14 0 0 15,5-2 0-15,7-6 5 16,8-6-3-16,-1-3 1 0,1-9 3 15,1-6-12 1,11-8 11-16,4-7-5 0,9-8 14 16,6-9-6-16,6-10-1 15,7-4 1-15,-1 0-5 16,2-15 2-16,-7-7-3 16,-2-7-1-16,-10-4 3 15,-5-4 1-15,-11-3-3 16,-6-2-2-16,-12-4 5 15,-4 0-3-15,-9-5-1 16,-6-7 2-16,-8-6 2 16,-6-6-5-16,-7 0 2 15,-10-3 2-15,-2 2-4 16,-5-4 2-16,-15-2-2 16,-9-1 2-16,-7 0-2 0,-10-2 0 15,-9 5 0-15,-6 1 4 16,-8 8-1-16,-4 6 2 15,-2 6-3-15,1 6 2 16,2 4 3-16,5 10 1 16,3 8 2-16,-2 12 0 15,3 11-4-15,4 3 0 16,4 2 0-16,6 20-6 16,4 6-1-16,3 13-1 15,8 7-1-15,8 4-54 16,17 1-53-16,9 0-76 0,2-8-269 15</inkml:trace>
  <inkml:trace contextRef="#ctx0" brushRef="#br0" timeOffset="45938.195">10130 16195 517 0,'0'0'0'0,"-139"-82"4"0,60 43-1 0,2 2 2 0,-1 0-4 0,-3 7 4 16,4 9 2-16,-2 3-2 15,-8 10 2-15,-2 8 0 16,-5 0-3-16,-2 20 1 16,-1 12 3-16,-3 10 0 15,3 8-2-15,6 5-2 16,8 7-2-16,12 11 2 15,10 4 0-15,14 11 0 0,14 2 0 16,15 8 3-16,15 5-4 16,3 4 5-16,27 3-4 15,16-5 2-15,12-7-3 16,9-12 0-16,8-11 3 16,11-6-3-16,4-7 0 15,7 1-1-15,0-7 0 16,6-5 1-16,8-6-1 15,8-8 0-15,5-8 2 16,7-6-3-16,6-11 2 16,-1-4 1-16,1-8-4 15,-4-2 5-15,-3-19-4 16,-9-10 1-16,1-6 0 0,-7-10-2 16,1-6 3-16,-7-10-2 15,-9-7 0-15,-9-6 0 16,-7 1-1-16,-14-7 1 15,-16-8 0-15,-13-4-1 16,-18-5 2-16,-10-3-1 16,-10 5-1-16,-14 1 3 15,-21 2 9-15,-14-1 14 16,-9-3 2-16,-15 5 1 16,-7 3-9-16,-8 5-3 15,-9 6 0-15,-5 6-7 16,-4 5 2-16,-3 13 1 0,1 15-5 15,-5 7-3-15,-8 11-3 16,-4 9-1-16,-5 6-1 16,9 6 3-16,11 1-1 15,20 0-2-15,16 9 0 16,20 7 0-16,17 5-2 16,10 3-48-16,16 1-72 15,8 0-144-15</inkml:trace>
  <inkml:trace contextRef="#ctx0" brushRef="#br0" timeOffset="-213965.655">12496 1524 565 0,'0'0'96'0,"0"0"21"0,0 0 8 0,0 0 3 0,0 0-14 0,0 0-45 0,0 0-56 16,0 0 1-16,-24 25-14 15,23 36 46-15,1 9-24 16,0 2 7-16,0 2-4 16,0-5-8-16,0-8-4 15,0-5 0-15,0-11-6 0,0-7 0 16,0-11-4-1,0-8-2-15,0-9 1 0,0-6-2 16,0-4-22 0,0 0-23-16,0-17 0 0,0-11-90 15,0-5-15-15,0-8-117 16,0-6-149-16</inkml:trace>
  <inkml:trace contextRef="#ctx0" brushRef="#br0" timeOffset="-213685.453">12453 1541 99 0,'0'0'432'0,"0"0"-369"15,0 0 44-15,57-82-26 0,-34 70-17 16,6 9-19-16,-1 3-29 16,9 0 7-16,-2 18 12 15,-2 7-17-15,-8 6-8 16,-13 3 4-16,0 0-5 15,-12-2-6-15,0-1 7 16,-3 0 2-16,-14-4 15 16,-5-4-11-16,-1-2-15 15,1-7 11-15,0-6-12 16,5-6-10-16,6-2-18 16,3-10-48-16,8-14-138 15,0-4-131-15</inkml:trace>
  <inkml:trace contextRef="#ctx0" brushRef="#br0" timeOffset="-213065.841">12775 1531 54 0,'0'0'327'0,"0"0"-237"16,0 0 103-16,0 0-79 16,99 77 3-16,-76-52-19 15,1 0-19-15,-4-1-14 16,-1-3-36-16,-7-1-15 15,-2-4-1-15,-5-2-8 16,-2-4-1-16,-2-2-4 16,-1-6-1-16,0-2 1 0,-1 0 23 15,-14 0-7-15,-5-10-16 16,3-8-11-16,0-6-2 16,5 1-5-16,8-2 15 15,1 4 3-15,3 4 0 16,0 5 3-16,0 2-1 15,10 4 5-15,7 2-3 16,1 4-3-16,7 0 1 16,2 0 0-16,1 0 2 15,-1 10 2-15,-3 1-5 16,-3 2-1-16,-2 2 0 16,-4 2-3-16,-3 0 3 15,-3-1 0-15,-3-1 2 0,1-2 0 16,-2-5-2-1,-2-2 3-15,1-5 3 0,2-1 0 16,8 0 5-16,2-6 2 16,8-10 1-16,1-9-7 15,1-1-1-15,-5-4-3 16,-4 1 1-16,-6-3 11 16,-6 3-1-16,-5 2 7 15,0 3-3-15,-14 7-5 16,-5 4-13-16,-8 12 0 15,-6 1 15-15,-1 1-15 16,-2 18-1-16,6-1 0 0,8-2 0 16,10-2-1-1,6-1 0-15,6-4-6 0,0-2-42 16,9-1-53-16,16-6-45 16,9 0-6-16,2-14-351 15</inkml:trace>
  <inkml:trace contextRef="#ctx0" brushRef="#br0" timeOffset="-212780.303">13572 1270 761 0,'0'0'122'0,"0"0"13"0,0 0-68 16,0 0-40-16,0 0 17 15,-14 72 15-15,14-38-13 16,0 5-4-16,11 5-13 0,-1-3-5 15,-2 0-7-15,-1-2-1 16,-1-5-11-16,-3 0-1 16,-3-2 0-16,0-3-1 15,0-3-3-15,0-3 4 16,0-5-4-16,0-6-2 16,0-5-11-16,0-6-19 15,0-1-34-15,0 0-11 16,0-13-79-16,0-7-146 15,0-5-119-15</inkml:trace>
  <inkml:trace contextRef="#ctx0" brushRef="#br0" timeOffset="-212503.998">13579 1562 392 0,'0'0'135'0,"0"0"-10"16,0 0 13-16,0 0-33 15,0 0-50-15,11-74-26 16,13 64 0-16,2 2 2 15,4 5-14-15,0 1-9 16,-3 2 0-16,-4 0-3 16,-4 8-5-16,-5 9 0 15,-3 1 0-15,-6 4 9 16,-5 0-1-16,0 1-4 16,-8-1 20-16,-8-2-6 15,-5 0-12-15,-5 0 2 0,1-5 4 16,3-2-9-1,4-6-3-15,7-1-8 0,5-6-74 16,5 0-47-16,1-11-108 16</inkml:trace>
  <inkml:trace contextRef="#ctx0" brushRef="#br0" timeOffset="-212220.978">13966 1223 523 0,'0'0'220'0,"0"0"-69"16,0 0-30-16,0 0-111 16,0 0 2-16,0 0-12 15,10 57 43-15,4-29 25 16,-1 3-14-16,-3-3-8 15,-1 4-22-15,-4-5-15 16,2-1-2-16,-2-7-1 16,-4 0-6-16,1-7-31 15,-2-2-102-15,0-4-204 16</inkml:trace>
  <inkml:trace contextRef="#ctx0" brushRef="#br0" timeOffset="-212015.875">14091 1566 529 0,'0'0'70'0,"0"0"122"15,0 0-56-15,0 0-77 16,0 0-38-16,0 0-16 15,10 1-5-15,-10-1-100 16,0 0-257-16</inkml:trace>
  <inkml:trace contextRef="#ctx0" brushRef="#br0" timeOffset="-210732.648">12729 2313 386 0,'0'0'104'0,"0"0"-51"0,0 0 20 0,0 0-32 16,0 0 29-16,0 0-13 16,-51-3-18-16,51 3-19 15,17 0-7-15,17 0 54 16,18 0 9-16,14-14-20 15,14-11-28-15,13-2-7 16,11-7-13-16,5 4-3 0,-3-1-3 16,-4 3 2-16,-6 1-4 15,-3 2 1-15,-11 2 0 16,-5 2 5-16,-9 1 7 16,-10 3-1-16,-12 5 2 15,-9 0-6-15,-13 4 0 16,-7 5-2-16,-10 0-1 15,-5 3-1-15,-2 0-4 16,-2 0-15-16,-25 0-29 16,-18 14-27-16,-27 7-122 15,-25 6-83-15</inkml:trace>
  <inkml:trace contextRef="#ctx0" brushRef="#br0" timeOffset="-210372.193">12818 2438 612 0,'0'0'0'0,"0"0"20"16,0 0 5-16,0 0 38 16,94 3 36-16,-37-6-22 15,20-11-26-15,13-4-19 16,7-2-12-16,8-6 6 15,6-1 4-15,0 1 8 16,2-4 3-16,-10 6-16 16,-10 1 0-16,-13 2-3 15,-8 5 6-15,-12 0-8 16,-13 3 2-16,-14 4-1 0,-5 2 4 16,-11 1-2-16,-7 3-4 15,-5 0-1-15,-5 2 3 16,0 1-7-16,0 0-6 15,0 0-8-15,-10 0-13 16,-20 10-33-16,-17 8-112 16,-14 0-317-16</inkml:trace>
  <inkml:trace contextRef="#ctx0" brushRef="#br0" timeOffset="-209372.24">14216 2544 751 0,'0'0'68'0,"0"0"96"0,-24-72-60 0,13 60-33 16,2 8-31-16,-2 4-13 16,3 0-27-16,-6 17 2 0,-4 20-2 15,-6 8 5-15,2 5-1 16,2-2 8-16,7-8-11 16,5-1 0-16,7-9-1 15,1-4 0-15,0-2 0 16,7-10-4-16,10-1-15 15,8-10-74-15,8-3 14 16,7-4-43-16,0-18-144 16,1-3-256-16</inkml:trace>
  <inkml:trace contextRef="#ctx0" brushRef="#br0" timeOffset="-209021.307">14412 2552 455 0,'0'0'169'0,"0"0"-35"16,0 0-20-1,0 0-93-15,0 0 3 0,0 0 12 16,-46 73-2-16,46-50 5 16,0-3-32-16,13-5 18 15,0 0-17-15,4-6-4 16,1-4 2-16,3-4 4 16,-2-1-10-16,-1 0-7 15,0-10 1-15,-6-5 6 16,1-7 3-16,-2-1 0 15,-5-6-1-15,-5 2-1 16,-1-2 5-16,0 5 0 16,0 7 16-16,-7 7 8 15,-7 8-7-15,-2 2-1 0,-2 0-7 16,-3 14-12-16,0 4-2 16,3 3 0-16,3-2-1 15,8-4-3-15,5-2-2 16,2-2-49-16,3-6-67 15,18-5-138-15,2 0 18 16</inkml:trace>
  <inkml:trace contextRef="#ctx0" brushRef="#br0" timeOffset="-208583.293">14620 2444 635 0,'0'0'103'0,"0"0"-20"0,0 0-43 15,0 0 43 1,0 0-11-16,0 0-10 0,50 73-13 16,-34-51-27-16,-2-2-8 15,0-4-13-15,-1-2 3 16,-2-2 0-16,-3-6-4 16,-5-3-8-16,-2-3-14 15,1 0 13-15,-2-3 9 16,0-15 0-16,0-7-4 15,0-8-3-15,0-2-2 16,0-1-1-16,4 4 8 16,1 4 2-16,2 6 0 15,-2 7 1-15,-2 5 8 16,1 5 12-16,-2 5 0 0,2 0-16 16,4 0 1-16,3 15-6 15,0 5 16-15,1 6-4 16,0 0 12-16,-3 5-8 15,-3 2-6-15,3-4-3 16,-5-3-4-16,2-8 0 16,-1-3-3-16,2-7-22 15,2-8-62-15,-3 0-46 16,6-6-30-16,-2-16-270 16</inkml:trace>
  <inkml:trace contextRef="#ctx0" brushRef="#br0" timeOffset="-208275.656">14997 2290 646 0,'0'0'139'0,"0"0"-11"0,0 0-76 0,0 0-38 16,0 0 25-16,0 0 9 16,26 67-7-16,-9-44-14 15,-1 0-11-15,-1-3-12 16,0-5 1-16,-1 2-3 15,-3-9 3-15,-2 1 0 16,-3-5-2-16,-1-4-3 0,4 0 5 16,-5-5-2-1,4-14 8-15,-2-5-4 0,-2-4 0 16,3-5 12-16,-2-1-7 16,1 4-8-16,0 3-2 15,0 7-2-15,-1 8-9 16,0 6-50-16,-2 6-107 15,-3 0-286-15</inkml:trace>
  <inkml:trace contextRef="#ctx0" brushRef="#br0" timeOffset="-207946.902">15474 2275 606 0,'0'0'130'15,"0"0"73"-15,0-73-54 16,0 51-65-16,0 2-33 16,-3 2-23-16,-4 7-11 15,-4 6-17-15,-2 5-16 16,1 0 16-16,-3 2-3 16,6 15 3-16,3 3-5 15,1 9-3-15,5 2 7 16,0 1 1-16,0-3 4 15,6-5 3-15,5-2 1 16,1-6-1-16,0-4-1 16,1-5-6-16,-1-5-6 0,2-2-18 15,0 0-12 1,0-13-41-16,1-2-68 0,-5-5-144 16,2-5-239-16</inkml:trace>
  <inkml:trace contextRef="#ctx0" brushRef="#br0" timeOffset="-207640.925">15677 2126 675 0,'0'0'184'15,"0"0"-60"-15,0 0-72 16,0 0-43-16,0 0 38 16,0 0-8-16,43 62-6 15,-29-41-17-15,-7 0-6 16,-1-3-1-16,-3-2-9 15,-1-3 6-15,-2-2-2 0,0-5 0 16,0-2 3-16,0-4-2 16,-3 0-3-16,-3 0 2 15,3-10-2-15,0-8 2 16,3-7-4-16,0-6 0 16,0 1 0-16,9-2 0 15,4 2-10-15,3 3-22 16,4 5-36-16,3 2-32 15,7 2-66-15,8 0-38 16,4 3-47-16</inkml:trace>
  <inkml:trace contextRef="#ctx0" brushRef="#br0" timeOffset="-207376.728">16080 1960 409 0,'0'0'197'16,"0"0"-107"-16,0 0 28 15,0 0-25-15,0 0 10 16,0 0-37-16,-14 70 13 15,14-47-25-15,0 0-22 16,0-3-2-16,0 2-9 16,6-1-5-16,-1-1-9 15,1-2-1-15,-2-1-2 16,2-2-1-16,-2-5 0 16,-1 1-1-16,2-6 1 15,1-2-3-15,3-2-16 16,3-1-27-16,-2 0 12 0,5-1-23 15,-3-12-53 1,-1-3-43-16,-3-6-73 0,-5-5-170 16</inkml:trace>
  <inkml:trace contextRef="#ctx0" brushRef="#br0" timeOffset="-207225.669">16048 2048 479 0,'0'0'176'0,"0"0"-132"16,0 0 55-16,0 0-62 16,0 0-37-16,88 0-19 0,-53-6-151 15,5-6-370 1</inkml:trace>
  <inkml:trace contextRef="#ctx0" brushRef="#br0" timeOffset="-206776.637">16824 1867 746 0,'0'0'166'0,"0"0"-15"15,0 0-108-15,0 0-32 16,0 0 57-16,0 0-7 16,-12 101 3-16,12-67-21 15,0-1-9-15,2-1-17 0,1-3-6 16,-3-2-6-16,0-1-1 16,0-4-3-16,0-5-1 15,3-4-3-15,0-4-35 16,3-5-61-16,5-4-122 15,6 0-197-15</inkml:trace>
  <inkml:trace contextRef="#ctx0" brushRef="#br0" timeOffset="-206401.899">17038 2020 667 0,'0'0'99'0,"0"0"-30"0,0 0-4 15,0 0-14 1,0 0-30-16,0 0 12 0,-2 83-3 16,17-67-21-16,-2-4-1 15,4-5-3-15,-2-6 2 16,1-1-7-16,-1 0-7 16,3-7 7-16,-3-4 1 15,0-4 6-15,-2-2 22 16,-4-1 5-16,3-3 1 15,-6 1 2-15,-6-1-5 16,0 1-1-16,0 4 11 16,0 3-9-16,-12 1-7 0,-3 5-11 15,-5 3-11-15,1 4-4 16,-3 0 0-16,0 0-4 16,2 9-10-16,4 1-4 15,4 4-15-15,3-3-48 16,5 0-50-16,4-5-77 15,0-5-219-15</inkml:trace>
  <inkml:trace contextRef="#ctx0" brushRef="#br0" timeOffset="-205996.614">17493 1936 455 0,'0'0'212'0,"0"0"-113"15,0 0-30-15,0 0-11 16,0 0-13-16,0 0-30 16,-52 80-8-16,48-61-1 15,4-1-2-15,0-4-3 16,0-1 3-16,11-5-3 16,-1-4 5-16,4-2-6 15,4-2 1-15,5 0-1 16,-1-2 3-16,1-9-2 15,1-1-1-15,-2-4 0 16,-4-2 0-16,-1-1 0 16,-5-2 3-16,-5 0 8 0,-4 1 42 15,-3 3 30-15,0 3-29 16,-3 3-31-16,-13 2-11 16,-5 5-6-16,-6 4-5 15,-1 0-1-15,4 0 0 16,3 9-3-16,3 3 2 15,8-1-5-15,2 0-41 16,6-2-43-16,2-6-63 16,7-3-159-16</inkml:trace>
  <inkml:trace contextRef="#ctx0" brushRef="#br0" timeOffset="-205743.219">17800 1680 510 0,'0'0'219'0,"0"0"-108"0,0 0-43 0,0 0-25 16,0 0 7-16,0 0-2 16,-16 37 1-16,14-33-14 15,2 0-4-15,-1-4-7 16,-1 0 8-16,-2 0 17 15,-5 0-14-15,-6 0-25 16,0 0-10-16,2 0-47 16,5 0-101-16,5 0-190 0</inkml:trace>
  <inkml:trace contextRef="#ctx0" brushRef="#br0" timeOffset="-205382.163">18316 1855 788 0,'0'0'217'0,"0"0"-78"16,0 0-52-16,0 0-35 15,0 0-21-15,0 0-27 0,-25-53 23 16,-5 53-26-1,-4 10 0-15,2 8-1 0,1 6-5 16,6 4 2 0,4 3 3-16,6 2 2 0,3-1 4 15,4-1 0-15,7-3-2 16,1-1-3-16,0-6 2 16,1-3-1-16,14-3 0 15,2-5 2-15,10-7 5 16,5-3-6-16,1 0-3 15,2 0-34-15,-2-6-20 16,-5-6-94-16,-6-3-284 16</inkml:trace>
  <inkml:trace contextRef="#ctx0" brushRef="#br0" timeOffset="-204993.304">19073 1854 566 0,'0'0'77'0,"0"0"26"0,0 0 4 0,0 0-13 16,0 0-39-16,110 6-21 15,-79-6-19-15,5 0-10 16,-2-5-5-16,-1 2-16 16,-6 1-75-16,-11 0-197 0</inkml:trace>
  <inkml:trace contextRef="#ctx0" brushRef="#br0" timeOffset="-204820.156">19155 1995 339 0,'0'0'68'0,"0"0"26"16,0 0-67-16,111-25-27 16,-76 13-46-16,-2-2-249 15</inkml:trace>
  <inkml:trace contextRef="#ctx0" brushRef="#br0" timeOffset="-204225.746">19374 1577 106 0,'0'0'484'0,"0"0"-440"0,0 0 30 15,0 0 37-15,-37 82 2 16,34-49-37-16,3 6 2 16,0 2 11-16,0-1-32 15,0-2-4-15,0-5-30 16,0 0-4-16,0-5-10 15,0-5-5-15,0-5 1 16,0-4-5-16,0-6-16 16,4-5-63-16,11-3-91 15,6 0-13-15,6-12-298 16</inkml:trace>
  <inkml:trace contextRef="#ctx0" brushRef="#br0" timeOffset="-203897.472">19647 1769 698 0,'0'0'111'16,"0"0"-26"-16,0 0-20 15,0 0-8-15,0 0-19 16,-69 91-7-16,69-71-15 16,0-4 7-16,9-5-7 15,9-4 4-15,3-5-9 0,6-2 1 16,0 0-5-1,0-14-2-15,1-5-2 0,-6-4 3 16,-5 1 3-16,-10-3 2 16,0 1 2-16,-7 0 0 15,0 4-1 1,-11 5 13-16,-4 8-2 0,-6 3-15 16,2 4-7-16,1 0-1 15,0 4-1-15,6 8-4 16,4 2-46-16,3 2-70 15,5-3-113-15,0-2-377 16</inkml:trace>
  <inkml:trace contextRef="#ctx0" brushRef="#br0" timeOffset="-199968.94">20271 1628 411 0,'0'0'223'0,"0"0"-129"0,0 0 19 15,0 0-26-15,0 0-51 16,0 0-29-16,0 0 4 0,-2 48 53 16,2-14-23-16,0 4-11 15,0 0-4-15,0-1 5 16,0-2-13-16,0-2-7 16,0-4-5-16,0-5 1 15,0-3-3-15,0-4 0 16,-1-3-1-16,1-1-1 15,0-6 0-15,-2-1-1 16,2-5-1-16,0-1-20 16,0 0-31-16,0 0 7 15,0-16-63-15,0-4-142 16,0-9-18-16</inkml:trace>
  <inkml:trace contextRef="#ctx0" brushRef="#br0" timeOffset="-199719.035">20277 1580 320 0,'0'0'266'15,"0"0"-151"-15,0 0 5 16,0 0-52-16,0 0-34 16,0 0-23-16,25 0 16 15,5-3 7-15,4-1-6 16,8-2-22-16,-8-1 0 0,0 2-3 15,-4 1-1 1,-8 0 0-16,-6 4-2 0,-12 0-16 16,-4 0-77-1,0 6-66-15,-10 5-38 0,-17 5-157 16</inkml:trace>
  <inkml:trace contextRef="#ctx0" brushRef="#br0" timeOffset="-199519.064">20329 1812 237 0,'0'0'114'16,"0"0"52"-16,0 0-36 15,0 0-24-15,0 0-33 16,0 0 2-16,58 48-1 16,-34-48-21-16,6 0-17 0,4-2-19 15,3-11-10-15,9 1-1 16,-1-2-6-16,-3 1-63 15,-9-1-142-15,-14 0-384 16</inkml:trace>
  <inkml:trace contextRef="#ctx0" brushRef="#br0" timeOffset="-196331.211">15407 3446 758 0,'0'0'49'0,"0"0"18"0,0 0-25 0,0 0-34 0,-3 73 6 16,3-21 34-16,0 8 9 15,0-3-16-15,0 4-8 16,3-7 5-16,7-4-17 16,-2-2-4-16,-2-7-3 15,0 2-2-15,-2-10-5 16,-1-3-3-16,0-6-1 15,-2-5 0-15,-1-4-1 16,0-5 1-16,0-3-2 16,0-6-1-16,0-1 0 0,0 0-11 15,0-11-30-15,0-13-94 16,0-8-101-16,0-7-244 16</inkml:trace>
  <inkml:trace contextRef="#ctx0" brushRef="#br0" timeOffset="-196067.768">15423 3523 368 0,'0'0'57'0,"0"0"25"16,0 0 38-16,0 0-29 15,99-54-26-15,-68 45-23 16,-3 0-22-16,-2 2-7 16,-5 4-9-16,-2 3-4 15,-4 0-1-15,-6 0-12 16,-5 9-55-16,-4 5-93 16,0 7-73-16,-12 3 7 15</inkml:trace>
  <inkml:trace contextRef="#ctx0" brushRef="#br0" timeOffset="-195881.218">15453 3808 238 0,'0'0'95'0,"0"0"76"0,0 0-26 16,0 0-43-16,0 0-11 16,0 0-10-16,66 24-35 15,-38-28-20-15,5-7-13 16,3 2-5-16,-2-5-4 15,4-1-4-15,-2-3-29 16,-4-4-138-16,-6-1-227 16</inkml:trace>
  <inkml:trace contextRef="#ctx0" brushRef="#br0" timeOffset="-195506.738">15877 3216 462 0,'0'0'129'0,"0"0"-48"15,0 0-9-15,0 0-65 16,0 0-5-16,0 0 4 16,-33 84 9-16,33-59 12 15,0-5-1-15,7-3 0 16,2-7-3-16,2-4 0 15,-1-4 1-15,-1-2-3 0,2-3 12 16,2-14 6-16,-2-8-20 16,-4 3-3-16,-2-3 4 15,-5-1 11-15,0 3 3 16,0 3-9-16,-9 2-5 16,0 9-1-16,-2 3 0 15,2 5-7-15,0 1-12 16,-3 4-5-16,-1 14-4 15,4 6-25-15,3 4-80 16,3 2-112-16,3 0-250 16</inkml:trace>
  <inkml:trace contextRef="#ctx0" brushRef="#br0" timeOffset="-195184.028">16583 3664 345 0,'0'0'267'0,"0"0"-223"16,0 0 78-16,0 0-56 0,0 0-9 16,95-21-28-16,-65 12-16 15,1-3-7-15,-2 6-4 16,-1-1-2-16,-7 4-11 16,-4 3-103-16,-11 0-144 15,-6 2-298-15</inkml:trace>
  <inkml:trace contextRef="#ctx0" brushRef="#br0" timeOffset="-194928.756">16629 3842 284 0,'0'0'179'0,"0"0"-118"15,0 0 91-15,0 0-45 16,0 0-9-16,0 0-35 15,50 7-19-15,-29-8-13 16,5-5-17-16,2-1-6 16,3 0-4-16,-1 2 3 15,0-1-5-15,-6 2-2 16,-6 1 0-16,-2 0-10 16,-7 0-29-16,-1 2-36 15,-4-1-67-15,-4-1-163 16</inkml:trace>
  <inkml:trace contextRef="#ctx0" brushRef="#br0" timeOffset="-194178.735">17822 3133 723 0,'0'0'74'0,"0"0"66"16,0 0-64-16,-95-32-38 16,69 32-1-16,3 0-16 15,-1 13-6-15,0 12-11 16,4 5-3-16,3 1 2 15,5 1 0-15,5 0-1 16,4-4 1-16,3-1-2 0,0-5-1 16,13-3 4-1,3-8-2-15,10-7-2 0,-1-4-6 16,5 0 1-16,-2-11-11 16,0-10-4-16,-6-3 11 15,-2-4 9-15,-4-1 1 16,-5 1 1-16,-3 1 1 15,-1 6 0-15,-4 3 11 16,-3 5 8-16,0 4 3 16,0 7 6-16,0 2 2 15,0 0-30-15,1 0-3 16,2 8-24-16,3 9 22 0,0 12 2 16,6 0 2-16,-3 6 5 15,-1 3 10-15,-2 2-6 16,2 0 20-16,-3-1-7 15,-5-2-7-15,3-4 0 16,-3-2-8-16,0-5-1 16,0-5-3-16,0-4-2 15,0-9 0-15,1-2-1 16,-1-5-2-16,2-1-6 16,-1 0-21-16,-1-7-35 15,0-4-116-15,0-4-255 16</inkml:trace>
  <inkml:trace contextRef="#ctx0" brushRef="#br0" timeOffset="-193820.215">17567 3875 721 0,'0'0'2'0,"0"0"13"0,118-34 16 0,-58 16 6 0,2-2 16 16,4-2-17-16,4 4 2 15,-1-2-14-15,-1 1-7 16,-5 6 17-16,-5-2-5 15,-10 4-3-15,-11 1-16 16,-9 3 1-16,-11 3-1 16,-4 2-3-16,-8-1-4 15,-4 3-1-15,-1 0 0 16,0 0-2-16,-11 5-75 16,-15 12-109-16,-12 6-292 15</inkml:trace>
  <inkml:trace contextRef="#ctx0" brushRef="#br0" timeOffset="-193389.967">17922 4041 656 0,'0'0'42'0,"0"0"22"15,0 0-24-15,0 0 12 16,-6 76-2-16,6-49-13 16,0-2-14-16,0 4-4 15,12-8 8-15,9-1 1 16,-1-5-9-16,7-3-8 0,-1-4-3 16,1-2-4-16,-3-4 0 15,-3-2-2-15,-6 2 0 16,-3-1-1-16,-4 0 1 15,-5-1 0-15,-1 3 4 16,1 0 4-16,-3 3 0 16,0 1 15-16,0 2 5 15,-15 3-8-15,0 1-5 16,-5 3-1-16,-7-3-6 16,1 3-6-16,-4-2 1 15,2-1-4-15,1-2 1 16,3-4-2-16,7-4-29 15,3-3-56-15,5 0-49 0,-1-18-172 16</inkml:trace>
  <inkml:trace contextRef="#ctx0" brushRef="#br0" timeOffset="-193202.076">17952 4055 747 0,'0'0'28'0,"0"0"121"0,0 0-91 0,103-56-37 15,-60 35-13-15,1-1-8 16,-2 0-16-16,-7-2-134 16,-9 1-216-16</inkml:trace>
  <inkml:trace contextRef="#ctx0" brushRef="#br0" timeOffset="-192798.764">17466 3107 468 0,'0'0'27'16,"0"0"68"-16,0 0-26 15,-93 51-21-15,68-11-6 16,2 10-9-16,1 13 9 16,4 8 11-16,3 8-11 15,5 11-4-15,6 4-1 16,4-4-6-16,0-8-2 15,20-3-2-15,7-9 17 16,6-1-11-16,1-4-13 16,4-7 3-16,3-4-10 0,4-7-7 15,4-4 3 1,7-2-5-16,2-3 2 0,3-5-6 16,2-6-12-16,-7-11-63 15,-5-9-62-15,-5-7-228 16</inkml:trace>
  <inkml:trace contextRef="#ctx0" brushRef="#br0" timeOffset="-192387.339">18453 2912 336 0,'0'0'43'15,"73"93"114"-15,-32-43-39 0,-2 2-11 0,-2 2-27 16,-3 1-27-16,-1 3-8 16,-9-2-15-16,-2 3 6 15,-8-2 19-15,-4 6 15 0,-8 3-12 16,-2 0-12 0,-8-2-14-16,-17-3-15 0,-5-8-2 15,-8-2-13-15,-6-5-2 16,2-9-9-16,1-5-48 15,11-12-52-15,9-14-61 16,9-6-220-16</inkml:trace>
  <inkml:trace contextRef="#ctx0" brushRef="#br0" timeOffset="-192056.617">19338 3086 154 0,'0'0'348'0,"0"0"-274"16,0 0 50-16,-12 94-31 15,5-58-19-15,2 2-9 16,-1 2-23-16,2-4 6 16,-2 2-15-16,0-7-4 15,-2-4-6-15,2-4-12 16,0-8-5-16,0-1-6 0,1-7-15 16,-1-5-79-16,1-2-73 15,-2-5-136-15</inkml:trace>
  <inkml:trace contextRef="#ctx0" brushRef="#br0" timeOffset="-191786.787">19200 3119 566 0,'0'0'73'0,"0"0"-46"16,0 0 15-16,0 0 49 15,0 0-25-15,55 79 8 16,-27-53-19-16,2 1 6 16,4 0-5-16,-2 0-18 0,2-5-5 15,-1-3-24-15,-3-1-3 16,-5-5 0-16,-1-5-2 16,-4-4-1-16,-5-2-3 15,-4-2-25-15,1 0-65 16,-8 0-78-16,-4-13-216 15</inkml:trace>
  <inkml:trace contextRef="#ctx0" brushRef="#br0" timeOffset="-191290.061">19744 2875 633 0,'0'0'88'0,"0"0"-42"0,0 0-18 16,0 0 35-16,0 0 24 15,0 0-7-15,37 87-9 16,-23-58 6-16,-4 3-23 16,-1 0-2-16,-2 2-11 15,-5-2-11-15,1 0-13 16,-2-1-10-16,-1-5-2 0,2-5-1 16,1-4-4-16,0-7-39 15,5-7-59-15,5-3-90 16,3-9-118-16</inkml:trace>
  <inkml:trace contextRef="#ctx0" brushRef="#br0" timeOffset="-190908.811">20035 2945 778 0,'0'0'54'0,"0"0"29"16,0 0-20-16,0 0-13 15,-9 90-5-15,15-64-7 16,7-4-9-16,4-2-17 0,1-4-1 16,-1-4-6-16,-2-6-3 15,3 0 3-15,-3-6 4 16,1 0-5-16,-2 0 0 16,1-6 2-16,-3-10-3 15,-4-2 1-15,2-4 0 16,-6-3 1-16,-2-1 11 15,-2-4 21-15,0 0-9 16,0 2 5-16,-12 2-1 16,1 5 7-16,-1 3-8 15,1 3-10-15,0 2-10 16,0 7-11-16,-2 3 0 0,3 3-3 16,-6 0-9-16,0 8-26 15,2 7-38-15,5 0-32 16,9 2-109-16,0-5-164 15</inkml:trace>
  <inkml:trace contextRef="#ctx0" brushRef="#br0" timeOffset="-190510.009">20467 2855 527 0,'0'0'310'16,"0"0"-219"-16,0 0-2 15,0 0-43-15,0 0-21 16,0 0-12-16,-47 81 8 0,47-56 5 16,7-6-8-16,8-1-4 15,3-5 0-15,0-1-2 16,6-7-6-16,1-3 4 16,-1-2-3-16,1 0-2 15,-2-6-1-15,-4-7 0 16,1-4-1-16,-6-4 1 15,-3-4 1-15,-3-1-3 16,-8-2 1-16,0 0 7 16,0-3 23-16,-13 4 10 15,-4 0-18-15,-6 5-5 16,5 7-5-16,-1 5-9 0,-2 4-6 16,2 6 0-16,-5 0-3 15,3 5-2-15,1 10-9 16,4 1-27-16,7 1-27 15,9 1-48-15,0-4-62 16,0-4-196-16</inkml:trace>
  <inkml:trace contextRef="#ctx0" brushRef="#br0" timeOffset="-190250.34">21044 2707 482 0,'0'0'83'0,"0"0"8"0,0 0 29 16,0 0-39-16,0 0-6 16,0 0-3-16,69 13 0 15,-27-13-37-15,3-6-16 16,3-5-9-16,-6-1-5 15,-1-2-5-15,-6 0-5 16,-7 1-68-16,-10-2-81 16,-13 1-124-16</inkml:trace>
  <inkml:trace contextRef="#ctx0" brushRef="#br0" timeOffset="-189942.225">21138 2505 122 0,'0'0'541'0,"0"0"-468"16,0 0-27-16,0 0-15 15,0 0 18-15,0 0 21 16,25 80-10-16,-9-53 4 16,2 1-16-16,-2 3 8 15,1-2-4-15,-4 3-2 16,-1-5-12-16,-4 2-13 15,2-1-11-15,-4-2 3 16,0-4-2-16,-1-5-8 0,-2 0-3 16,1-6-1-16,-1-1-3 15,0-4 0-15,0-3-1 16,0 0-47-16,0-3-44 16,3 0-82-16,2-9-199 15</inkml:trace>
  <inkml:trace contextRef="#ctx0" brushRef="#br0" timeOffset="-189356.968">21661 2360 661 0,'0'0'66'0,"0"0"69"15,0 0-27-15,0 0-33 16,0 0-24-16,0 0-7 16,40-45-8-16,-23 45-15 15,1 0-11-15,-3 11-7 16,-2 6-1-16,-4 7-2 16,-6 7 1-16,-3-2 6 15,0 2-5-15,-12-3-1 16,0-2 1-16,3-10 0 15,3-1-1-15,2-9-1 16,2-4 0-16,2-1 2 0,0-1 1 16,0 0 4-16,3 0-1 15,11-1-6-15,6-7 3 16,3 2-2-16,-7 0-1 16,5 3 0-16,-1 3-1 15,-4 0 0-15,-1 0-2 16,0 0 3-16,-2 6 3 15,1 5-2-15,-4-1 2 16,-2 2 4-16,-1 3-4 16,-7-2 2-16,0 4 7 15,0-2 9-15,0-1 4 0,-15-1 3 16,-6-1-4 0,0 0-6-16,-4-2-2 0,-2-3-4 15,2 3-2-15,0-5-3 16,2-2-2-16,7-2-2 15,-1-1 0-15,2 0-3 16,6 0-4-16,6-2-29 16,3-10-53-16,0-3-55 15,8-10-249-15</inkml:trace>
  <inkml:trace contextRef="#ctx0" brushRef="#br0" timeOffset="-188905.77">22206 2232 762 0,'0'0'119'0,"0"0"22"0,0 0-63 0,0 0-46 15,0 0-18-15,83-41-6 16,-56 41 6-16,-3 0 6 15,1 11-2-15,-1 6-2 16,-5 3-5-16,-3 3-6 16,-10 2-1-16,-6 1 0 15,0 2 2-15,-13 0-3 16,-12 1 1-16,-2-4-2 0,2-4 1 16,7-2-3-16,3-6 0 15,9-3 0-15,6-3 5 16,0-4-2-16,0-3 1 15,0 0 3-15,21 0 14 16,12 0 29-16,9-10-23 16,8-3-17-16,5 0 0 15,-4 1-7-15,1-1 0 16,-3 1-2-16,-4 2 1 16,-1 0 0-16,-6 3-3 15,-8 0 1-15,-12 2-4 16,-12 5-56-16,-6 0-98 15,-24 0-306-15</inkml:trace>
  <inkml:trace contextRef="#ctx0" brushRef="#br0" timeOffset="-184518.131">18461 3771 570 0,'0'0'50'0,"0"0"42"16,0 0 14-16,0 0-7 0,0 0-70 16,0 0 6-16,0 0-4 15,-48 64-7-15,26-23 19 16,-3 6-11-16,-2 2-12 16,-8 4 14-16,-1 4-7 15,-5 1-16-15,-7-3-2 16,3-1 2-16,-2-5-2 15,3-2-8-15,8-7 4 16,5-4 0-16,4-8 1 16,6-7-2-16,6-4 0 15,2-6-2-15,8-2 1 16,2-6 1-16,2-2-2 0,1-1-2 16,0 0 0-16,0 0-2 15,0 0-6-15,0-1-21 16,7-11-57-16,14-2-50 15,3-6-66-15,-1-3-180 16</inkml:trace>
  <inkml:trace contextRef="#ctx0" brushRef="#br0" timeOffset="-183783.373">20486 2505 437 0,'0'0'66'0,"0"0"34"0,0 0 11 0,0 0-18 16,0 0-9-16,0 0-66 15,-20 26 34-15,-5 24-8 16,-4 10-5-16,-5 5 9 16,-1 2 2-16,-1 0-22 15,0-2 3-15,0-4-9 16,6-7-2-16,0-8 0 15,5-5-8-15,5-9-5 16,4-5-5-16,5-5 1 16,1-5 0-16,3-5 0 15,4-5-2-15,0-1 2 16,3-5-3-16,0 0-5 0,0-1-14 16,0 0-14-16,0 0 0 15,0 0-9-15,0-5-44 16,6-9-61-16,1-9-163 15</inkml:trace>
  <inkml:trace contextRef="#ctx0" brushRef="#br0" timeOffset="-182231.248">19786 2396 339 0,'0'0'340'0,"0"0"-244"0,0 0 57 16,0 0-83-16,0 0-43 16,0 0-7-16,24-75-10 15,-5 75 0-15,5 0-10 16,-6 9 0-16,0 14 1 16,-6 4 1-16,-6 7 1 15,-6 1-1-15,0 1 2 16,-3-2 0-16,-8-5-1 15,-5-8 1-15,2-1-3 16,4-4 5-16,0-5-2 0,0-6-2 16,6-1-1-16,2-2-1 15,1 1 6-15,1-3-1 16,0 0 12-16,0 0 12 16,0 0-9-16,0 0-2 15,0 0-7-15,6 0-2 16,15-9-4-16,7 4 4 15,3-6 3-15,2 4 1 16,2-3 2-16,-3 0-1 16,0 1-1-16,-4 4-1 15,-7-2-1-15,-2 4-2 16,-6 0 0-16,-3 0-2 0,-6 3-4 16,-1 0 1-16,-3 0 0 15,0 0 0-15,0 0 5 16,0 0-6-16,0 0 1 15,0 0-1-15,0 0-3 16,-12 0-18-16,-6 9-33 16,-2 1-45-16,2-8-152 15,0-2-404-15</inkml:trace>
  <inkml:trace contextRef="#ctx0" brushRef="#br0" timeOffset="-181727.858">20235 2321 492 0,'0'0'83'0,"0"0"40"0,0 0 16 0,0 0-41 15,0 0-43-15,0 0 3 16,-55-40-33-16,46 46-14 15,-1 15-11-15,-1 8 2 16,6 3 6-16,5 2 1 16,0 1 4-16,0-2-5 15,9-5-3-15,8-6 7 0,2-9-1 16,1-6-2 0,5-7 8-16,2 0-1 0,2-13-2 15,1-6-2 1,-1-7-9-16,-6-1 4 0,-1 1-3 15,-6-4 2-15,-6 3 3 16,-2 2 5-16,-7 3 6 16,-1-1 7-16,0 1 1 15,-6 3 3-15,-7 6 0 16,-7 1 4-16,5 2-10 16,-5 5-10-16,-1 4-5 15,-4 1-10-15,-4 0 0 16,-1 4-1-16,-1 8 1 15,2-1 0-15,3 3-1 16,3-3 0-16,6 2-22 0,1-1-46 16,9-3-69-16,2-6-131 15,1-3-616-15</inkml:trace>
  <inkml:trace contextRef="#ctx0" brushRef="#br0" timeOffset="-173297.871">25804 2022 99 0,'0'0'428'0,"0"0"-379"16,0 0 56-16,0 0-51 15,-33-74 28-15,16 66-48 16,-5 5 31-16,-1 3-51 15,-7 0-10-15,-2 11-1 16,-3 9-2-16,-1 4 16 0,7 0 6 16,9 0-19-16,11-2 5 15,3-4-7-15,6-3-1 16,0-2-1-16,0-6-3 16,10-1 3-16,4-6 20 15,3 0-18-15,6 0 12 16,4-8-10-16,-2-4 7 15,1-4-8-15,-7 7 3 16,-9-4-2-16,-1 4 1 16,-6 1 0-16,3 4 2 15,-6 2 12-15,0 2-3 16,2 0-16-16,-1 0-10 16,1 14 10-16,2 8 0 0,-1 7 19 15,5 5-7-15,-5 3 7 16,3 4 13-16,-2-1-9 15,-1 1 16-15,0-4-16 16,0-2-12-16,-2-2 0 16,1-4-7-16,1-2 1 15,-1-10-1-15,1-4-1 16,0-9 2-16,0-1-5 16,1-3-43-16,3-3-33 15,5-17-5-15,11-12-174 16,2-9-181-16</inkml:trace>
  <inkml:trace contextRef="#ctx0" brushRef="#br0" timeOffset="-173048.773">26306 1891 729 0,'0'0'71'0,"0"0"-20"0,0 0-32 0,0 0 67 0,-39 103-35 16,26-62 0-16,2 0-16 16,0-4-15-16,0 1-11 15,-3-5-6-15,2-5 0 16,0-2-1-16,2-7-2 0,1-9-12 16,1-1-61-16,5-9-81 15,0 0-145-15,0-16-130 16</inkml:trace>
  <inkml:trace contextRef="#ctx0" brushRef="#br0" timeOffset="-172846.728">26152 1948 536 0,'0'0'57'0,"0"0"-37"15,18 74 109-15,-5-36-43 16,5 0 4-16,2 0-28 15,3-7-25-15,1 0-16 0,3-7-7 16,-2-4-9-16,-1-6-5 16,2-6-15-16,-1-2-83 15,-3-6-169-15,-4 0-294 16</inkml:trace>
  <inkml:trace contextRef="#ctx0" brushRef="#br0" timeOffset="-172442.054">26580 1925 612 0,'0'0'64'0,"0"0"28"16,0 0 2-16,0 0-61 16,0 0-6-16,0 0-2 15,85 8 6-15,-71 12 5 16,-3 1-24-16,-5 3 41 15,-6 0-25-15,0 0-9 16,0-1-9-16,-13-3-5 16,-4 0-2-16,-5-3 2 15,3-4-5-15,-1-3 0 16,6-6 0-16,8-1 0 16,4-2 0-16,2-1 4 15,0 0 3-15,0 0-2 16,0 0 26-16,0 0 13 15,0 0-25-15,0 0-13 16,2 0-6-16,12 0 1 0,3 0-1 16,4 2-1-1,2 1 1-15,4-3 1 0,2 0-1 16,1 0-53-16,1-3-77 16,2-8-105-16,-8-6-214 15</inkml:trace>
  <inkml:trace contextRef="#ctx0" brushRef="#br0" timeOffset="-172097.808">27002 1888 501 0,'0'0'193'0,"0"0"6"16,0 0-84-16,0 0-105 0,0 0-8 16,0 0 16-16,-19 76-2 15,19-49-2-15,0-5 0 16,7 0-5-16,11-5-4 15,-3-4-1-15,3-2 0 16,0-6 4-16,-3-5-1 16,1 0-4-16,-1-1 8 15,3-15-4-15,-3-2 0 16,0-6 0-16,-6-3-5 16,-3-3 4-16,-3-1 8 15,-3 4 5-15,0 0 5 16,-2 5 16-16,-10 5-15 15,-2 7 3-15,-8 5-7 0,-6 5-14 16,-8 0-7 0,-7 8-4-16,0 13-42 0,-3 5-86 15,4 1-20-15,1 3-351 16</inkml:trace>
  <inkml:trace contextRef="#ctx0" brushRef="#br0" timeOffset="-171706.89">25603 2770 708 0,'0'0'3'0,"0"0"4"0,0 0 6 0,104-6 38 0,-20-10 26 15,25-12-10-15,15-1-23 16,7-7-15-16,4 0-4 16,-5-1 10-16,-9 0 2 15,-15 6-18-15,-12 2-9 16,-15 4 2-16,-16 6 1 15,-18 8 5-15,-17 4-6 16,-13 3-3-16,-11 2-1 0,-4 2-3 16,0 0-4-16,0 0-1 15,-23 11-60-15,-16 12 15 16,-10 2-127-16,-4 6-227 16</inkml:trace>
  <inkml:trace contextRef="#ctx0" brushRef="#br0" timeOffset="-171287.846">26634 2873 657 0,'0'0'135'15,"0"0"-50"-15,0 0 39 16,0 0-66-16,0 0-48 15,0 0-9-15,-5 8-1 16,4 9 3-16,1-3 1 16,0 2-2-16,9-5 6 15,10-2 12-15,2-7-4 16,6-2-1-16,3 0-1 16,1-14-2-16,0-6-3 15,-1-5-2-15,-6-2-3 16,-6-1 3-16,-6 0 3 15,-8-2 2-15,-4 2 1 16,-4 4-8-16,-18 7 14 0,-8 3-8 16,-6 10-11-16,0 4 0 15,-5 0-1-15,3 7 1 16,7 8 0-16,5 0 1 16,7 3-1-16,3-2 0 15,8-4-24-15,5-4-82 16,3-8-116-16,3 0-335 15</inkml:trace>
  <inkml:trace contextRef="#ctx0" brushRef="#br0" timeOffset="-170579.771">26024 2983 345 0,'0'0'464'0,"0"0"-351"0,0 0 3 0,0 0-85 16,0 0-30-16,0 0 6 15,-4 49 22-15,6-19 9 16,1 2-17-16,2 1-6 0,1-2-6 16,-1-3-4-16,0-4-2 15,1-6-3-15,1-3-63 16,8-12-102-16,5-3-172 16</inkml:trace>
  <inkml:trace contextRef="#ctx0" brushRef="#br0" timeOffset="-170191.204">26411 2901 776 0,'0'0'72'16,"0"0"51"-16,0 0-71 0,0 0-35 16,-104 9-11-16,79 12-4 15,8-1 1-15,10 0-3 16,7-3 2-16,0 0-2 15,18-1 5-15,15-4 2 16,2 1 2-16,5 0-5 16,-2-2-3-16,-5 2 0 15,-8-2 0-15,-5 2-1 16,-7-1 0-16,-7-1-1 16,-5 0 1-16,-1-2 1 15,0 2 10-15,-7-3 19 16,-12 1 6-16,-4-3-6 15,-1-4-20-15,0-2-2 16,2 0 0-16,7-11 1 0,5-9 0 16,7-4 3-16,3-7-1 15,17 0-11-15,13-1-16 16,6 2-37-16,2 6-74 16,-2 4-118-16,-8 7-335 15</inkml:trace>
  <inkml:trace contextRef="#ctx0" brushRef="#br0" timeOffset="-169816.788">26141 3543 573 0,'0'0'73'0,"0"0"-60"0,0 0 46 16,0 0 17-16,0 0 31 15,0 0-29-15,117-8-26 16,-50-8-16-16,18-4-14 16,9-1 3-16,6-1 14 15,-3 2-6-15,-2 0-7 16,-7 3 0-16,-10 2 0 15,-13 0 0-15,-18 6-6 16,-14 0-10-16,-14 3-2 0,-8 2 1 16,-8 1 1-16,-3 0-3 15,0 3-3-15,0 0-4 16,-16 0-20-16,-9 0-35 16,-2 0-78-16,-2 0-181 15</inkml:trace>
  <inkml:trace contextRef="#ctx0" brushRef="#br0" timeOffset="-168894.417">26666 3691 154 0,'0'0'549'0,"0"0"-476"0,0 0-3 15,0 0-45-15,0 0-12 16,0 0-3-16,75-38-5 16,-48 51 0-16,-5 3-2 15,-5 3-1-15,-4 1-1 16,-7 0 5-16,-6 1 0 16,0-3 7-16,-1-2 10 15,-13-1 0-15,1-3-6 16,1-5-7-16,2-3-3 15,5-1-3-15,2-3 5 0,3 0 4 16,0 0-2 0,0 0-7-16,3-3-4 0,9-4-3 15,6-1 3-15,1 6-3 16,-4 2 2-16,1 0-2 16,-2 0 1-16,1 8 2 15,-5 5 1-15,0 1 7 16,-5 1 3-16,-3 3 4 15,-2 0 22-15,0-2 5 16,-7 2-5-16,-9-3 2 16,-6-4-9-16,-6 2-10 15,-4 0-4-15,-3-3-9 16,2-4-2-16,0-5 0 16,6-1 0-16,6 0-1 0,8-8 0 15,4-6-4-15,6-4-13 16,3-3-38-16,7 1-41 15,18-4-123-15,8 0-266 16</inkml:trace>
  <inkml:trace contextRef="#ctx0" brushRef="#br0" timeOffset="-168459.068">27215 3568 761 0,'0'0'75'0,"0"0"48"0,0 0-65 0,0 0-45 0,0 0-10 16,0 0 7-16,108-13 4 16,-80 15 2-16,-4 12-6 15,-7 0-2-15,-4 6-1 16,-8 1 1-16,-5 1-2 15,0 0-1-15,-8-1 1 16,-11 0 0-16,-2 1-5 16,1-7 4-16,0 2-4 15,4-7-1-15,8-5 0 16,3 1 0-16,4-5-2 0,1-1 1 16,0 0 0-16,13 0 1 15,11 0 10-15,8-4 4 16,6-6-1-16,-1-1-4 15,2 1-6-15,-1 2-2 16,-4 0 0-16,-4 1 0 16,-5 1-1-16,-6 4-10 15,-7 2-49-15,-4 0-46 16,-8 0-144-16,-5 8-223 16</inkml:trace>
  <inkml:trace contextRef="#ctx0" brushRef="#br0" timeOffset="-168061.27">26495 4279 606 0,'0'0'137'0,"0"0"-131"0,0 0 37 16,113-6 36-16,-42-7-4 15,15-4-18-15,11-2-6 0,9-2-26 16,-2 0-9 0,1 0 1-16,-8-3 14 0,-9 5 5 15,-6 1-17 1,-13 5 2-16,-14-2 4 0,-12 5 2 15,-16 3-3-15,-8 2-7 16,-8 1-1-16,-4 3-2 16,-6 1-6-16,-1-1-5 15,0 1-3-15,0 0-5 16,-1 2-42-16,-15 13-9 16,-2 3-100-16,-5-2-122 15,4-2-479-15</inkml:trace>
  <inkml:trace contextRef="#ctx0" brushRef="#br0" timeOffset="-167490.295">27635 4319 643 0,'0'0'167'0,"0"0"-105"0,0 0 43 0,0 0-52 16,0 0-32-16,0 0-8 15,54-14 6-15,-37 28-8 16,-6 3-5-16,-7 3 0 16,-4 1-1-16,0 4 2 15,-10 2 1-15,-15 1-2 16,-5-1-1-16,-3-3-2 15,5-2-2-15,2-5 0 16,11-8-1-16,11 1 0 0,4-4 2 16,0-2-2-16,19-3 8 15,14-1 29-15,7 0-17 16,4 0-12-16,1-8-3 16,-1-1-3-16,-4 1-1 15,2-1 2-15,-9 1-2 16,-9-2 2-16,-3 4-2 15,-11 0 1-15,-3 0-2 16,-5 2-28-16,-2 1-65 16,-2 0-127-16,-21 0-322 15</inkml:trace>
  <inkml:trace contextRef="#ctx0" brushRef="#br0" timeOffset="-165475.602">27298 4392 750 0,'0'0'87'0,"0"0"15"0,0 0-73 0,0 0 47 15,-18 92 18-15,18-58-36 16,0 0-4-16,0-4-21 0,4-1-6 16,4-2-4-16,-2-5-2 15,1-3-6-15,-4-3-7 16,0-6-2-16,-2-4-4 15,1-1 1-15,-2-5 3 16,0 0-6-16,0 0-16 16,0-13-39-16,0-8-90 15,0-5-150-15,-16-5-566 16</inkml:trace>
  <inkml:trace contextRef="#ctx0" brushRef="#br0" timeOffset="-165075.946">26865 4535 519 0,'0'0'116'0,"0"0"30"16,0 0 26-16,0 0-40 0,0 0-13 15,0 0-42-15,13-61-44 16,-8 73-33-16,1 12 0 15,1 8 17-15,2 5 1 16,-3 1 2-16,-1 1-10 16,1 3-4-16,0-5-2 15,2-4-4-15,2-6-54 16,-1-9-86-16,1-6-127 16,-6-6-406-16</inkml:trace>
  <inkml:trace contextRef="#ctx0" brushRef="#br0" timeOffset="-164708.892">26759 5070 592 0,'0'0'109'15,"0"0"-109"-15,82-10 17 16,-12-2 41-16,18-6 26 16,20-4-3-16,13-4-16 15,7-2-27-15,4-2-13 16,-6 5 1-16,-13 3 2 0,-10 2 7 16,-19 3-14-16,-17 2-2 15,-16 3 12-15,-14 1 1 16,-10 4-2-16,-11 1-4 15,-7 2-1-15,-6 1-4 16,-3 2-3-16,0-2-4 16,0-1-12-16,0 1-2 15,-9-1-58-15,-7 1-43 16,-2-3-104-16,-6 0-223 16</inkml:trace>
  <inkml:trace contextRef="#ctx0" brushRef="#br0" timeOffset="-18562.205">19757 4288 110 0,'0'0'245'0,"0"0"-145"0,0 0 6 0,0 0-40 16,0 0-27-16,0 0-15 16,0-34 2-16,0 34-23 15,0 0-3-15,0 0-21 16,0 0 21-16,0 0 6 15,0 3-3-15,0 0 1 16,0-2-2-16,0 1-2 0,0-2 1 16,0 0-1-1,0 0 2-15,0 0 1 0,0 0-1 16,0 0-2-16,0 0-3 16,0 0-3-16,0 0-2 15,0 0-3-15,0 0 4 16,0 0-2-16,0 0 9 15,0 0 2-15,0 0 5 16,0 0 0-16,0 0 4 16,0 0-1-16,0 0-2 15,0 0-3-15,0 0-2 16,0 0 2-16,0 0-3 16,0 0 5-16,0 0 4 15,0 0 3-15,0 0 3 16,0 0-5-16,0 0-3 0,0 0-3 15,0 0-1-15,0 0-2 16,0 0-3-16,0 0 0 16,0 0-3-16,0 0 1 15,0 0-1-15,0 0 1 16,0 0 1-16,0 0 1 16,0 0 3-16,0 0-1 15,0 0 2-15,0 3 3 16,0 0-1-16,0 7-3 15,0 3 21-15,0 4 7 16,0 8-2-16,0 1-2 16,0 8 21-16,5 1-10 15,2 4-5-15,1 0-6 16,1-3 1-16,1-5-2 0,1-3-8 16,-4-3-3-16,2-4-4 15,-5-5-4-15,1-2-1 16,-1-6-3-16,-2-7 0 15,0 2 0-15,-2-3 1 16,0 0 4-16,0 0 0 16,0 0 5-16,0-4-12 15,0-6-1-15,0 0-23 16,0-1-35-16,0-2-34 16,0 5-58-16,-4-5-67 15,-3 3-183-15</inkml:trace>
  <inkml:trace contextRef="#ctx0" brushRef="#br0" timeOffset="-18000.764">19687 4336 462 0,'0'0'77'0,"0"0"29"0,0 0-35 16,0 0-43-16,0 0-15 15,0 0-9-15,0-2-3 16,0 2 1-16,0 0-1 0,0 0 2 15,0 0-3-15,0 0 4 16,0 0 0-16,0-2 8 16,0 1 8-16,0-1 11 15,0 2-20-15,0 0 8 16,0 0 10-16,0 0-14 16,0 0-15-16,0 2 0 15,0 6 17-15,3-1-2 16,3 0-9-16,-2-3-3 15,3-2 2-15,0-2-5 16,8 0-33-16,-3 0-103 16,-3-11-163-16</inkml:trace>
  <inkml:trace contextRef="#ctx0" brushRef="#br0" timeOffset="-17625.782">18935 4624 515 0,'0'0'70'0,"0"0"-10"0,0 0 32 0,0 0-32 16,0 0-3-16,0 0 32 16,52 1-40-16,-23-12-17 15,5-3-15-15,-4 0-13 16,-4 4 0-16,-3 0-3 15,-5 4-1-15,-6 2-59 16,-6 4-88-16,-6 0-103 0,0 4-140 16</inkml:trace>
  <inkml:trace contextRef="#ctx0" brushRef="#br0" timeOffset="-17453.37">18974 4797 301 0,'0'0'109'0,"0"0"6"15,0 0 26-15,0 0-30 16,0 0-28-16,0 0-10 16,72 0-39-16,-32-26-24 15,0-3-5-15,6 3-5 16,1 0-16-16,0 5-124 16,-2 1-222-16</inkml:trace>
  <inkml:trace contextRef="#ctx0" brushRef="#br0" timeOffset="-16334.895">19832 4414 169 0,'0'0'156'0,"0"0"-33"16,0 0 19-16,0 0-35 15,0 0-27-15,0 0-7 16,14-10-16-16,-14 10-35 15,0 0-12-15,0 0-6 16,0 0 6-16,0 5-2 16,0 3-5-16,0-1 8 15,0-2-3-15,-10 2-7 16,1-4 1-16,-4-3 7 16,3 0 1-16,1 0-4 15,0 0 2-15,4-5 6 16,5-2 29-16,0 4-17 15,0 0 1-15,0 1-10 0,7 1-17 16,7 1 0-16,1 0 0 16,4 0 0-16,-4 3 0 15,-7 3 0-15,1 2 0 16,-5 0 1-16,-2-1-1 16,-2 0 0-16,0-1-6 15,0-5 3-15,-11 2 1 16,-6-3 2-16,-2 0-3 15,-1-4 1-15,6-7 2 16,1 2 3-16,5 3-1 0,5 3 4 16,2 3 0-1,1 0 2-15,0 0-8 0,0 0-11 16,3 5 6-16,7 6 5 16,0-1 1-16,-2 1 0 15,-2-2 0-15,-4-1-1 16,-2-2 0-16,0-2 0 15,0-4-3-15,0 0 3 16,-5 0 5-16,-9-10-3 16,3-7-2-16,2-1 0 15,0-1 0-15,7-1 1 16,2 5 3-16,0 3 4 16,2 4-1-16,16 2-5 15,9 4-2-15,5 2-3 16,3 0 1-16,-2 14 0 0,1 8 0 15,-6 0 1 1,-2 9 1-16,-9 2 0 0,-11 4 0 16,-6-1 0-16,0 5 0 15,-17 4-3-15,-13-2 0 16,-4-6-2-16,-7-1-10 16,4-11 8-16,-2-11 5 15,6-8 2-15,6-6 1 16,6 0 0-16,8-16 1 15,7-4 5-15,6-5-4 16,0 0 0-16,10 5-2 16,4-1-1-16,2 8 5 15,1 2-3-15,-3 5 0 16,5 5-2-16,0 1 0 0,-1 0-1 16,6 7 1-16,1 7 1 15,0 2-1-15,2 1 1 16,1-3-1-16,-5-5 2 15,-1-2-2-15,-1-4 1 16,-4-3-1-16,5 0 5 16,-1-10-5-16,0-5-8 15,1-4-41-15,-3-3-62 16,-2 1-86-16,-5-2-257 16</inkml:trace>
  <inkml:trace contextRef="#ctx0" brushRef="#br0" timeOffset="-14749.149">26804 4531 488 0,'0'0'10'0,"0"0"47"0,0 0 17 15,0 0-9-15,0 0 8 16,0 0-10-16,0 0-13 15,-58-35-25-15,58 23-15 16,13 2-7-16,-1 0-3 0,4 9 4 16,-1 1-4-1,5 0-2-15,-1 23-5 0,1 10 6 16,-4 11 1-16,-4 6 2 16,-6 5 1-16,-3 0-3 15,-3-1 1-15,0-8 4 16,-6-5-4-16,-8-5 1 15,-5-9 1-15,-3-5 0 16,-2-5 1-16,-6-9 0 16,4-7 2-16,-2-1-3 15,0-2 1-15,7-17-3 16,4-1 2-16,4 0 1 0,7-2-1 16,5 1 0-1,1 3-3-15,0 2 1 0,4 6 0 16,12 1 7-16,4 9-3 15,4 0-5-15,3 0 1 16,4 5 2-16,0 3 0 16,-1 4-1-16,2-1-2 15,-4 2 0-15,-3 1 0 16,-3 0-1-16,-2 0 1 16,-2-1 1-16,-5-3-1 15,1 0 0-15,-4-5 1 16,2-3 0-16,4-2 1 15,5 0 5-15,3-5-7 16,8-12-34-16,-1-4-97 16,1-7-150-16</inkml:trace>
  <inkml:trace contextRef="#ctx0" brushRef="#br0" timeOffset="-13564.072">20232 4281 345 0,'0'0'19'0,"0"0"40"0,0 0 35 0,0 0-22 0,-82-29 11 15,77 23 9-15,4 2 11 16,-1 1-11-16,2 1-28 16,0 2-27-16,0 2-31 15,3 19-4-15,12 7 18 16,0 6 20-16,4 3-6 15,-3 0-1-15,3 1-15 16,-4-5-7-16,0 0-2 0,-5-8-5 16,-1 0 1-1,0-5-1-15,-5-6-4 0,1-4-1 16,-1-4-33-16,-2-6-55 16,3 0-89-16,0-4-244 15</inkml:trace>
  <inkml:trace contextRef="#ctx0" brushRef="#br0" timeOffset="-12762.975">20530 4198 549 0,'0'0'27'16,"0"0"80"-1,0 0-39-15,0 0-52 0,0 0 11 16,0 0 15-16,87 28-9 16,-65-8-14-16,-4-3-11 15,-6 1 1-15,-6-4-6 16,-3-3 3-16,-3-1-3 16,0-4-2-16,0-5 10 15,-11-1 9-15,-8 0-10 16,-5-5-1-16,0-10-5 15,2 0 0-15,4 1 0 16,3 3-2-16,8 5 8 16,2 3 9-16,5 3 9 0,0 0-17 15,0 5-9-15,0 7-2 16,9 3 2-16,2 1 0 16,-1-5-1-16,-4-1 0 15,-2-1 1-15,-2-5 0 16,-2-1 1-16,0-3-3 15,0 0 8-15,0 0 5 16,0-10-13-16,-6-8-2 16,-3-8 2-16,5 1 0 15,4-1 0-15,0 5-1 16,0 7 0-16,4 7 1 16,9 6 0-16,7 1 0 0,1 5 2 15,4 16-3-15,3 8 2 16,-2 5-1-16,-6 0 0 15,-4 4 3-15,-6-1-2 16,-6-2 0-16,-4 1 1 16,0-6 0-16,-16-1-1 15,-6-6-1-15,1-6-6 16,-5-10-16-16,-2-7 1 16,4 0 19-16,1-6 2 15,3-7 1-15,4-4-1 16,7 1 2-16,7 2 17 15,2 4 0-15,0 6-3 16,12 2-10-16,15 2-4 0,6 0 5 16,7 4 1-1,-1 6-1-15,-2 2-2 0,-3-4 2 16,-1-1-2-16,-1-2 1 16,-4-4-1-16,-3-1-2 15,-1 0 2-15,-3-10-5 16,4-4-5-16,-2-5-31 15,-7-2-39-15,-1-4-56 16,-6-8-127-16</inkml:trace>
  <inkml:trace contextRef="#ctx0" brushRef="#br0" timeOffset="-12095.801">21449 3938 681 0,'0'0'49'0,"0"0"70"0,0 0-39 0,0 0-73 15,0 0-6-15,9 79 31 16,8-34 12-16,3 2-2 16,0 0 4-16,-2-4-19 15,-3-5-10-15,-5-4-2 16,-2-3-8-16,-4-7-4 15,3-4 2-15,-4-6-1 16,-1-6-3-16,-1-2-1 16,-1-6-52-16,0 0-28 15,0-1-7-15,0-17-215 0,-9-8-183 16</inkml:trace>
  <inkml:trace contextRef="#ctx0" brushRef="#br0" timeOffset="-11882.221">21436 3952 442 0,'0'0'70'0,"0"0"-24"16,0 0 46-16,0 0-39 16,0 0-14-16,108-79 9 15,-75 68-15-15,-7 4-23 0,-5 2-3 16,-3 5-7-16,-8 0-22 15,-4 0-62-15,-6 12-78 16,0 8-176-16</inkml:trace>
  <inkml:trace contextRef="#ctx0" brushRef="#br0" timeOffset="-11721.292">21531 4177 449 0,'0'0'114'0,"0"0"97"15,0 0-85-15,97-4-47 16,-68-8-17-16,2-3-39 16,3 0-15-16,6 0-8 0,1-1-2 15,-2 1-93-15,-6-3-159 16</inkml:trace>
  <inkml:trace contextRef="#ctx0" brushRef="#br0" timeOffset="-11382.997">22004 3618 728 0,'0'0'17'16,"0"0"-1"-16,0 0 14 15,-24 80-4-15,24-54 0 0,5-2-11 16,8-6-2-16,4-5 9 15,1-8-1-15,-2-2 2 16,-1-3 11-16,1-3 13 16,-1-11-22-16,-1-7-1 15,-8-4 7-15,0-3-7 16,-6 0-12-16,0 3-4 16,-6 6-6-16,-11 7 8 15,-5 9 15-15,-4 3-9 16,-3 12-16-16,-3 15-1 15,4 5 0-15,4 6-25 16,6 0-125-16,3-4-274 0</inkml:trace>
  <inkml:trace contextRef="#ctx0" brushRef="#br0" timeOffset="-10284.186">22085 4807 738 0,'0'0'37'0,"0"0"41"0,0 0 23 0,0 0-23 0,0 0-50 16,0 0-22-16,0 0 37 0,25 47-15 16,-14-14 7-1,3 0 3-15,-3-4-9 0,-2-1-10 16,-2-2-11-16,1-1-4 16,-2-4-4-16,-2-4-9 15,6-4-54-15,0-7-67 16,3-6-97-16,0 0-140 15</inkml:trace>
  <inkml:trace contextRef="#ctx0" brushRef="#br0" timeOffset="-9925.905">22326 4837 590 0,'0'0'80'15,"0"0"-22"-15,0 0 31 16,0 0-34-16,-10 83-9 0,10-56-8 15,17-4-12-15,5-5 7 16,2-3-16-16,1-5-11 16,1-5 1-16,0-3-3 15,-3-2 0-15,0 0 0 16,-6-11-2-16,-1-6-2 16,-5-1 1-16,-4-7 1 15,-4-4-2-15,-3-2-3 16,0 0 3-16,0 0 4 15,-7 4-3-15,-8 4 2 16,-3 4 17-16,0 8 9 16,-3 2 0-16,0 6-9 0,-1 3-7 15,4 0-11-15,2 0-1 16,5 0-1-16,5 3-3 16,5 4-44-16,1 0-59 15,0-4-116-15,13-3-124 16</inkml:trace>
  <inkml:trace contextRef="#ctx0" brushRef="#br0" timeOffset="-9521.3">22592 4692 659 0,'0'0'42'0,"0"0"97"16,0 0-42-16,0 0-51 0,-15 72-13 15,37-54-8-15,4 0-13 16,2-1-7-16,-2-3-1 16,1-1-3-16,-2-2-1 15,-4-3-22-15,-3 0-6 16,-2-6-7-16,-4-2 12 16,0 0 11-16,-2-10 8 15,-2-5 4-15,-2-6 0 16,0-3 1-16,-5-1 2 15,-1-1-2-15,0 1 9 16,0 5 22-16,-6 0 27 0,-4 8-7 16,-5-1-8-1,-1 7-16-15,-4 2-19 0,1 4-6 16,-4 0-1-16,0 4-2 16,0 12 0-16,1 2 1 15,4 1-1-15,6-3-6 16,7-2-38-16,5-6-41 15,0-7-85-15,9-1-186 16</inkml:trace>
  <inkml:trace contextRef="#ctx0" brushRef="#br0" timeOffset="-9191.188">22871 4402 138 0,'0'0'577'0,"0"0"-545"0,0 0 65 0,0 0-45 16,0 0-28-16,0 0-10 15,-36 75-4-15,51-65 1 16,0-4-4-16,0-5 1 16,-3-1 0-16,1 0 3 15,-2-8 3-15,-5-8-3 16,-2-1 1-16,0-2 0 15,-4-3 5-15,0 2-4 16,-8 2-4-16,-4 4 2 16,-3 7 4-16,0 6 5 0,-3 1-12 15,2 3-8-15,1 11 0 16,3 8-3-16,9 1-31 16,3 2-94-16,0-3-153 15</inkml:trace>
  <inkml:trace contextRef="#ctx0" brushRef="#br0" timeOffset="-8853.148">23261 4448 667 0,'0'0'36'15,"0"0"89"-15,0 0-28 0,0 0-38 16,0 0-13-16,0 0-32 16,-22-21-10-16,14 36 1 15,-6 6 0-15,1 3 4 16,-1 2 3-16,4 0 10 16,3 1-1-16,5-4-5 15,2-2-3-15,0-4 1 16,7-2-1-16,8-5-2 15,5-6 0-15,5-4-3 16,2 0 0-16,3 0-8 0,8-8-27 16,-5-8-93-1,0-3-114-15,-6-4-402 0</inkml:trace>
  <inkml:trace contextRef="#ctx0" brushRef="#br0" timeOffset="-8621.28">23648 4366 499 0,'0'0'56'0,"0"0"29"16,0 0 30-16,0 0-31 0,0 0-55 15,109-17-19-15,-77 9-8 16,-4 1-2-16,-7 2-115 16,-9 1-162-16</inkml:trace>
  <inkml:trace contextRef="#ctx0" brushRef="#br0" timeOffset="-8422.249">23739 4496 475 0,'0'0'83'16,"0"0"34"-16,0 0 25 15,0 0-43-15,0 0-60 16,85-10-29-16,-55 1-6 0,1-1-1 16,-1 2-3-16,-6-1-21 15,-4 2-97-15,-10-1-171 16</inkml:trace>
  <inkml:trace contextRef="#ctx0" brushRef="#br0" timeOffset="-7225.839">24027 4144 543 0,'0'0'63'0,"0"0"75"0,0 0-29 0,0 0-44 0,0 0-15 16,0 0-23-16,94-59-9 15,-77 65-9-15,-4 12 5 16,2 2-6-16,-6 3-4 16,-6 0 0-16,0 0 6 15,-3-2-4-15,0-4-4 16,0-3-2-16,-3-5 0 15,-8-5-7-15,3-4 1 16,-4 0 2-16,-2 0 4 16,-1-11 0-16,2-5 2 0,0 0 2 15,7 1 0-15,1 6 0 16,3 2 9-16,2 5-5 16,0 2-2-16,0 0-6 15,0 0-15-15,0 6 15 16,5 6 0-16,1-1 0 15,-1-1 1-15,-4-2-1 16,-1-2 1-16,0-3-1 16,0-3-2-16,0 0 2 15,0 0 9-15,0 0 3 16,-1-13-10-16,-5-1-2 16,3-4 1-16,3 0 11 15,0-1-1-15,3 2 0 0,14 4-3 16,3 5-3-1,4 5 0-15,-1 3-5 0,4 0-2 16,0 14 1-16,1 10 0 16,-5 3 1-16,-1 2 0 15,-5 3 0-15,-8-1 1 16,-5-2-1-16,-4-1-1 16,0-3 1-16,-3-4-3 15,-12-3-7-15,0-4-4 16,-4-2-14-16,2-7 19 15,3-5-1-15,-1 0 5 16,3 0 5-16,3-2 5 0,3-6 9 16,3 0 7-1,1 1-3-15,2-1-1 0,0 3 3 16,0 1 0-16,0-1-11 16,6 3-5-16,6-1-3 15,8 1-1-15,-1 1 0 16,2 1 0-16,1 0 0 15,-2 0 1-15,-2 0-1 16,2 0 0-16,0 0-12 16,-4 0-46-16,7-3-50 15,-5-4-62-15,1-4-170 16</inkml:trace>
  <inkml:trace contextRef="#ctx0" brushRef="#br0" timeOffset="-6930.345">24636 3916 576 0,'0'0'109'0,"0"0"52"0,0 0-92 16,0 0-56-16,0 0 34 15,0 0 21-15,9 82-16 16,1-51-3-16,-4 0 2 16,-1 0-14-16,2-2-12 0,-1-3-15 15,3 1-1-15,-3-7-8 16,0-1-1-16,0-7-12 16,-1-2-66-16,5-7-103 15,-6-3-161-15</inkml:trace>
  <inkml:trace contextRef="#ctx0" brushRef="#br0" timeOffset="-6101.532">24920 3872 672 0,'0'0'69'0,"0"0"87"0,0 0-64 16,0 0-76-1,0 0-8-15,0 0 19 0,83 29-3 16,-65-6-3-16,-2-2-6 16,-5 3-3-16,-4-1-5 15,-7-3 2-15,0-3-6 16,0-5-2-16,-12-1 7 16,0-3-8-16,-4-6-4 15,2-2-23-15,1 0 6 16,3-12 10-16,1-8 0 15,0-1 7-15,4-2 4 16,2 1 5-16,3 6 1 0,0 5 5 16,0 4 5-16,0 2-3 15,11 5-4-15,1 0-9 16,3 5-2 0,1 7 1-16,-4 5 1 0,-2-1 1 15,-2 0-1-15,-5-5 4 16,-3-1-4-16,0-4-5 15,0-1-7-15,0-5-14 16,-3 0 15-16,-5 0-2 16,0-7 5-16,2-7-2 15,1-6 2-15,4-1 8 16,1-1 4-16,0 2 10 16,0 6 10-16,10 4-15 15,3 2 4-15,2 8-8 16,3 0-5-16,3 2-1 0,-3 16 0 15,3 6-1 1,-8 6 2-16,-1 2 1 0,-6 4 2 16,-6-1 1-16,0-1 3 15,0-3-3-15,-4-2-2 16,-11-3 0-16,0-5 2 16,-4-3-4-16,5-7-16 15,-1-5-25-15,6-6 23 16,2 0 18-16,-1 0 2 15,2-10-1-15,6-1 22 16,0-1 9-16,0 1-22 16,0 2 3-16,12 3 0 0,-1 0-2 15,2 4 1 1,5 2-9-16,-1 0 1 0,0 2 0 16,3 10 6-16,-2 0 1 15,1 2 4-15,2-1 2 16,0 0-1-16,1-3-2 15,2-3-8-15,-1-3 0 16,0-4-6-16,1 0-3 16,-3 0-53-16,-3-16-59 15,-3-6-124-15,-8-9-368 16</inkml:trace>
  <inkml:trace contextRef="#ctx0" brushRef="#br0" timeOffset="-5861.271">25448 3634 850 0,'0'0'15'0,"0"0"68"0,0 0-74 0,0 0 1 16,-11 85 16-16,20-43 18 16,7-2 15-16,3 0-10 15,-3-4-19-15,-1 0-14 16,0-1-1-16,-5-5-7 15,0-5-3-15,-5-5 0 16,-1-6-5-16,-2-5-35 16,-2-3-90-16,0-6-105 15,0 0-211-15</inkml:trace>
  <inkml:trace contextRef="#ctx0" brushRef="#br0" timeOffset="-5661.234">25440 3626 715 0,'0'0'20'0,"0"0"114"15,0 0-50-15,0 0-50 16,0 0-32-16,82-35 3 16,-40 25 0-16,3 2-5 15,-8-2-13-15,-7 3-107 16,-12 4-118-16,-14 3-249 0</inkml:trace>
  <inkml:trace contextRef="#ctx0" brushRef="#br0" timeOffset="-5506.804">25470 3857 321 0,'0'0'249'0,"0"0"-68"15,0 0-5-15,0 0-128 16,113-50-39-16,-68 24-9 15,-3 2-5-15,0-3-96 16,-10-3-114-16,-3-2-291 16</inkml:trace>
  <inkml:trace contextRef="#ctx0" brushRef="#br0" timeOffset="-4095.488">25806 3188 719 0,'0'0'40'0,"0"0"80"15,-109-26-66-15,62 25-43 16,-9 1-5-16,-1 0-3 16,-5 11-2-16,-7 7 0 15,-7 5-1-15,1-1 2 16,-11 7-1-16,2 1 0 15,-7 1-1-15,-6 5 0 0,0-1 0 16,-7 0 0 0,-8 7-6-16,-9-2-15 0,-1 7-13 15,-5 1 14-15,3 0 13 16,0-2 4-16,-3-3 3 16,5-7 1-16,1 2-1 15,5-4 0-15,5-2 5 16,1-1-3-16,5-5 1 15,4 1-2-15,4 0-1 16,6-3 0-16,3 0 0 0,1 0 0 16,1 1 0-1,1 0 0-15,4 0 1 0,7-2 1 16,5-2-1-16,9-1-1 16,5 0-1-16,12 2 1 15,7-5 0-15,5 2 0 16,8-2 2-16,7 0-1 15,4 3 2-15,-3-2-3 16,5 4 2-16,1-3 0 16,0 1 0-16,0-1-1 15,1 0-1-15,1 2 1 16,-3 0 1-16,2 2 0 16,2 4 4-16,-1 2 7 15,2 7 3-15,-1 3-5 16,3 7-1-16,3 3 5 0,0-1-3 15,9-2 3-15,14-1 16 16,7-4-10-16,9 3 2 16,3-6 3-16,7 2-11 15,0-4 7-15,4-3-11 16,2-5 1-16,3-1-4 16,-1-6-3-16,-1-4-3 15,-4-4 2-15,1-3-3 16,-2-2 1-16,7-5-1 15,0-1 1-15,8-2 0 16,3 0-1-16,1 0 0 16,0 0 1-16,9-4 0 15,0-4-2-15,2 0 2 0,-4-4-2 16,4-1-2-16,-5 1 1 16,-2-3-3-16,1 1 3 15,1-1-2-15,-4 3-2 16,-2-2 2-16,-4 0 3 15,-2 2-1-15,1-3 1 16,-2 4 0-16,0-3 3 16,-1 2-2-16,4-1-1 15,4-2 0-15,2 0 1 16,2 2-1-16,-2-2-1 16,1-2 0-16,2-3-2 15,-1 2 1-15,5-5 0 16,-4 1-1-16,1-4-7 15,-3-2 0-15,-1 2 6 0,-1-3 2 16,0-2 2-16,-1 2 1 16,-3 0-1-16,0 1 1 15,-3 1-1-15,5 1 2 16,1 0-2-16,0 1-2 16,-6-2 0-16,-6 0-5 15,-7-1-1-15,0 1 5 16,-6 0 3-16,-2 1 0 15,-4 0-2-15,-4 1 2 16,-2-1-2-16,-1-2 4 16,-6 0-1-16,1 1 1 15,-5-1-2-15,-2-3 0 0,-2-2 3 16,-6-2-2-16,-3-2 0 16,-6-1-1-16,-3 0-1 15,0-2 1-15,0 4 2 16,0-1-1-16,-11 2 0 15,-1 0 3-15,-3 1 0 16,-6-1-2-16,-2-1 3 16,-4-2-3-16,-3 3 3 15,0-2-1-15,-1 1-1 16,0 2 1-16,-1 4 0 16,-1 2 4-16,2 3 1 15,-3 9-2-15,1-2-3 16,-3 4 2-16,-3 0-5 0,-2 3 0 15,-6 6 1 1,-3 1-2-16,-3 4 0 0,1 0-2 16,3 0-33-16,-3 9-52 15,-4 3-155-15,-12-1-571 16</inkml:trace>
  <inkml:trace contextRef="#ctx0" brushRef="#br0" timeOffset="6167.581">20009 8492 750 0,'0'0'51'0,"0"0"76"0,0 0-36 0,0 0-22 15,0 0-23-15,0 0-29 16,0 0-17-16,0 0 10 16,-65 75 15-16,53-29-13 15,6 4 0-15,1-5-3 16,5-3-4-16,0-5-2 16,0-7 0-16,5-7-1 15,11-9-2-15,2-5-28 16,8-9-34-16,2 0 1 15,2-16-29-15,1-7-39 16,-3-7 29-16,-6-4 28 0,-5-4 39 16,-5 8 22-1,-5-4 11-15,-3 13 6 0,-4 6 27 16,0 9 56-16,0 6 26 16,0 4-75-16,-5 18-25 15,-1 5 17-15,5 3-10 16,1-3 4-16,0-2-12 15,15-2-4-15,0-8-1 16,5 0 4-16,1-8-1 16,-1-6-5-16,1-1 3 15,-5 0-5-15,-1-14 2 16,-1-5-2-16,-6-3-3 0,-5-2 0 16,-3-1 1-1,0-1 0-15,-1 2-1 0,-12 8 0 16,-3 3 0-16,3 6 18 15,-3 7-4-15,-4 0-15 16,4 5 0-16,0 10-2 16,5-1 1-16,6-1-9 15,5-4-64-15,0-4-65 16,19-5-53-16,3 0-215 16</inkml:trace>
  <inkml:trace contextRef="#ctx0" brushRef="#br0" timeOffset="6481.126">20421 8533 353 0,'0'0'351'0,"0"0"-275"0,0 0 27 0,0 0 29 16,0 0-56-16,0 0-12 0,52 94-18 16,-36-68-11-16,1-3-18 15,-5 2-10-15,5-4-2 16,-8-3-3-16,0-2 0 15,-2-7-1-15,-1-3 0 16,-3-6-1-16,0 0 0 16,0-7 10-16,3-14-7 15,0-6-1-15,-3-4-1 16,1-3-1-16,-4-1 1 16,0 1-3-16,0 3 2 0,0 6 0 15,0 7 0 1,0 7-10-16,6 11-28 0,2 0-75 15,2 10-117-15,2 10-135 16</inkml:trace>
  <inkml:trace contextRef="#ctx0" brushRef="#br0" timeOffset="7066.622">20928 8596 612 0,'0'0'129'15,"0"0"34"-15,0-80-36 16,0 53-25-16,0 2-33 16,0 3-33-16,0 5-16 15,0 6-12-15,0 5-2 0,-8 6-6 16,-6 0-3-16,-2 19 3 16,-1 8 0-16,1 8 0 15,10 0 0-15,6 2-1 16,0-6 1-16,5-1 0 15,9-9 1-15,9-7 2 16,1-8-2-16,5-6 2 16,6 0-3-16,5-10-12 15,-4-11-51-15,0-8-52 16,-4 2-51-16,-5-6-54 0,-7 0 1 16,-5 0 4-1,-9 3 93-15,-6 3 122 0,0 6 41 16,0 5 144-1,0 8 47-15,0 4 3 0,0 2-27 16,0 2-88-16,0 0-79 16,0 8-34-16,3 11 38 15,8 2-11-15,1 4-6 16,2 4-6-16,2-3-7 16,-5 1-4-16,-3-3-6 15,0-4-4-15,-6-5-1 16,-2-5 2-16,0-3-1 15,0-5-1-15,0-2-3 16,-10 0-3-16,-1-10 6 16,3-7-8-16,2-8 5 0,6-5-3 15,0-2-5 1,0-2-6-16,15 1-14 0,6 5-22 16,3 4-66-16,4 1-66 15,2 8-159-15</inkml:trace>
  <inkml:trace contextRef="#ctx0" brushRef="#br0" timeOffset="7328.875">21631 8235 564 0,'0'0'97'0,"0"0"88"16,0 0-14-16,0 0-66 15,0 0-29-15,0 0-28 0,-61 97-19 16,61-70-4-16,0 3 1 15,0-4-6-15,4 1-6 16,4-5-5-16,-2-4-4 16,2-3-1-16,-1-2-3 15,5-4-1-15,-2-7 0 16,2-2 0-16,3 0-25 16,0-2-36-16,-2-11-41 15,-2-5-96-15,-4-3-118 16,-7-4-333-16</inkml:trace>
  <inkml:trace contextRef="#ctx0" brushRef="#br0" timeOffset="7441.365">21621 8351 536 0,'0'0'86'0,"0"0"-16"16,0 0-55-16,0 0-15 15,115-44-170-15</inkml:trace>
  <inkml:trace contextRef="#ctx0" brushRef="#br0" timeOffset="7712.307">22344 8054 444 0,'0'0'153'0,"0"0"1"0,0 0-24 16,0 0-96-16,0 0-13 15,0 0 33-15,23 28-12 16,-11-3 4-16,-2 3-1 16,1 4 2-16,-3 1-9 15,-3-2-13-15,1-3-8 16,-6-4-11-16,0-3-4 16,0-4-2-16,0-5-2 15,0-3-46-15,0-6-62 16,0-3-44-16,-2 0-136 15</inkml:trace>
  <inkml:trace contextRef="#ctx0" brushRef="#br0" timeOffset="8018.621">22317 8220 666 0,'0'0'93'0,"0"0"39"16,0 0-59-16,86-36-43 15,-59 26-19-15,1 0-5 16,-7 0-3-16,-2 1-3 16,-9 4-19-16,-5 0 5 15,-2 3 14-15,-3 1 2 16,0 0 1-16,0 1 4 16,0 0 3-16,0-2-2 0,0 2 0 15,0 0 0 1,0 0 2-16,0 0 2 0,0 0-3 15,0 0-2-15,0 0-2 16,0 0-5-16,0 0-17 16,0 0-53-16,0 0-119 15,-5 0-189-15</inkml:trace>
  <inkml:trace contextRef="#ctx0" brushRef="#br0" timeOffset="8739.728">22892 7916 517 0,'0'0'123'0,"0"0"59"0,0 0 3 0,0 0-47 16,0 0-64-16,0 0-43 16,10 6 3-16,-5 17 38 15,-4 3-26-15,2 1-4 16,-3 1-12-16,0 2-14 16,0-4-9-16,0 0-2 15,-1-5-2-15,-4-5-3 0,-1-1-2 16,-1-6-22-16,6-4-37 15,-4-5-61-15,3 0-65 16,-1-17-197-16</inkml:trace>
  <inkml:trace contextRef="#ctx0" brushRef="#br0" timeOffset="9376.811">22722 7994 730 0,'0'0'137'0,"0"0"14"0,0 0-78 0,0 0-37 16,0 0-16-16,-97 38 13 15,77-3-2-15,10 5-5 16,7-2-9-16,3 0-5 16,0-6-3-16,3-8-8 15,11-6 4-15,2-8 0 16,8-8 0-16,3-2-5 15,3-7-1-15,4-15-16 16,-4-9 4-16,0-1 5 16,-8-5 7-16,-3 1 1 15,-10 2-1-15,-7 3 2 0,-2 3 1 16,0 6-2-16,-17 7 0 16,-1 6 9-16,-4 7 2 15,0 2-1-15,2 0-8 16,2 1-2-16,8 10-1 15,2 3 0-15,5 1-21 16,3 2-86-16,2-9-100 16,14-1-322-16</inkml:trace>
  <inkml:trace contextRef="#ctx0" brushRef="#br0" timeOffset="9864.505">23089 7945 772 0,'0'0'65'0,"0"0"114"16,0 0-101-16,0 0-39 15,-91 29-24-15,79-11-12 16,8-4-1-16,1 1 1 16,3-4-1-16,0-1-1 15,0-5-1-15,3-1-3 16,7-4-12-16,-4 0-11 15,3 0 6-15,-3 0 2 16,-3 0 5-16,-2 0 8 16,1 0 5-16,2 2-5 15,4 5 5-15,2 3 0 0,2 1 9 16,3 0-3-16,4-2 3 16,-1-3-7-16,0-5 3 15,2-1 1-15,4-1-2 16,-1-14 2-16,1-5-1 15,-7-1 0-15,2-3 8 16,-10 1 16-16,-3 3-1 16,-6-1-1-16,0 3 4 15,-10-1-2-15,-14 5-3 16,-9 3 0-16,-6 5-7 0,-1 6-9 16,-2 0-8-1,6 1-2-15,6 12 0 0,8 2-3 16,10-3-24-16,7 5-35 15,5-6-67-15,0-4-127 16,20-6-406-16</inkml:trace>
  <inkml:trace contextRef="#ctx0" brushRef="#br0" timeOffset="10186.918">23393 7695 810 0,'0'0'93'0,"0"0"76"0,0 0-109 0,0 0-34 16,0 0-25-16,0 0 20 0,-18 41-1 16,30-26-5-16,3-5 0 15,-1-1 1-15,-4-5-3 16,-3-3-4-16,-4-1 1 15,-3 0 1-15,0 0 16 16,0-11-13-16,0-1-11 16,0 0-1-16,-10 2-2 15,-2 1 0-15,2 2-4 16,2 4-9-16,-1 3-49 16,6 0-63-16,3 11-146 15,0 2-400-15</inkml:trace>
  <inkml:trace contextRef="#ctx0" brushRef="#br0" timeOffset="10464.931">23742 7707 760 0,'0'0'235'0,"0"0"-84"16,0 0-108-16,0 0-34 15,0 0 1-15,-91 72-2 16,81-37-1-16,10 0-4 0,0-7 1 16,6-2 1-1,13-7 0-15,5-6 1 0,5-9-1 16,2-4 2 0,2-4-2-16,1-16-5 0,3-3-5 15,-6-4-37-15,-6 1-42 16,-5 0-67-16,-11 6-156 15</inkml:trace>
  <inkml:trace contextRef="#ctx0" brushRef="#br0" timeOffset="11424.058">22386 8046 597 0,'0'0'124'0,"0"0"108"0,0 0-91 0,0 0-67 0,0 0-67 16,0 0 24-16,39 58-1 16,-18-20-1-16,-3 4-7 15,0 0-8-15,-6-2-6 16,-1-5-5-16,-5-5 0 16,-4-3-2-16,-2-6-1 0,0-7-3 15,0-6-14 1,0-2-2-16,0-6-2 0,-2 0 14 15,-2-7-2 1,-1-12-11-16,-3-9 13 0,3-5 3 16,-1-11 4-16,2-3-1 15,1-6 2-15,3 3 0 16,0 8-1-16,0 12 0 16,0 14 7-16,0 7 7 15,0 9 6-15,0 0-9 16,0 16-8-16,0 10-3 15,3 12 6-15,1 2 9 16,-1 4-3-16,0-2 3 0,2-2-5 16,3-6 3-1,-3-1-10-15,-1-7 2 0,-2-5-4 16,3-6 3-16,-5-5-3 16,0-7-1-16,0-3 0 15,0 0-10-15,0-2-1 16,-5-16-29-16,-6-8 9 15,-5-10 1-15,-2-6-20 16,-1-9-6-16,-3-5 19 16,3 3 28-16,0 10 9 15,9 16 0-15,2 15 30 16,7 12 15-16,1 0 1 0,0 19-40 16,0 15 18-1,0 9 0-15,15 6-2 0,1-2 0 16,2-1 1-16,1-4-3 15,1-4-7-15,-2-6-2 16,-5-2-9-16,2-7 3 16,-6-5-5-16,0-7 0 15,-2-4-9-15,-2-5-48 16,-1-2-37-16,1-2-86 16,-4-16-251-16</inkml:trace>
  <inkml:trace contextRef="#ctx0" brushRef="#br0" timeOffset="12288.719">24778 7425 565 0,'0'0'117'0,"0"0"105"0,0 0-68 0,0 0-63 0,0 0-78 15,0 0 0-15,-21 58 58 16,33-17-28-16,1 2 3 16,1-2-9-16,-1-1-8 15,-6-5-10-15,-1-3-8 16,-1-5-5-16,-5-2-3 15,3-10-1-15,-1-4-2 16,-1-3-13-16,-1-6-29 16,0-2-33-16,0 0-18 0,0-1-3 15,0-13-105-15,-6-7-85 16,-5-4-113-16</inkml:trace>
  <inkml:trace contextRef="#ctx0" brushRef="#br0" timeOffset="12728.88">24647 7627 57 0,'0'0'391'0,"0"0"-316"16,0 0 35-16,0 0 12 15,0 0-29-15,108 25-24 16,-53-25-38-16,1-8-13 16,-2-8-5-16,-5-1-9 0,-10 1 2 15,-11 1-4-15,-15 5 1 16,-4 7 4-16,-9 3 25 15,-3 0 46-15,-19 0-75 16,3 12 2-16,2 6 6 16,7 2 3-16,10-2 6 15,0 3 7-15,4-3 1 16,14-6-2-16,6-3-10 16,0-5 1-16,1-4-5 15,2 0-9-15,3-3 3 16,-5-8-6-16,-1-6 2 15,-7 0 1-15,-7-5 1 16,-3 7-4-16,-5-4 4 16,-2 1-3-16,0 1 0 15,-11 2-1-15,-9 2 0 0,-7 5 3 16,-2 4-2-16,1 3 11 16,-2 1 0-16,0 0-1 15,6 0-10-15,-3 8-1 16,7 3-18-16,2 0-51 15,7-2-73-15,5-5-205 16</inkml:trace>
  <inkml:trace contextRef="#ctx0" brushRef="#br0" timeOffset="13179.642">26091 6909 666 0,'0'0'178'0,"0"0"-54"0,0 0-69 0,0 0 73 16,1 108-57-16,11-60-16 15,-2-1-5-15,0 0-8 16,-4-5-6-16,-1-3-11 15,0-1-7-15,-4-8-8 16,1-2-6-16,-1-7-1 16,1-7-3-16,1-4-5 15,1-6-38-15,7-4-52 16,2 0-15-16,5-17-94 16,0-12-133-16,3-8-334 0</inkml:trace>
  <inkml:trace contextRef="#ctx0" brushRef="#br0" timeOffset="13538.576">26367 6997 561 0,'0'0'117'0,"0"0"-12"15,0 0 8-15,-91 77-49 16,56-44-38-16,4 3-11 16,1-7-10-16,6-3-1 15,8-6-1-15,4-6-1 16,9-7-2-16,3-5-1 15,0-2 1-15,12 0 3 16,7 0 5-16,10 0-7 16,-2 0 0-16,-1 0 3 15,1 4 4-15,-2 7-2 0,-5 4 9 16,1 5 3-16,-6 1 6 16,-2 2 10-16,-2-4 8 15,0 1 9-15,2-8-10 16,3-1-1-16,3-7-6 15,7-4-9-15,4 0-11 16,7-11-4-16,0-8-7 16,0-3-3-16,-5-3-21 15,-8-3-54-15,-3 0-29 16,-9-1-98-16,-4-2-329 16</inkml:trace>
  <inkml:trace contextRef="#ctx0" brushRef="#br0" timeOffset="15521.31">21491 9563 718 0,'0'0'97'0,"0"0"54"0,0 0-82 16,0 0-50-16,0 97 75 15,9-44-39-15,7 6-7 16,-2-3-8-16,-2-5-9 16,0 1-12-16,-5-7-4 0,-4-1-9 15,-1-4-1-15,-2-4-1 16,0-6-2-16,0-5-2 15,0-5-4-15,0-9-23 16,0-8-39-16,11-3-42 16,8-10-22-16,0-19-102 15,-1-10-171-15</inkml:trace>
  <inkml:trace contextRef="#ctx0" brushRef="#br0" timeOffset="15878.974">21722 9729 497 0,'0'0'44'0,"0"0"37"0,-67 81 2 16,42-49-39-1,2 1-18-15,1-7-13 0,3 1-6 16,4-10-3-16,4-4-2 16,7-6-1-16,4-4-1 15,0-3-11-15,3 0-4 16,16-3 14-16,6-8 1 15,4 2 0-15,1 2 0 16,-5 7 1-16,-4 0-1 16,1 2 5-16,-4 15 7 15,-4 2 5-15,-5 5 4 16,-3 4 8-16,-1-2 21 0,-3 1-7 16,2-2-8-1,-1-5 1-15,2 0-17 0,1-5-10 16,4-3-6-16,2-6-1 15,7-6 4-15,3 0-6 16,8-3-49-16,-1-16-109 16,0-5-221-16</inkml:trace>
  <inkml:trace contextRef="#ctx0" brushRef="#br0" timeOffset="16066.635">22140 9795 731 0,'0'0'66'15,"0"0"82"-15,0 0-124 16,0 0-19-16,0 0-5 0,109-15-13 16,-85 15-111-16,-9 5-100 15,-11 10-208-15</inkml:trace>
  <inkml:trace contextRef="#ctx0" brushRef="#br0" timeOffset="16194.28">22226 9971 407 0,'0'0'124'0,"0"0"49"15,0 0-36-15,0 0-49 16,0 0-15-16,0 0-55 16,111-24-18-16,-63-2-48 15,-3-5-134-15,2 1-217 16</inkml:trace>
  <inkml:trace contextRef="#ctx0" brushRef="#br0" timeOffset="16449.721">22801 9458 722 0,'0'0'139'15,"0"0"20"-15,0 0-113 16,0 0-14-16,0 0 48 15,-6 74-19-15,9-36-10 16,-1 0-4-16,-1 4 1 0,-1 1-9 16,0-7-10-1,0 0-14-15,0-4-9 0,0-6-4 16,0-9-2-16,0-2-13 16,6-7-66-16,6-8-80 15,0 0-168-15,1-8-453 16</inkml:trace>
  <inkml:trace contextRef="#ctx0" brushRef="#br0" timeOffset="16800.956">22979 9536 645 0,'0'0'166'0,"0"0"-61"15,0 0 24-15,0 0-51 0,-53 85-27 16,53-56-13-16,8-5-17 15,8-1-10-15,5-7-3 16,0-3-3-16,0-8-2 16,0-3 4-16,2-2-7 15,-3 0-11-15,-4-11-8 16,-1-4 4-16,3-9 4 16,-6-2 2-16,-2-3-4 15,-2-2 4-15,-5 1 2 16,-3 1 5-16,0 2 2 15,-9 4 1-15,-3 6 0 16,-3 6 16-16,0 7 0 16,-1 4-14-16,-2 0-3 0,1 4-1 15,1 10-1 1,6 0-53-16,2 0-74 0,5-3-152 16,3-6-297-16</inkml:trace>
  <inkml:trace contextRef="#ctx0" brushRef="#br0" timeOffset="17169.943">23342 9463 734 0,'0'0'60'16,"0"0"103"-16,0 0-60 0,0 0-51 15,-62 84-30 1,62-64-12-16,4 0-5 0,11-3 0 15,5-4-1-15,0-2 0 16,7-8-1-16,0-3 1 16,-1 0-4-16,-1-10-7 15,0-10-4-15,-2-1 7 16,-4-4-2-16,-4-4-2 16,-7-2 6-16,-5-1 1 15,-3-2 1-15,0 0 0 16,-2 3 4-16,-12 3 8 15,-3 2 15-15,-1 12 10 16,-6 5-3-16,2 9-21 0,-4 0-11 16,-1 13-2-1,-1 8-1-15,8 8-29 0,6-3-64 16,6 3-59-16,8-8-235 16</inkml:trace>
  <inkml:trace contextRef="#ctx0" brushRef="#br0" timeOffset="17460.787">23874 9134 803 0,'0'0'77'0,"0"0"42"0,0 0-36 16,0 0-76-1,0 0 23-15,0 0-6 0,19 88 13 16,-8-52-4-16,-2 0-7 16,-1-1-6-16,1-6 6 15,-4-4-10-15,-2-3-8 16,-2-7-6-16,-1 0-2 16,0-10-2-16,0 0-51 15,0-5-56-15,0 0-45 16,0 0-92-16,0-13-421 15</inkml:trace>
  <inkml:trace contextRef="#ctx0" brushRef="#br0" timeOffset="17708.756">23863 9264 712 0,'0'0'96'16,"0"0"50"-16,0 0-34 15,81-9-51-15,-41-2-26 16,2-3-8-16,2-2-8 16,-3 1-4-16,-4-1-8 15,-4 1-3-15,-6 4-2 16,-3-1 1-16,-11 9-3 16,-7-1 1-16,-6 4-1 0,0 0-3 15,-6 4-82-15,-15 14-37 16,-10-2-303-16</inkml:trace>
  <inkml:trace contextRef="#ctx0" brushRef="#br0" timeOffset="18428.636">22865 10110 720 0,'0'0'68'0,"0"0"67"0,0 0-79 16,0 0-15-16,0 0-15 15,104-49-12-15,-72 59-4 16,-5 15-8-16,-8 1 3 16,-9 5-4-16,-10 2 0 15,0 0 2-15,-8-5 0 16,-15-1 4-16,-2-3-5 15,-2-4 0-15,0-7 1 16,2-4 0-16,5-5-3 16,-2-4 1-16,4 0 0 0,8-11-1 15,2-5 0-15,5-3 3 16,3-1-1-16,0 4-2 16,9-2 8-16,6 7-5 15,6 3 5-15,4 2 1 16,1 6 5-16,0 0 0 15,-3 0-7-15,2 12 6 16,-2 4-4-16,-1-1-1 16,-4 4-4-16,-3-3-3 15,-3-3-1-15,-2-2 0 16,2-7-10-16,3-4-86 16,3 0-106-16,-1-8-216 0</inkml:trace>
  <inkml:trace contextRef="#ctx0" brushRef="#br0" timeOffset="18839.61">23339 9978 743 0,'0'0'43'0,"0"0"77"0,0 0-3 0,0 0-60 15,0 0-28-15,0 0-19 16,-67 19 3-16,88-16 14 15,11-3-7-15,8 0-12 16,-1 0-3-16,-3-8-2 16,-7 1-2-16,-3 0 1 15,-10 3-2-15,-6-1 2 0,-5 3-2 16,-2-2 1 0,-3 4 0-16,0 0-1 0,0 0 0 15,0 0 2-15,-3 2 8 16,1 8-1-16,2 4 16 15,0 4-5-15,0 3 3 16,0 2 0-16,6 2-7 16,1 1 2-16,3 1-10 15,-4-3 3-15,3 1-7 16,-2-4-1-16,2-2-2 0,-1-6-1 16,-2-4 0-1,1-2-22-15,-1-5-60 0,-3-2-65 16,0 0-111-16,-3 0-206 15</inkml:trace>
  <inkml:trace contextRef="#ctx0" brushRef="#br0" timeOffset="19008.664">23456 10157 857 0,'0'0'114'16,"0"0"0"-16,0 0-49 15,0 0-39-15,104-61-21 16,-62 44-5-16,3 1-70 16,-5 0-170-16,-4 0-353 0</inkml:trace>
  <inkml:trace contextRef="#ctx0" brushRef="#br0" timeOffset="19448.444">23811 9931 733 0,'0'0'111'16,"0"0"55"-16,0 0-72 16,0 0-32-16,0 0-39 15,0 0-11-15,80-30-8 16,-67 49-1-16,-10 3-1 16,-3 3 0-16,0-3 2 15,-8 3 0-15,-7-3-2 0,-4-5 2 16,5-3-2-16,5-6-1 15,6-2-1-15,2-5 2 16,1-1-2-16,0 0-4 16,12 0-8-16,6-1 6 15,1-4-9-15,-4 4 9 16,1 1 4-16,-2 0-1 16,-4 0 3-16,2 1-1 15,-4 10 1-15,-1 2 0 16,-2 2 5-16,2 3 4 15,-3-1 5-15,-4 0 4 16,0 1 2-16,0-2 2 0,-11-1 0 16,-7 0-1-1,-6-2-11-15,0-1-3 0,1-3-4 16,0-4-2-16,5-5-1 16,3 0-36-16,10-8-51 15,5-11-137-15,0-8-391 16</inkml:trace>
  <inkml:trace contextRef="#ctx0" brushRef="#br0" timeOffset="19615.007">24150 9960 933 0,'0'0'121'0,"0"0"19"0,0 0-76 16,0 0-55-16,0 0-9 15,0 0-5-15,26 0-103 16,-13 0-227-16</inkml:trace>
  <inkml:trace contextRef="#ctx0" brushRef="#br0" timeOffset="19846.594">24482 9769 791 0,'0'0'103'0,"0"0"67"16,0 0-42-16,-50 83-48 0,50-52-22 15,0 0-25-15,0-1-7 16,4-2-10-16,3-3-7 16,-1-2-7-16,2-7-2 15,-3-5-5-15,2-4-48 16,0-5-64-16,1-2-89 15,2-2-174-15</inkml:trace>
  <inkml:trace contextRef="#ctx0" brushRef="#br0" timeOffset="20154.368">24678 9745 843 0,'0'0'51'0,"0"0"0"0,0 0 50 15,0 0-38-15,-14 74-38 16,14-51-4-16,5-2 4 16,7-1 7-16,7-4 1 15,3-5-5-15,0-1-3 16,-3-5-2-16,3 0-6 16,-4-3-7-16,-2 1-7 15,-3-1-2-15,-3 1 3 16,-6-1-4-16,-4 4 0 15,0 3 2-15,-4 1 0 16,-16 1 0-16,-2 0 3 16,-5 0-5-16,0 0-27 15,-3-2-69-15,1-5-109 0,-3-4-317 16</inkml:trace>
  <inkml:trace contextRef="#ctx0" brushRef="#br0" timeOffset="20297.877">24752 9697 725 0,'0'0'33'0,"0"0"52"15,94-80-27-15,-61 64-42 16,-2 9-16-16,-4 6-149 16,-7 1-311-16</inkml:trace>
  <inkml:trace contextRef="#ctx0" brushRef="#br0" timeOffset="20702.057">23154 10717 528 0,'0'0'0'16,"-135"56"-4"-16,101-37 4 16,18-8 59-16,16-8 12 15,27-3 25-15,30-6 12 0,28-18-17 16,25-9-37-16,25-7-13 16,23-5-15-16,20-3 0 15,13-1-2-15,8-2-11 16,-3-2 5-16,-13 3 1 15,-11 1-7-15,-22 6-4 16,-23 6 13-16,-22 3 12 16,-26 11 7-16,-17 3-5 15,-23 4 7-15,-16 7-14 16,-14 6-12-16,-9 1-6 16,0 2-10-16,-14 0-17 15,-11 4-48-15,-11 10-101 0,-6 0-168 16</inkml:trace>
  <inkml:trace contextRef="#ctx0" brushRef="#br0" timeOffset="20907.885">24617 10676 698 0,'0'0'197'16,"0"0"-168"-16,0 0 50 0,0 0-47 16,0 0-25-1,0 0-7-15,-3 10-47 0,14-10-291 16</inkml:trace>
  <inkml:trace contextRef="#ctx0" brushRef="#br0" timeOffset="21265.646">24997 10572 920 0,'0'0'15'15,"0"0"9"-15,0 0 44 0,0 0-27 16,-58 76-29-16,58-46 0 15,6-4-1-15,12-2 2 16,1-5-5-16,7-5 0 16,-1-10 4-16,6-1 2 15,-1-3-6-15,-3 0-3 16,-5 0-4-16,-2 0-1 16,-10 5 1-16,-3 2-2 15,-7 5 2-15,0 3 16 16,0 1 5-16,-7 0 3 15,-2-2-12-15,-4-3-8 16,-1-1-2-16,-2-6-3 16,-2-4-63-16,1 0-97 0,-8 0-236 15</inkml:trace>
  <inkml:trace contextRef="#ctx0" brushRef="#br0" timeOffset="21474.422">25094 10548 908 0,'0'0'70'16,"0"0"79"-16,0 0-64 16,0 0-40-16,0 0-37 0,97-56-4 15,-52 43-4-15,2 0-2 16,-8 2-74-16,-13 2-140 15,-10-2-342-15</inkml:trace>
  <inkml:trace contextRef="#ctx0" brushRef="#br0" timeOffset="21750.245">24714 10691 424 0,'0'0'453'16,"0"0"-351"-16,0 0 37 16,0 0-61-16,0 0 5 15,0 0-35-15,-6 108-8 16,6-65-26-16,3 1-4 15,11-2-5-15,2-6-5 16,9-6-28-16,2-12-101 16,-4-11-136-16</inkml:trace>
  <inkml:trace contextRef="#ctx0" brushRef="#br0" timeOffset="22658.802">24106 10878 366 0,'0'0'40'0,"0"0"33"0,0 0-17 15,0 0-11-15,0 0-38 16,0 0 23-16,45-27 42 15,-20 19-8-15,4-1 2 16,-2 4-4-16,1 5-5 0,-3 0-27 16,-5 7 1-1,-2 15 5-15,-8 6-13 0,-5 6 8 16,-5 1 2-16,0-1-7 16,-11-4 0-16,-8-2-8 15,1-7 0-15,0-5-5 16,7-6-6-16,4-7-1 15,1-3-3-15,6 0 10 16,0-3-7-16,0-11-6 16,15-1-3-16,7 3 2 15,1 2-1-15,-4 3 2 16,3 7 0-16,-8 0-1 16,1 7 1-16,-5 8 0 15,-4 5 0-15,-6 3 8 0,0 1 1 16,0 0 6-1,-16 0 6-15,-13 1 5 0,-8-2-10 16,-3-2-10-16,0-5-3 16,2-4-3-16,0-3-18 15,8-9-49-15,4 0-73 16,4-4-189-16</inkml:trace>
  <inkml:trace contextRef="#ctx0" brushRef="#br0" timeOffset="23079.787">23780 10961 510 0,'0'0'86'0,"0"0"-25"0,0 0 54 0,0 0-17 15,0 0-3-15,89 14-28 16,-45-18-21-16,0-7-11 16,-3-2-12-16,-7 2-12 15,-4 1-6-15,-11 4-3 16,-8 4 0-16,-7 0 0 16,-4 2-2-16,0 0-4 0,0 6 4 15,-15 8 5 1,3 4 8-16,-1 3 19 0,2 3 1 15,7 3-7-15,2 1 4 16,2 3 3-16,0 3-8 16,0 0-7-16,6 0-4 15,5-2-3-15,-1-3-7 16,0-5 0-16,-5-6-4 16,0-4-9-16,-1-6-43 15,-4-5-59-15,0-3-90 16,0 0-151-16</inkml:trace>
  <inkml:trace contextRef="#ctx0" brushRef="#br0" timeOffset="23255.718">23827 11133 497 0,'0'0'246'16,"0"0"-214"-16,94-28 55 15,-46 11-63-15,7 2-24 16,-6-1-3-16,-13 2-175 16,-12 6-321-16</inkml:trace>
  <inkml:trace contextRef="#ctx0" brushRef="#br0" timeOffset="23754.942">23450 11090 609 0,'0'0'62'0,"0"0"59"15,0 0-9-15,0 0-45 16,0 0-15-16,84-69-24 16,-70 87-12-16,-6 8-3 0,-5 5-5 15,-3-1 1 1,0 0 0-16,-6-3 1 0,-6-6-4 16,6-6-4-16,1-6 0 15,4-7-2-15,1-2 0 16,0 0 5-16,8 0-1 15,15 0 3-15,4 6-4 16,-2 4 4-16,4 4 16 16,-8 7-1-16,-3 3 5 15,-8 3-3-15,-10-1-3 16,0 1 11-16,-12-5-1 16,-16 2 0-16,-7-2-17 0,-2-7-1 15,-4-3-8-15,3-6-3 16,5-3-2-16,3-3-19 15,13 0-20-15,3-10-44 16,4-7-53-16,-1-2-139 16,4-4-534-16</inkml:trace>
  <inkml:trace contextRef="#ctx0" brushRef="#br0" timeOffset="24059.699">23171 11847 1031 0,'0'0'2'0,"0"0"11"0,0 0 10 16,157 3 24-16,-26-28-22 15,31-10-21-15,28-5 0 16,10-4 1-16,1 0-5 15,-7 5 7-15,-10-1-3 16,-11 1-2-16,-18 2 19 16,-16 2 23-16,-24 4-10 15,-27 5-4-15,-24 7-17 16,-30 6-5-16,-21 3-4 16,-13 6-4-16,-28 4-63 15,-33 0-156-15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46:58.633"/>
    </inkml:context>
    <inkml:brush xml:id="br0">
      <inkml:brushProperty name="width" value="0.05292" units="cm"/>
      <inkml:brushProperty name="height" value="0.05292" units="cm"/>
      <inkml:brushProperty name="color" value="#FFC000"/>
    </inkml:brush>
  </inkml:definitions>
  <inkml:trace contextRef="#ctx0" brushRef="#br0">5517 1653 509 0,'0'0'192'0,"0"0"-140"0,0 0 88 16,-67-76-45-16,62 72-28 15,2 4 22-15,3 2-83 16,5 23-3-16,13 13-3 16,4 10 16-16,2 3-9 15,-5 1-4-15,2-3 3 16,-3-4-5-16,2-3 1 0,-1-11-2 15,-3-5-50 1,5-13-70-16,-3-13-104 0,3-3-132 16</inkml:trace>
  <inkml:trace contextRef="#ctx0" brushRef="#br0" timeOffset="446.186">5718 1512 662 0,'0'0'93'0,"0"0"-68"16,0 0 2-16,14 87 52 16,3-38-11-16,0 5-19 15,1-7-22-15,-3-1-2 0,7-6-15 16,-4-4-3-16,-3-5-1 16,-4-7-1-16,-3-8-3 15,-5-5 0-15,-3-6 3 16,0-5-4-16,0 0 14 15,-7 0-4-15,-8-8-7 16,0-2 2-16,2-2-3 16,4 1-3-16,1 2 6 15,8 4-6-15,-3 4-2 16,3 1 0-16,0 0-7 16,3 0-2-16,18 0 11 15,6 0 1-15,6 0 4 16,0 0 10-16,1 0-10 15,0 0 3-15,-3 0-2 16,1 0 5-16,-8 0-1 0,3 0-3 16,-10 0-1-16,0-3-4 15,-4 0 5-15,-2-1-3 16,-2-1 0-16,4-2-4 16,-2-2-46-16,-2-2-73 15,-2-8-138-15,-4-2-440 16</inkml:trace>
  <inkml:trace contextRef="#ctx0" brushRef="#br0" timeOffset="649.744">6463 1512 712 0,'0'0'78'0,"0"0"33"16,0 0-16-16,0 0-72 15,0 0-20-15,0 0 0 16,26-4 3-16,-3 0-6 16,1 2-30-16,-5 2-110 15,-5 0-81-15,-7 13-147 16</inkml:trace>
  <inkml:trace contextRef="#ctx0" brushRef="#br0" timeOffset="795.096">6555 1698 442 0,'0'0'142'0,"0"0"27"0,0 0-26 16,0 0-32-16,0 0-32 16,0 0-34-16,85-13-29 15,-49-12-16-15,6 2-64 16,-5-6-133-16,2-3-218 16</inkml:trace>
  <inkml:trace contextRef="#ctx0" brushRef="#br0" timeOffset="1061.871">6900 1115 786 0,'0'0'89'16,"0"0"-35"0,0 0 0-16,0 0-42 0,0 0 46 15,-3 77 4-15,22-46 24 16,1-1-21-16,2 0-28 15,-1 2-17-15,-3-5 3 16,-2 2-6-16,1-2-7 16,-4-3-5-16,-1-2-3 15,-1-4 1-15,-3-4-3 16,0-5-5-16,-1-2-60 16,-2-5-48-16,2-2-92 15,4-14-173-15</inkml:trace>
  <inkml:trace contextRef="#ctx0" brushRef="#br0" timeOffset="1414.615">7161 1185 662 0,'0'0'72'16,"0"0"-4"-16,0 0 16 16,0 0-12-16,0 0-32 15,3 88-7-15,21-70 0 16,4-4-11-16,2-6-15 15,0-2-3-15,0-6 6 16,-5 0 0-16,-1 0-10 16,-6-10-2-16,-5-5 2 0,-5-2 3 15,-5-4 2 1,-3-1-2-16,0 0 1 0,-2-2-2 16,-10 1 8-16,-3 2 1 15,2 3 2-15,-2 2 17 16,3 5 5-16,0 4-10 15,2 4 2-15,-1 3-21 16,-2 0-6-16,1 0-2 16,-2 12-4-16,3 2-8 15,3 1-42-15,5-1-56 16,3-4-82-16,0-4-183 16</inkml:trace>
  <inkml:trace contextRef="#ctx0" brushRef="#br0" timeOffset="1780.128">7428 1074 519 0,'0'0'248'0,"0"0"-247"16,0 0 55-16,0 0 9 16,0 0-38-16,24 73-13 15,-9-58 1-15,4-3-5 16,-1-2 0-16,-1-5-3 15,-1-3-2-15,-4-2 1 16,-3 0-6-16,-2 0 0 16,-1-13 0-16,-4 0 6 15,-2-2 0-15,0-5-2 0,0 2 3 16,-11 0 9-16,-2-2 2 16,-4 4 22-16,4 3 5 15,-1 2 3-15,1 5 3 16,1 2-22-16,-1 4-16 15,2 0-13-15,-2 0-1 16,1 2 0-16,0 9-5 16,1 1-8-16,4 3-44 15,4-5-44-15,3-2-93 16,0-8-251-16</inkml:trace>
  <inkml:trace contextRef="#ctx0" brushRef="#br0" timeOffset="2141.154">7690 940 699 0,'0'0'45'0,"0"0"71"16,0 0-47-16,-29 75-29 16,29-57-18-16,0-2-9 15,12 0-4-15,1-5-4 16,-1-1 4-16,2-5-5 15,-1-4 4-15,-3-1 1 16,-2 0-2-16,4-4-2 16,-3-10-1-16,0-3 1 0,-4-5-1 15,-3 0 1 1,-2 1-3-16,0-1 3 16,-6 4 23-16,-6 5 24 0,-3 1-8 15,0 4 11-15,2 2-15 16,-5 5-27-16,6 1-12 15,-3 0-1-15,5 7-8 16,2 7-22-16,4 1-68 16,4-1-62-16,0-6-115 15,0-6-267-15</inkml:trace>
  <inkml:trace contextRef="#ctx0" brushRef="#br0" timeOffset="2748.12">7916 805 450 0,'0'0'349'16,"0"0"-304"-16,0 0 61 15,0 0 6-15,0 0-34 16,0 0-21-16,27 68-14 16,-15-57-18-16,-4 1-13 15,0-4-2-15,-2-2-7 16,-3 0 1-16,0-5-1 15,-3-1 1-15,0 0-3 16,0 0-1-16,0-5-3 16,-9-10-13-16,3-1 2 15,0 2 10-15,2 0 4 16,2 6 4-16,2 3 4 0,0 2-2 16,0 3-6-16,12 0-7 15,15 0 4-15,0 1 3 16,7 7 3-16,-4 3-2 15,-6-3 1-15,-3 0-2 16,-5-2-1-16,-7-2 1 16,-3-3 1-16,-1-1-1 15,-5 0-7-15,0 0 7 16,0-4 0-16,-5-11-23 16,-1-5 6-16,0-1 17 15,-1-3 0-15,5 1 7 16,2 4 11-16,0 3-8 15,0 3-6-15,6 6-4 16,3 3 0-16,8 3-6 0,0 1 3 16,1 0-1-16,2 0 4 15,-1 7 2-15,-2 4 0 16,-1-1 8-16,-3 0 1 16,-1-2-5-16,-1-1 0 15,-4 0-1-15,2-1-3 16,-5-2 3-16,1-2-5 15,-5-1-21-15,3-1-54 16,-3 0-85-16,3-1-86 16,-3-18-293-16</inkml:trace>
  <inkml:trace contextRef="#ctx0" brushRef="#br0" timeOffset="3097.428">8366 352 586 0,'0'0'99'0,"0"0"-3"0,0 0-84 0,0 0 22 15,0 0 24-15,32 93 22 16,-10-60-15-16,2 4 7 16,0 0 0-16,-5 3-20 15,-2 1-8-15,0-4 2 16,-6-2-2-16,5-2-10 15,-5-2-1-15,-4-5-2 0,1-3-12 16,-1-6-3 0,-4-5-1-16,2-2-1 0,-4-7-6 15,1-1-2-15,-2-2 3 16,0 0-5-16,0 0 7 16,0 0 3-16,0-3-14 15,0-9-5-15,0 5-42 16,-5-2-39-16,-11 5-83 15,-2 1-144-15</inkml:trace>
  <inkml:trace contextRef="#ctx0" brushRef="#br0" timeOffset="3819.87">5953 2523 743 0,'0'0'79'0,"0"0"71"0,0 0-74 0,0 0-72 0,0 0 18 0,89 78 62 16,-40-38-39-16,-7 1 2 15,-3 0-16-15,-4-2-22 16,-5 1-5-16,-7-3 1 16,-1-5-5-16,-4-5-36 15,-6-13-114-15,-6-10-209 16</inkml:trace>
  <inkml:trace contextRef="#ctx0" brushRef="#br0" timeOffset="4219.684">6403 2370 919 0,'0'0'4'0,"0"0"18"16,0 0 56-16,17 103-15 15,0-62-18-15,1-1-20 16,3-2-10-16,-3-3-7 16,-3-2-4-16,-3-6 0 15,-6-8-4-15,-2-5-9 16,-2-2-18-16,-2-8 3 16,0-4 9-16,0 0 12 15,0 0 0-15,-8 0-15 0,-1-4 2 16,-1-5-2-1,1 5 17-15,3-1 2 0,4 3 0 16,1 0 17-16,1 2 8 16,0-1-12-16,1-2-10 15,16-3 15-15,4 1 9 16,4-3 1-16,3-2-10 16,4-1-6-16,4-4-6 15,1 1-4-15,2-2-3 16,1 2-41-16,-6-1-120 15,-7 1-139-15</inkml:trace>
  <inkml:trace contextRef="#ctx0" brushRef="#br0" timeOffset="4415.051">7119 2217 514 0,'0'0'222'0,"0"0"-163"0,0 0 7 16,0 0-66-16,0 0 1 15,0 0-3-15,35 15-41 16,-12-12-131-16,-5 1-246 16</inkml:trace>
  <inkml:trace contextRef="#ctx0" brushRef="#br0" timeOffset="4555.057">7177 2441 598 0,'0'0'166'16,"0"0"-25"-16,0 0-52 15,0 0-11-15,0 0-22 16,0 0-56-16,115-43-8 16,-79 18-157-16,-5 4-302 15</inkml:trace>
  <inkml:trace contextRef="#ctx0" brushRef="#br0" timeOffset="5119.981">7540 1905 418 0,'0'0'251'0,"0"0"-96"0,0 0 7 0,0 0-61 16,0 0-56-16,0 0-45 16,13 12 18-16,4 13 42 0,1 3 15 15,1-2-21 1,3 3-12-16,-5-2-18 0,2-1-9 16,-4 1-4-16,0-1-10 15,-3-1 1-15,-2-5-2 16,-1-3-13-16,0-8-57 15,-1-6-54-15,4-3-55 16,-3-12-125-16,0-19-318 16</inkml:trace>
  <inkml:trace contextRef="#ctx0" brushRef="#br0" timeOffset="5462.751">7806 1895 725 0,'0'0'35'0,"0"0"20"15,0 0 39 1,-11 83-28-16,14-59-13 0,13 0-19 16,4-6-10-16,1-2-12 15,1-5-1-15,-2-4-4 16,0-4-6-16,0-3-1 16,-4 0-23-16,-1 0-8 15,-6-14 19-15,-1-3 12 16,-4-6 1-16,-2-3 4 15,-2-5-3-15,0 1 2 16,-2-1 3-16,-7 7 14 16,-3 6 17-16,-1 3 16 15,1 5-4-15,-3 6-20 16,4 3-25-16,1 1-5 16,-3 0-4-16,2 11-2 0,2 1-33 15,6 2-49-15,3 0-38 16,0-7-119-16,9-7-193 15</inkml:trace>
  <inkml:trace contextRef="#ctx0" brushRef="#br0" timeOffset="5837.527">8137 1733 731 0,'0'0'69'0,"0"0"91"0,0 0-82 16,-66 75-42-1,66-55-10-15,0 0 0 16,0 0-14-16,16-5 2 0,-2-2-3 16,2-2-2-16,-1-5-3 15,1-3-1-15,1-3 0 16,1 0 0-16,0 0-5 16,0-9-3-16,0-6-6 15,-2-3-11-15,-2-2 15 16,-3-3 4-16,-3 0 1 15,-5-2 4-15,-3 2 4 16,0 1 10-16,0 4 34 16,-14 3 1-16,-2-1-1 0,-1 4-31 15,0 4-15 1,0 2-6-16,2 6-2 16,-4 0-2-16,1 4-20 0,0 14-32 15,5 2-33-15,5 1-56 16,8-6-91-16,0-7-177 15</inkml:trace>
  <inkml:trace contextRef="#ctx0" brushRef="#br0" timeOffset="6212.901">8353 1610 764 0,'0'0'107'16,"0"0"48"-16,0 0-118 0,0 0-37 15,0 0 0-15,0 0 2 16,-12 62-1-16,24-42 0 16,6 2 1-16,-3-6-2 15,3-1-6-15,-5-5-4 16,5-6-11-16,-4-4 7 16,3 0-1-16,-3-4 10 15,5-12 3-15,-5 0 2 16,-3-5 2-16,-6 1 1 15,-2-2 6-15,-3 1 17 16,0 0 34-16,-8 3 8 16,-9-1-3-16,3 5-4 15,-4 2 0-15,2 3-30 0,-2 5-20 16,3 4-11 0,-3 0 0-16,-1 2-6 0,8 11-23 15,2 5-60-15,8-1-37 16,1-3-37-16,1-10-184 15</inkml:trace>
  <inkml:trace contextRef="#ctx0" brushRef="#br0" timeOffset="6536.186">8847 1359 373 0,'0'0'503'0,"0"0"-374"15,0 0-34-15,0 0-52 0,0 0-25 16,0 0-14-16,-66 65-2 16,65-45 1-16,1-1 0 15,0-2-1-15,0 0-2 16,0-2 4-16,0 0 0 16,7-3-2-16,2-2 4 15,0-2-3-15,3 2 3 16,3-2-2-16,0-3 1 15,4-2 1-15,-1-3 3 16,6 0-5-16,0 0-4 16,0-8-3-16,-1-10-22 15,-1-2-28-15,-2-5-76 16,-6-4-94-16,-1-3-255 0</inkml:trace>
  <inkml:trace contextRef="#ctx0" brushRef="#br0" timeOffset="7127.4">9065 1284 598 0,'0'0'193'0,"0"0"-70"16,0 0-62-16,0 0-35 15,0 0 4-15,0 0 38 16,13 35-15-16,-4-24-8 16,2-1-22-16,-3 0-10 15,-2-1-11-15,-3-3 3 16,-3-4-3-16,0 1-1 0,0-3 5 15,0 0 1-15,0-3-7 16,0-8-8-16,-3-8-6 16,0-1 11-16,3 2-2 15,0 0 5-15,0 8 3 16,0 3 3-16,0 3 11 16,12 4-17-16,6 0-1 15,2 0 0-15,4 9 1 16,-2 2 0-16,0 4 0 15,-5 0 1-15,-3-2 0 16,-6-1 1-16,-5-5-2 16,3 0 2-16,-6-4 0 15,0-3 0-15,0 0 4 16,0 0 9-16,-6-13-15 0,1-4-2 16,-5-4 0-16,3-2 1 15,1-1-2-15,6 1 3 16,0 2 0-16,0 3-2 15,3 4-5-15,10 4 3 16,-1 0 0-16,7 5-1 16,-2 2 0-16,1 3 2 15,0 0-2-15,-2 0 3 16,2 0 2-16,0 12 1 16,-6 0 2-16,6 3 3 15,-8-1-2-15,0 3 1 16,-5-1-4-16,1-5 2 15,-3 2-1-15,-3-6-2 0,0-3-22 16,0-4-79-16,0 0-50 16,0-4-210-16</inkml:trace>
  <inkml:trace contextRef="#ctx0" brushRef="#br0" timeOffset="7676.331">9536 749 736 0,'0'0'100'0,"0"0"72"0,0 0-93 16,0 0-37-16,0 0-31 15,0 0-5-15,79-37-5 16,-52 46-1-16,-3 8-5 15,-6 3-2-15,-2-1 7 16,-10 4 5-16,-6-2-1 16,0-2-2-16,0-6 3 15,-9-1-3-15,2-7 3 16,1-2-2-16,6-3 0 16,0 0 5-16,0 0-1 15,0 0-7-15,0 0-1 16,19-6-11-16,2-1 8 0,4 0 4 15,-2 5-2-15,4 2-5 16,-5 0 7-16,0 0 3 16,-4 0 4-16,0 9 9 15,-7 1 3-15,-1 3-4 16,-1 0 10-16,-8 1 0 16,1 2 2-16,-2-2 12 15,0-1 7-15,-5 4 0 16,-12-2-6-16,0-3-5 15,-5 0 3-15,0-4-8 16,-1-2-5-16,2-2-4 16,5-4 9-16,-1 0-17 15,-2 0-10-15,7 0-3 0,-6 0-10 16,-1-1-49 0,7-4-70-16,1-3-193 0</inkml:trace>
  <inkml:trace contextRef="#ctx0" brushRef="#br0" timeOffset="8562.199">6861 3343 764 0,'0'0'92'0,"0"0"81"0,0 0-66 0,0 0-65 15,0 0-28-15,0 0-6 16,6 96 38-16,15-53-12 16,-3 0 5-16,1 3-22 15,-2-1-9-15,-1-8-1 16,-1-2-6-16,6-12-1 16,-2-10-75-16,4-13-83 15,-1 0-189-15</inkml:trace>
  <inkml:trace contextRef="#ctx0" brushRef="#br0" timeOffset="8942.768">7138 3258 865 0,'0'0'58'16,"0"0"-43"-16,0 0 18 15,0 0 33-15,54 104-32 16,-33-67 4-16,3-2-15 15,-5-5-15-15,-4-1-5 16,-4-6 0-16,1-4-3 16,-6-8 0-16,-3-2-30 15,-3-8-9-15,0-1 20 16,0 0 19-16,0-1 0 0,-8-9-2 16,2 1 1-16,-4 0 1 15,7 1 0-15,1 5 2 16,1-1 10-16,1 3 5 15,0 1 0-15,0-2-12 16,3 0-5-16,13 1 11 16,1-3 10-16,5-2 3 15,3-1 3-15,4-2-4 16,2-2-9-16,2-1-11 16,1 1-3-16,-1-4-9 15,-3 3-106-15,-8-4-174 16</inkml:trace>
  <inkml:trace contextRef="#ctx0" brushRef="#br0" timeOffset="9141.416">7834 3062 815 0,'0'0'102'0,"0"0"-1"0,0 0-90 0,0 0-5 16,0 0 4-16,0 0-10 16,103-18-38-16,-81 15-143 15,-7 3-217-15</inkml:trace>
  <inkml:trace contextRef="#ctx0" brushRef="#br0" timeOffset="9297.579">7907 3271 554 0,'0'0'179'0,"0"0"6"16,0 0-58-16,0 0-7 16,0 0-37-16,0 0-53 15,89-37-24-15,-53 17-6 16,3 2-13-16,-8-2-93 16,-1-3-197-16</inkml:trace>
  <inkml:trace contextRef="#ctx0" brushRef="#br0" timeOffset="10137.262">8380 2666 642 0,'0'0'146'0,"0"0"55"0,0 0-110 0,0 0-83 16,0 0-8-16,0 0 52 15,67 103 4-15,-37-69-10 0,0-2-18 16,-5 0-11-1,3-4-12-15,-7-2 0 16,-4-5-2-16,-3-6-3 0,0-5-76 16,-2-10-105-16,1 0-258 15</inkml:trace>
  <inkml:trace contextRef="#ctx0" brushRef="#br0" timeOffset="10609.132">8800 2601 923 0,'0'0'75'16,"0"0"14"-16,0 0-33 0,0 0-27 15,-89 99-11 1,77-65-13-16,6-2-3 0,6-4 2 16,0-3-4-16,0-5-12 15,10-8-14-15,4 0-1 16,4-11-21-16,0-1-16 15,0-5 4-15,1-16 3 16,-1-8-16-16,0-5-33 16,-9-5 14-16,-2-2 15 15,-5-4 49-15,-2-2 22 16,0 3 6-16,-11 4 37 16,-3 9 60-16,0 3 42 15,-1 12 6-15,6 7-21 16,2 2-40-16,4 3-31 0,1 4-17 15,2 0-7-15,0 0-29 16,0 0-3-16,0 14-7 16,12 8 10-16,4 6 6 15,1 1 11-15,4 3 18 16,-3 4 0-16,1-2-4 16,2 1-6-16,-4-2-5 15,-3-6-9-15,-2-5-5 16,0-2-6-16,2-9-24 15,-4-5-67-15,5-6-95 16,-6 0-161-16</inkml:trace>
  <inkml:trace contextRef="#ctx0" brushRef="#br0" timeOffset="11232.057">8999 2460 461 0,'0'0'396'0,"0"0"-382"0,0 0 49 0,0 0 15 0,22 71-7 0,-5-47-35 16,2-1 0-16,-4-2-13 15,-3-6-17-15,-4 1 1 16,-1-6-2-16,-4-5-1 16,0 0-4-16,-3-5-3 15,0 0-4-15,0-2 3 0,0-16-35 16,-7-5-2-1,1-6 9-15,1-4 21 0,2 4 6 16,0 3 5 0,3 9 8-16,0 4 39 0,0 9 0 15,3 3-22-15,15 1-21 16,1 0 5-16,2 0 0 16,3 8 3-16,-4 5 3 15,-1 0-3-15,-4 0-1 16,-5-1-4-16,-2-1-6 15,-2-5 2-15,-5 0-2 16,1-6-1-16,-2 0-23 16,0 0-14-16,-2 0 25 15,-10-9-33-15,-1-7 20 16,5-4 10-16,1-6 10 0,2 4 5 16,5-1 13-16,0 0 9 15,0 3-16-15,17 2 1 16,2 3 0-16,2 5-5 15,0 3-2-15,1 5-2 16,-1 2 2-16,-4 0 1 16,2 5 14-16,-1 9 9 15,-2 1-1-15,-2 3-3 16,-2 2-2-16,0-1-5 16,-1-1-4-16,-5-1-7 15,2-3 4-15,0-4-6 16,-5-4-24-16,-2-3-58 0,-1-3-48 15,0 0-158-15,-4-3-417 16</inkml:trace>
  <inkml:trace contextRef="#ctx0" brushRef="#br0" timeOffset="11740.042">9476 1978 591 0,'0'0'167'0,"0"0"1"0,0 0-57 0,0 0-34 0,0 0-68 16,0 0-6-16,45-37 2 0,-18 37-4 15,0 13 1-15,-2 4 0 16,-7 3 2-16,-5 1-1 15,-8-1-2-15,-5-2 2 16,0-4-3-16,0-2 0 16,-6-7-5-16,-1-4-5 15,2-1 7-15,2 0 3 16,3-2 0-16,0-9-9 16,12-2-16-16,6 1 18 15,7 3 5-15,-1 1 0 16,1 6 1-16,-2 2 1 15,-1 0 3-15,-1 0 7 16,0 5 2-16,-6 5 6 0,-1 3 3 16,-6-1 12-16,1 0 7 15,-6 2-1-15,-3-2-5 16,0 3 4-16,-3-1 1 16,-17 6 2-16,-7-2-15 15,-6 0-6-15,-6-2-12 16,8-3-2-16,-2-5-4 15,6-5-2-15,3-1-47 16,0-2-114-16,5-5-288 16</inkml:trace>
  <inkml:trace contextRef="#ctx0" brushRef="#br0" timeOffset="15884.219">7540 4074 570 0,'0'0'280'0,"0"0"-254"0,0 0 79 15,0 0-26-15,0 0-67 16,0 0 7-16,0 0-11 0,30 72 43 16,-4-27-9-16,4-2-4 15,-7-3-13-15,4-2-12 16,-8-4-5-16,-1-6-2 15,-2-6-3-15,-5-9-3 16,-1-8-52-16,1-5-70 16,-1-9-74-16,-1-19-168 15</inkml:trace>
  <inkml:trace contextRef="#ctx0" brushRef="#br0" timeOffset="16296.652">7820 3924 734 0,'0'0'33'16,"0"0"-23"-16,0 0 59 16,36 75-10-16,-17-42 17 15,3-1-15-15,1 4-20 16,0-2-21-16,2-4-7 16,-5-1-7-16,-4-3-1 15,-6-3-5-15,-5-5-2 16,-2-7-31-16,-3-3-1 15,0-5-11-15,0-3 19 16,-3 0 16-16,-9 0-5 16,1-8 11-16,0-3 1 15,3 1 6-15,-1 0-3 16,7 3 2-16,-1 5 3 0,2 0 7 16,1 2 2-16,0 0-12 15,3 0 1-15,9 0 8 16,9 0 7-16,0-2 0 15,3-1-1-15,1 0 6 16,3-2-11-16,2-3-7 16,0-3-2-16,1 0 1 15,-1-3-4-15,-3 0-34 16,-4-1-44-16,-3 0-112 16,-5-3-157-16</inkml:trace>
  <inkml:trace contextRef="#ctx0" brushRef="#br0" timeOffset="16506.335">8432 3814 735 0,'0'0'47'0,"0"0"76"0,0 0-81 0,0 0-10 0,0 0 6 0,0 0-23 16,89-11-15-16,-62 6-57 16,-9 5-132-16,-10 0-186 15</inkml:trace>
  <inkml:trace contextRef="#ctx0" brushRef="#br0" timeOffset="16656.292">8538 4055 458 0,'0'0'209'0,"0"0"-93"16,0 0 60-16,0 0-121 16,0 0-45-16,0 0-7 15,97-83-3-15,-70 64-99 16,-3 3-238-16</inkml:trace>
  <inkml:trace contextRef="#ctx0" brushRef="#br0" timeOffset="16962.81">8850 3527 638 0,'0'0'60'0,"0"0"88"15,0 0-74-15,0 0-47 16,0 0-26-16,0 0 21 15,27 16 54-15,-8-2-13 16,5 9-7-16,-5 1 10 16,4 3-15-16,-4 4 2 15,-2-1-18-15,-1 2-12 0,-4-3-12 16,-3-3-4-16,-2-9-4 16,-2-5-3-16,-1-6-3 15,-1-6-66-15,-1 0-62 16,-2-10-99-16,0-17-559 15</inkml:trace>
  <inkml:trace contextRef="#ctx0" brushRef="#br0" timeOffset="17406.525">9172 3444 499 0,'0'0'179'0,"0"0"-107"15,0 0 54-15,-30 88-49 0,30-64-36 16,5 0-2-16,11-5-16 16,-1-2-11-16,4-2-2 15,-1-7-5-15,3-4 4 16,1-4-2-16,0 0 5 16,1-2-5-16,0-13 1 15,-4-2-2-15,-1-1 3 16,1-2-1-16,-7-1 1 15,-1-4-1-15,-1 3-4 16,-5-1 4-16,-5 0 5 16,0 0 28-16,0 1 8 15,-3 2 0-15,-6 3-9 16,-3 2-16-16,3 1-6 0,-6 6-7 16,0 4-8-16,2 0 2 15,-5 4-5-15,-5 0-1 16,0 5-4-16,0 14 3 15,-4 1 0-15,6 0 2 16,4-2 0-16,0-4 0 16,9 0-15-16,0-4-32 15,8-4-41-15,0-6-96 16,0 0-164-16</inkml:trace>
  <inkml:trace contextRef="#ctx0" brushRef="#br0" timeOffset="17728.758">9244 3120 257 0,'0'0'231'0,"0"0"-153"0,0 0 74 0,0 0-33 15,0 0-18-15,0 0 2 16,25 33 8-16,-1-33-24 16,-6 0-36-16,7-5-11 15,-1-6-7-15,3-2-14 0,-2-1-8 16,-1 3-6 0,0 1-4-16,-6-1 0 0,-2 6-1 15,-2 1-8-15,-7 1-26 16,1 0-51-16,-7-1-58 15,2-2-162-15,-3-3-418 16</inkml:trace>
  <inkml:trace contextRef="#ctx0" brushRef="#br0" timeOffset="18298.981">9615 2845 816 0,'0'0'33'16,"0"0"143"-16,0 0-92 0,0 0-30 15,0 0-44-15,0 0-3 16,69-46-2-16,-44 46-1 16,-4 0-2-16,0 11 1 15,-8 2 0-15,-5 6 3 16,-1-1-2-16,-7 0-1 15,0 2 1-15,0-2-1 16,-9-3 3-16,-1-4-6 16,1-5-4-16,0-1-6 15,0-3 1-15,9-2-4 16,-3 0 4-16,3 0 2 0,0 0-10 16,3-5-28-16,16-3 34 15,-2 1 9-15,4 0 2 16,-1 1-1-16,0 3 1 15,1 0-1-15,-3 3-2 16,-2 0 0-16,-1 0-1 16,-3 0 4-16,2 5 0 15,-4 5 4-15,-3 3 5 16,-1-1 2-16,-4 3 4 16,-2 2-4-16,0 0 4 15,0 1 4-15,0-3-7 16,-5 2 4-16,-7-3-3 15,-2 0 6-15,-3-1 1 0,-4 1-7 16,-1-3-5-16,0 0-5 16,-1-2 1-16,2-2-4 15,6-2-15-15,-3-2-48 16,9-3-61-16,-1 0-135 16,6-7-518-16</inkml:trace>
  <inkml:trace contextRef="#ctx0" brushRef="#br0" timeOffset="19057.742">10072 2859 795 0,'0'0'66'0,"0"0"37"0,0 0-64 0,0 0 42 16,0 0-1-16,0 0-16 15,67 79-24-15,-52-64-20 16,-3-1-11-16,-2-1-3 16,-3-2 0-16,-2-2-2 15,-2-4-1-15,0-2 2 16,0 0-5-16,-3-3-10 16,0 0-10-16,0-6 2 15,-3-9-12-15,-6-6 20 0,-1-3 4 16,2-3 3-1,5 3 6-15,3 1-2 16,0 7 2-16,0 1 6 0,0 3 2 16,9 7-10-16,6 1-1 15,0 4-3-15,6 0 2 16,0 0 1-16,0 9 4 16,-2 5-2-16,2-1 3 15,-5 2-1-15,1-4 5 16,-4 2-5-16,-4-3-1 15,-3-5-3-15,-3-2 1 16,-2 1 2-16,-1-4-3 16,0 0 0-16,0 0-2 15,0 0 2-15,0-9-10 16,-7-4 10-16,-3-3 0 0,2-3 1 16,1-2 0-1,5-1-1-15,1 0-1 0,1 2-2 16,0 2-6-16,1 4 1 15,8-2-1-15,2 6 7 16,-1 1-2-16,2 2 3 16,0 5-1-16,1-1-1 15,-1 3-3-15,6 0 4 16,-4 0 2-16,3 0 0 16,-1 10 2-16,-2-1 3 15,3 3-1-15,2 4 12 16,0-2 11-16,0 1-5 0,-5-1 13 15,-2 1-3-15,-1-2-2 16,-1-3-17 0,-5 3-6-16,-2-3-3 0,0-1-2 15,-3-2-2-15,0-2-34 16,0-2-45-16,0-3-69 16,0 0-117-16,-6-3-526 15</inkml:trace>
  <inkml:trace contextRef="#ctx0" brushRef="#br0" timeOffset="19642.075">10556 2298 815 0,'0'0'108'0,"0"0"45"0,0 0-73 0,0 0-42 0,0 0-22 16,39-73-4-16,-6 66-5 15,3 1-4-15,-3 6-2 16,-6 0 6-16,1 9 4 16,-6 7-7-16,-5 2-1 15,-5 4 0-15,-6 1 2 16,-6 0 0-16,0-3 2 15,-6 0 0-15,-9-5-2 0,0-3-1 16,0-2-2-16,3-4 0 16,6-3-2-16,1-3-2 15,1 0-1-15,4 0 0 16,0 0 0-16,0 0-6 16,0 0-23-16,0-6-1 15,15 1 21-15,0-3 5 16,1 2 5-16,-2 0 2 15,7 1-1-15,-1 4-1 16,0-2 2-16,1 3-3 16,-3 0 3-16,1 0 0 15,-1 0 0-15,-1 1 4 16,-4 6-4-16,-6 0 10 0,-1 1 10 16,-4-2 10-16,1-1 0 15,-3 1-12-15,0 4 7 16,0-1 2-16,-12 7-3 15,-15 3-2-15,-9 10-14 16,-7 5-5-16,-9 4-3 16,-11 5-56-16,-6 3-136 15,-5-8-875-15</inkml:trace>
  <inkml:trace contextRef="#ctx0" brushRef="#br0" timeOffset="25896.007">4826 1520 359 0,'0'0'20'0,"0"0"-13"0,0 0 39 0,0 0 1 0,0 0-15 16,0 0-19-16,0 0-13 15,23-5 0-15,-6 37 12 0,4 15 18 16,7 12-2-16,4 15 5 16,7 12-5-16,11 10-11 15,6 8-1 1,12 6-6-16,5 0 12 0,9 2-12 16,11 6-1-16,8 1 12 15,11-1 13-15,2 1-10 16,-1-3 1-16,0-3 4 15,-4 1 4-15,0 2-6 16,-6 2-5-16,-3 11-2 16,-6 2-8-16,-6 1-5 15,-1-1 1-15,-4-6-4 16,1-9 3-16,1-10-3 0,-6-8-3 16,0-10 1-16,0-12 2 15,-1-10-2-15,-1-8 0 16,-7-5 2-16,-5-6-4 15,-7-1 2-15,-6-6 0 16,-9-5-1-16,-3-6 0 16,-7-7 0-16,-3 3-1 15,-3-6 0-15,-2-1 1 16,-1 1-1-16,-2 2 0 16,-2 1 1-16,-2-2-1 15,-3 3 1-15,1-2-1 16,-2 1 0-16,-1-3-1 15,2 2 1-15,0 0 0 16,-2-1 1-16,2 0-1 0,0-1 1 16,0-2-1-1,-3 1 0-15,1-5-1 0,1-6 1 16,5-6 0-16,5-1 0 16,9 0 1-16,9-17-2 15,4-10-2-15,8-2 1 16,5-4-3-16,7-5 5 15,8-3-3-15,6 1 3 16,6 0 0-16,5-6 0 16,6 1 0-16,3-7 0 15,12-6 0-15,10-4 3 16,14-3-3-16,10 0 1 16,16-7-3-16,6 0 3 0,1-2-2 15,7 1 1-15,0 0 0 16,0-1 0-16,3-3 2 15,0 1-2-15,0-3-2 16,-7 0 1-16,5 0-1 16,-4-3 2-16,3 1 1 15,5 0 0-15,-1 3 2 16,-1 2-3-16,-7 7-2 16,-16 3 2-16,-11 2 1 15,-15 6 0-15,-18 6-1 16,-8 2 1-16,-13 3-1 15,-12 2 3-15,-8 2-3 0,-13 0-1 16,-5 3 1 0,-2 1 0-16,-6 2 1 0,-2 0 0 15,-9 1-1 1,-7-1 2-16,-9 1 1 0,-9-2-1 16,-9-3 2-16,0-2 3 15,-19-4-6-15,-16-2 7 16,-8-4-5-16,-5-3-3 15,-4-6 0-15,-6-9-2 16,-2-1-1-16,-5-6-6 16,-4-3-5-16,2-5 5 15,0-4 2-15,1 2 4 0,-2-4 2 16,-3-4-1-16,-3 0 1 16,2 2 2-16,0 2-2 15,0 10 2-15,-2-1-2 16,0-2 2-16,-1 0 4 15,3-2-5-15,4-4-4 16,1 0 1-16,0 3-4 16,0 1 6-16,-4-5-1 15,7 1 2-15,0 0 0 16,3 19 2-16,3 27-2 16,1 22 1-16,-1 20 2 15,-2 3-2-15,2 0 1 16,0 0-1-16,4 0 0 15,-3 0 0-15,2 0-1 16,2 0-1-16,-4 0 1 0,3 0 0 16,0 0 0-1,-2 0-1-15,5 0 1 0,-1 0-2 16,-7 0-1-16,-2 0-6 16,-3 0 4-16,1 0 5 15,2 0-4-15,0 0-2 16,-3 0 3-16,-4 0 3 15,-1 0-9-15,-6 0 9 16,-2 0 5-16,-3 0-5 16,0 0-10-16,-8 0 10 15,-3 0 1-15,-3 0 3 16,-9 0-4-16,-3 0 1 0,-1 0-1 16,1 0 0-1,-2 0-1-15,0 0 1 0,-3 0 0 16,-5 0 0-16,-5 0-15 15,-1 0 9-15,-4 0-10 16,-4 0 15-16,-1 16 2 16,-5 21 0-16,0 14 1 15,1 8-4-15,-1 3 4 16,-7 1-2-16,2 1 0 16,-3-1 0-16,-4-3 1 15,-1 3 2-15,4-6-6 16,-1 2 6-16,6-1-3 15,1-3 0-15,3 1 0 0,-1-2 2 16,6-2-2 0,-2 2 3-16,8-3 3 0,5-2-5 15,8-1 0-15,8-5 0 16,6 0-1-16,5-3 0 16,6-2 2-16,7-3 0 15,8-4-2-15,5 1 3 16,10-5 0-16,7 0 1 15,9-9-4-15,11-1 4 16,14-7-4-16,7-6 0 16,9-4-2-16,0 0-29 15,5 0-157-15,8-1-123 16</inkml:trace>
  <inkml:trace contextRef="#ctx0" brushRef="#br0" timeOffset="29230.036">5900 16904 496 0,'0'0'3'0,"0"0"2"0,0 0-1 0,0 0 4 15,0 0 0-15,0 0-3 16,0 0-5-16,-4-5-1 15,4 5-66-15,0-4-138 16</inkml:trace>
  <inkml:trace contextRef="#ctx0" brushRef="#br0" timeOffset="45766.468">22273 13078 483 0,'0'0'46'0,"0"0"-7"0,0 0 6 16,0 0-3-16,-100-52-9 15,78 53-2-15,2 20-7 16,-2 11-14-16,-2 14 6 15,3 15 5-15,-3 16-2 16,-6 19 13-16,0 16-4 16,2 19-12-16,0 7 3 15,2 7-6-15,7-6 3 16,8-11 7-16,7-8 3 16,4-7 7-16,4-3-2 15,19-2-7-15,7-1-11 0,4 0-3 16,5-3-7-16,1-7-1 15,6-15 1-15,6-15-1 16,-1-19-2-16,3-15-26 16,6-25-68-16,1-10-129 15,-2-39-313-15</inkml:trace>
  <inkml:trace contextRef="#ctx0" brushRef="#br0" timeOffset="46226.152">23115 12546 627 0,'0'0'9'0,"0"0"12"15,0 0 16-15,0 0-34 16,33 87 80-16,8-12-21 16,4 18-8-16,5 10-16 0,1 7-5 15,-2 4-17 1,8-2-1-16,-2-2-7 0,0 2 5 15,-5 9 5-15,-9-4 2 16,-9-1 6-16,-14-2 11 16,-10-7 2-16,-8-2-12 15,-4-5-10-15,-18-5-7 16,-10-11 0-16,-2-5-3 16,2-8-4-16,3-13 2 15,6-10-4-15,10-14-1 16,7-13-36-16,6-14-88 15,0-7-150-15,0-21-298 0</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48:45.198"/>
    </inkml:context>
    <inkml:brush xml:id="br0">
      <inkml:brushProperty name="width" value="0.05292" units="cm"/>
      <inkml:brushProperty name="height" value="0.05292" units="cm"/>
      <inkml:brushProperty name="color" value="#FFC000"/>
    </inkml:brush>
  </inkml:definitions>
  <inkml:trace contextRef="#ctx0" brushRef="#br0">15898 15066 558 0,'0'0'12'0,"0"0"-12"0,0 0 21 0,0 0 1 16,0 0 4-16,0 0-11 15,0 0-9-15,-42-48-3 16,42 48-3-16,0 0-20 16,0 3-38-16,0 8-77 15,0-6-139-15</inkml:trace>
  <inkml:trace contextRef="#ctx0" brushRef="#br0" timeOffset="767.388">15932 15244 312 0,'0'0'4'0,"0"0"-4"0,0 0 19 15,0 0 22-15,0 0 0 16,0 0 7-16,0 0-23 0,-48-20-8 16,48 19-9-16,0 1-7 15,0 0-1-15,0 0-33 16,9-2-163-16</inkml:trace>
  <inkml:trace contextRef="#ctx0" brushRef="#br0" timeOffset="20030.1">16042 7336 416 0,'0'0'21'0,"0"0"14"16,0 0 29-16,0 0-9 0,0 0 2 15,0 0 11 1,-88-83-37-16,66 70-2 0,-8 1-8 16,-3-1-4-16,-5-1 4 15,-1-1-10-15,-3 4-1 16,0-3 1-16,-1 2 1 15,-9-3 0-15,-5 1 6 16,-4 1-17-16,-3 2 3 16,6 1-1-16,-2 1 3 15,-1 2 4-15,-3-2 1 16,-4 6-6-16,-2 1-1 16,0-3-3-16,2 5 0 15,-3-3 0-15,1-1 0 16,-1 0 1-16,1-2 0 15,-2 2 1-15,-1-1-2 0,3 1 1 16,-2 1 1-16,2 2 2 16,3-1-3-16,9 2-1 15,5 0-1-15,3 0 1 16,1 0-1-16,2 3 1 16,0 3 0-16,0 4-1 15,0 3 0-15,-1 0 1 16,-1 4-1-16,-1-1 0 15,1 3 0-15,-3 2 0 16,1 0 0-16,-3 0 1 16,2-1-1-16,3 0 3 0,0-2-2 15,5 1 0 1,-3-1 0-16,0 4 3 16,-6 4-2-16,-2 2 1 0,1 3 0 15,3 0-3-15,6 0 2 16,5 4-2-16,3-1 1 15,-2 1-1-15,0 2 2 16,0 2-2-16,3-4 4 16,2 1-2-16,4-1 4 15,5-3-1-15,4 1-1 16,6-2 2-16,2-2 2 16,5-2 0-16,7-2-4 15,1-1 0-15,0-1 2 0,4-2-1 16,11 4 1-16,0 1 1 15,3 0-1-15,2 4 3 16,2 0-2-16,3 3 4 16,2 1-1-16,-3-1-4 15,3-1 1-15,1-2 1 16,-1-2-5-16,0-1 1 16,1-2 3-16,2 1-5 15,1-4 2-15,4 2-1 16,-1-1 0-16,5-3-1 15,2 3 0-15,0-3 2 16,-1 0-2-16,2 4 1 0,-2-4-2 16,1-1 1-1,2-2-2-15,0 0 1 0,3-2 0 16,4-4 1-16,0-3 1 16,2-3-1-16,2-4 3 15,4-1 0-15,4 3-2 16,-3-3 3-16,7 2-1 15,0 0 0-15,-2-1-2 16,1 3 0-16,1 1 1 16,3-3 0-16,1 3-3 15,4-1 0-15,1-4 3 16,-5 0-3-16,1 0-1 16,3 0 2-16,2 0-1 15,0 0 2-15,0 0-1 16,0-5-1-16,-4-1 0 0,-5 1 2 15,-2-2-2 1,-2 2-1-16,-3-1 0 0,-2 1 1 16,3-3 0-16,-1 0 2 15,1 1-2-15,2-1-1 16,-4 0 1-16,1 0-2 16,-2-1 1-16,-4 1 0 15,-1 1 0-15,-5 0 0 16,3 0 0-16,-3 0 0 15,1-3-1-15,-1-3 1 16,3-1 1-16,1-3 0 16,1-1-1-16,-2 0 2 0,-2-1-2 15,-7-1 1-15,1-1-1 16,-5 0 0 0,-1-1 0-16,-3-4 1 0,-1-1 0 15,-1-3 3-15,-6-5-4 16,-2-2 1-16,-2-2-1 15,-5 3 1-15,1 0 0 16,-8 1 0-16,0 3-1 16,-5-2 0-16,-5 2 1 15,3-1 2-15,-3-2-3 16,0 1 0-16,0 0 0 16,0-2-1-16,0 0 2 15,-3 3-2-15,-4 0 1 16,-2 0 0-16,-2 0 0 15,-3 4 0-15,0-2 0 0,1 2 2 16,-2 3-2-16,0-2 3 16,0 3 3-16,-6-4-4 15,0 0-2-15,-4 0-5 16,-4 1 3-16,3 3 2 16,-3-1 0-16,2 2 0 15,-2 0 1-15,0 3 0 16,-1-2-1-16,-1 3 0 15,-2 1-1-15,-3 2 0 16,-1 1 1-16,-4 3 0 0,-4 2 0 16,-4 3 0-16,-4 2 0 15,-4 6 2 1,1 0-2-16,-4 0 0 0,0 3-1 16,-2 10 1-16,-5 5 1 15,-4 6-1-15,-3 8-7 16,-4 9-18-16,-2-4-117 15,-7-10-187-15</inkml:trace>
  <inkml:trace contextRef="#ctx0" brushRef="#br0" timeOffset="27802.006">18698 7590 508 0,'0'0'68'0,"0"0"-40"0,0 0 32 16,88-81-13-16,-58 72-28 15,-3 8-7-15,-5 1-4 16,-1 16-4-16,-6 12 9 15,-8 6 12-15,-5 4 0 16,-2 1-1-16,0 0-7 16,-5-4-3-16,-8-6-1 15,3-1-3-15,2-9-8 16,-1-6 1-16,6-6-2 16,0-4-1-16,0-3-2 15,2 0-4-15,-1 0 4 0,1-6-26 16,1-1 25-1,0 0 1-15,0 2-5 0,4 4 5 16,9 1-3-16,1 0-2 16,4 0 7-16,0 12 16 15,1 5 3-15,-4 3 5 16,2 1 0-16,-7 3-3 16,-3-3 2-16,-1-1-4 15,-6 1 1-15,0-3 1 16,0 1 8-16,-14-2 3 15,-8-2 1-15,-3 1-4 16,-8-2-12-16,-7-3-8 16,0-1-1-16,-1-3-2 0,-1-7 1 15,3 0-3 1,4 0 3-16,5-2-3 0,5-10 3 16,5-2-6-16,3-2 2 15,3 2-6-15,6-1 3 16,3-1-5-16,5-1-24 15,5-3-36-15,20 1-38 16,14-5-120-16,5-6-204 16</inkml:trace>
  <inkml:trace contextRef="#ctx0" brushRef="#br0" timeOffset="28088.709">19511 7513 437 0,'0'0'185'0,"0"0"-89"0,0 0 27 15,0 0-61-15,0 0-36 16,0 0 26-16,-24 91-11 16,11-56-3-16,-1 2-7 15,4-2-16-15,1-1 2 16,2-2-12-16,2-7 0 15,0-3-3-15,1-2-2 16,4-5 0-16,0-3-32 16,-4-6-45-16,2-2-75 15,-1-4-101-15,-1 0 99 0,-1-11-253 16</inkml:trace>
  <inkml:trace contextRef="#ctx0" brushRef="#br0" timeOffset="28341.996">19326 7522 119 0,'0'0'323'0,"0"0"-229"15,0 0 12-15,0 0-89 16,0 0 39-16,0 0 17 16,63 69-9-16,-38-38 12 15,5 1-9-15,0-3-11 0,1-1-28 16,-1-3-8-1,0-2-10-15,0-3-6 0,-5-3-1 16,0-3-2-16,-4-4-1 16,-4-3-41-16,0-4-46 15,-1-3-75-15,1 0-49 16,-3-14-174-16</inkml:trace>
  <inkml:trace contextRef="#ctx0" brushRef="#br0" timeOffset="28605.511">19872 7377 676 0,'0'0'78'16,"0"0"-8"-16,0 0-48 16,0 0 82-16,-3 83-29 15,15-50-19-15,0-2 5 16,3-2-11-16,-2-2-20 15,0-3-11-15,-3-1-6 16,-1-4-9-16,0-1 0 16,-3-4-2-16,1-2-2 15,1-3-37-15,-4-4-64 16,2-5-80-16,6 0-90 0,-2-8-89 16</inkml:trace>
  <inkml:trace contextRef="#ctx0" brushRef="#br0" timeOffset="28986.555">20115 7447 688 0,'0'0'9'0,"0"0"36"16,0 75 24-16,0-46 8 16,10-4-31-16,7-2-18 15,2-5-14-15,0-6-9 16,3 0-3-16,-3-4 2 15,4-6-1-15,-1-2 2 16,2 0 1-16,0-7-6 16,-6-9 4-16,1-4-2 0,-5-2 1 15,-3-6 0-15,-3-3 0 16,-2-3 13-16,-5-3 16 16,-1 2-10-16,0 2 1 15,0 5 10-15,-4 6 5 16,-10 5-9-16,1 4-6 15,-4 4-11-15,0 8-11 16,-7 1-1-16,3 0 4 16,-4 10-4-16,1 4 0 15,6 0-22-15,6-1-36 16,6-5-34-16,4-4-25 16,2-4-105-16,0 0-117 15</inkml:trace>
  <inkml:trace contextRef="#ctx0" brushRef="#br0" timeOffset="29586.022">20563 6840 670 0,'0'0'59'0,"0"0"63"0,0 0-49 0,0 0-39 16,-81-27-22-16,65 37-12 15,-2 13 1-15,7 4 0 16,3 6-1-16,6 2 0 16,2-1 0-16,3-2 0 15,20-1 2-15,2-4 2 0,5-2 0 16,3-3-3-16,-1-4 0 16,0 1 3-16,-7-4-2 15,-3 2-2-15,-10 0 0 16,-4 0 0-16,-8 1 4 15,0 1 6-15,-14 0-1 16,-11 2 3-16,-8-2-1 16,2-2-10-16,0-5 0 15,4-5-2-15,5-5-6 16,9-2 2-16,4 0 3 16,8-13-2-16,1-5-5 15,0-6 9-15,12-3 2 16,9-2-1-16,-2-1 1 0,4-1-2 15,-1 1 0 1,-2 1 4-16,-3 3 6 0,0-1 9 16,-1 3 5-16,-2-3-13 15,-4 6 6-15,-3 2-1 16,-4 2 1-16,-3 2 4 16,0 1 6-16,0 4-11 15,-13 2 1-15,-3 2-15 16,-4 2 4-16,2 3-4 15,-4 1-1-15,0 0 1 16,1 7-4-16,1 5-3 16,4 5-40-16,3 4-43 0,5 2-19 15,2 2-119 1,4 2-211-16</inkml:trace>
  <inkml:trace contextRef="#ctx0" brushRef="#br0" timeOffset="30352.052">21130 7274 632 0,'0'0'94'0,"0"0"-19"0,0 0 60 0,0 0-80 15,0 0-20-15,0 0 36 16,-11 48-26-16,11-27-6 16,0 1-7-16,2 3-5 15,-1-4-8-15,4 0-13 16,-5-4-2-16,0 0 0 16,0-7 0-16,0-5-1 15,0-2-3-15,0-1-2 16,0-2 2-16,0 0 0 15,-6-10 6-15,-6-10-6 16,5-7-8-16,1-5 4 0,3-2 4 16,3 0-4-1,0 7 0-15,4 6 2 0,8 7 1 16,1 4 1-16,1 6-3 16,5 4-2-16,5 0 4 15,0 11 1-15,3 6 3 16,-2 1-3-16,-2 4 3 15,-3-2-3-15,-5 0 0 16,0-3 0-16,-7-1 1 16,-2-6-1-16,-5-5 0 15,1-1 0-15,-2-3-1 16,0-1-4-16,0 0 0 16,0 0 5-16,-6-6 4 15,-2-8-4-15,0-2-10 16,5-4 1-16,3 1 5 0,0-2 1 15,0 4 3-15,8 1-1 16,3 3 0-16,2 0-1 16,4 6 2-16,-2-4 0 15,2 8 0-15,3 1-2 16,-7 1 2-16,2 1 0 16,0 0 0-16,-1 4 3 15,-1 9-2-15,-1 2 1 16,0 2-2-16,-6 3 2 15,-2 2-1-15,-4 1 3 16,0-1-4-16,0 2 4 16,-4-4-4-16,-6-2 0 0,-1-2-5 15,5-4-48-15,0-5-83 16,4-7-135-16,2 0-194 16</inkml:trace>
  <inkml:trace contextRef="#ctx0" brushRef="#br0" timeOffset="30674.378">21748 6814 449 0,'0'0'300'0,"0"0"-151"0,0 0-24 15,0 0-82-15,0 0-25 16,0 0 32-16,0 99 9 0,0-51-3 15,3 2-24-15,3 3 8 16,-1-5-5 0,-3 1 0-16,4-2-10 0,-3-2-11 15,-2 1-6-15,1-4 0 16,-2-5-6-16,0-4 0 16,0-6-1-16,0-9 0 15,0-6-1-15,0-4 0 16,2-5-17-16,-2-3-27 15,3 0-34-15,3 0-27 16,4-18-64-16,5-10-305 16</inkml:trace>
  <inkml:trace contextRef="#ctx0" brushRef="#br0" timeOffset="31047.878">22030 7078 571 0,'0'0'83'0,"0"0"58"15,0 0 17-15,0 0-58 16,0 0-56-16,0 0-35 16,-17-27 4-16,5 46-9 15,3 4-4-15,6-2-7 16,3 1 5-16,0-2 2 16,3-2 5-16,8-3-4 15,4-1 2-15,-3-1-3 0,1 0 3 16,1-1-3-16,-7 0 0 15,6 0 0-15,-5 1 0 16,-2 0 0-16,4 0 2 16,-7-1 15-16,0 1 12 15,-3-1 9-15,0 0-1 16,0 0-5-16,-3 0 0 16,-12 1 1-16,-4 0-10 15,-7-2-7-15,-2 2-2 16,-2-4-9-16,-1 1-5 15,0-3-13-15,1-1-103 16,0-6-141-16,6 0-761 16</inkml:trace>
  <inkml:trace contextRef="#ctx0" brushRef="#br0" timeOffset="42641.024">11355 12953 194 0,'0'0'4'0,"0"0"0"0,0 0 13 0,0 0 38 0,0 0 15 15,0 0-9-15,0 0-9 0,-39-33-10 16,39 31-12-16,0 2-5 16,0 0-15-16,0 0-8 15,0 0-2-15,7 0 0 16,7 0 7-16,7 0 4 16,4 3 3-16,3 2 5 15,1-3-1-15,5 2 1 16,-1-3-4-16,3-1 1 15,3 0-1-15,-1 0-4 16,4 0-3-16,3 0 1 16,5 0 0-16,3 0 3 15,2 0 0-15,-1-3-7 16,-4 1-3-16,0 1 5 0,-3 1-4 16,-3 0 1-1,2 0-3-15,0 0 1 0,5 0 2 16,1 0-2-16,0 0 1 15,4 0 1-15,2 0-2 16,-5 0 1-16,3 0 0 16,-7 0-3-16,-2 0 1 15,-3 5 0-15,-4 0-1 16,-1 2 0-16,-3 0 1 16,-2 0-1-16,5-1 1 15,1 1 2-15,8 0 2 16,4-2-2-16,5-1 3 15,1 1-5-15,3-2 3 16,-1-1-3-16,1 1-1 0,-1-1 1 16,2-1 0-16,1 0 0 15,1-1 2-15,2 3 1 16,-5 0 2-16,-3 3-2 16,2 0-1-16,0 1 0 15,-2-1-1-15,1 0 0 16,-2 0 1-16,-2-3 0 15,-2 1-2-15,-3 0 0 16,4-3 5-16,2 2 2 16,3-1 4-16,-1-2 0 15,0 0-4-15,-3 0-3 16,5 0-1-16,-2 0-2 16,3-2 0-16,1-5 2 0,-1 2-4 15,-3 1 2-15,-3-1 0 16,-3 3-1-16,-1-2 1 15,-4 3 2-15,-1 1-2 16,-3-1 1-16,1 0 0 16,0-1 1-16,0-1-2 15,-3 0 3-15,-2-1-1 16,1 1 2-16,-4-2-3 16,1 0 2-16,-3 0-3 15,1-4 3-15,-1 0-1 16,2 0 2-16,-1-7-3 15,0 4 0-15,-2-5 0 0,-1-2 2 16,1-1-3 0,-3 2 1-16,3-1-1 0,-3-1 1 15,1-3-3-15,2 3 1 16,0-2 1-16,-3-3 0 16,-2 0 1-16,-4-3 2 15,-3-1 0-15,-2-4 0 16,-5-2 1-16,-3-3-1 15,-6-6 1-15,-5-3-4 16,0-1-1-16,-1-1 0 16,-16-2-1-16,-4-4 1 15,-3 0-1-15,-4 0 0 16,-3 3 0-16,-2 1 1 16,-2 5-1-16,3 0 2 15,-1 4-2-15,0 3 0 0,2-1 0 16,-1-2 0-16,-3 7 0 15,-3-2 0-15,-2 3 1 16,-2 0-1-16,-4 5 1 16,-3 0-1-16,-2 4-3 15,-1 2 3-15,-6 4 0 16,-3 0 0-16,-7 3 0 16,-3 1-1-16,-5 0 1 15,1 0-1-15,-4 1 0 16,4 2 1-16,-4 0 3 15,-1 4-3-15,-4 1 0 16,-2 7 1-16,-5 0-1 0,-2 0 0 16,1 0-1-16,-1 7 0 15,2 5 0-15,2 4 1 16,-2 0 0-16,1-1 0 16,0-4 0-16,1 2-1 15,-2-3 1-15,-2 0 0 16,1 0 3-16,-4 0-3 15,0-2 0-15,0 4 0 16,4-1-1-16,2 3 1 16,2 1-1-16,-2 2 0 15,-4 3 1-15,-2-3 0 16,-1 0 0-16,-2-5 0 16,5 1-1-16,0-1 2 0,0-1 0 15,2 0 0-15,-2 1-1 16,4-3 0-16,5 0 1 15,0-2-2-15,0 1-1 16,0-1 2-16,-1 0-1 16,-1 0 1-16,6 1 0 15,4-4-1-15,2 7 1 16,4-2 0-16,5 2 0 16,-1 1 0-16,3 2 0 15,4 2 0-15,2 0 1 16,7-2-1-16,3-1 0 15,3 2-2-15,-1 6 2 0,6 3-4 16,-3 3 4-16,4 2-1 16,2 1-1-16,1 0 1 15,3 1 1-15,3 1 0 16,-1 1-1-16,4 1 1 16,5 1-1-16,1 0 1 15,10 2-1-15,2 1 1 16,5 1 0-16,4 0 0 15,0 4 2-15,1-2-1 16,14 3 1-16,8-2 0 16,0-1 0-16,4-7-1 15,-1-3 2-15,8-4-1 16,0-4 0-16,-1-1 2 0,0-2-1 16,1-2 1-16,2-1-4 15,-3 0-86-15,-5-4-152 16,-8-7-324-16</inkml:trace>
  <inkml:trace contextRef="#ctx0" brushRef="#br0" timeOffset="43239.846">11414 12121 407 0,'0'0'62'0,"0"0"55"0,0 0-65 0,0 0-42 0,0 0-3 0,0 0 49 16,3 13-17-16,12-7-7 15,8-4-3-15,8-2 9 0,11-7 4 16,19-21-6 0,21-17-16-16,20-13-13 0,18-10-2 15,9-1-4-15,-5 0-1 16,-11 8-22-16,-18 9-75 16,-24 11-96-16,-24 12-179 15</inkml:trace>
  <inkml:trace contextRef="#ctx0" brushRef="#br0" timeOffset="43557.398">12196 12132 75 0,'0'0'428'0,"0"0"-424"16,0 0 36-16,0 0 17 16,0 0 11-16,0 0 18 15,75 6-9-15,-15-34-41 16,12-9-22-16,8-4-8 15,6-8-2-15,2-2-4 16,-1 1-52-16,-8 1-109 0,-6 7-188 16</inkml:trace>
  <inkml:trace contextRef="#ctx0" brushRef="#br0" timeOffset="43897.589">12948 12098 426 0,'0'0'7'0,"0"0"6"15,0 0 73-15,0 0 0 16,0 0-43-16,0 0-23 16,98-46 0-16,-35 15-5 15,6-5-11-15,6-3-4 16,2-3-65-16,-2 2-226 15</inkml:trace>
  <inkml:trace contextRef="#ctx0" brushRef="#br0" timeOffset="44313.18">13685 12218 551 0,'0'0'19'0,"0"0"7"0,0 0 49 0,0 0-34 0,0 0-12 15,85-47-18 1,-43 24-8-16,6-1-3 0,2-3-32 16,-3-3-154-16</inkml:trace>
  <inkml:trace contextRef="#ctx0" brushRef="#br0" timeOffset="44710.058">14016 12240 224 0,'0'0'22'15,"0"0"-11"-15,0 0 20 0,0 0 9 16,0 0 11 0,0 0-28-16,106-61-18 0,-70 42-5 15,0-4-16-15,0-4-177 16</inkml:trace>
  <inkml:trace contextRef="#ctx0" brushRef="#br0" timeOffset="45671.341">14612 12069 326 0,'0'0'53'0,"0"0"-1"0,0 0 24 16,0 0 1-16,0 0 0 16,0 0 14-16,7-4-15 15,11-9 11-15,12-5-48 0,16-6-28 16,7-7-7-16,8-2-4 15,1-1-29-15,-2 1-126 16,-9 1-195-16</inkml:trace>
  <inkml:trace contextRef="#ctx0" brushRef="#br0" timeOffset="45981.026">14989 12115 293 0,'0'0'41'0,"0"0"-17"16,0 0 54-16,0 0 64 15,0 0-13-15,0 0-31 16,17 3-37-16,11-20-32 16,6-2-14-16,6-2-10 15,2-2-5-15,0 0-8 16,3-2-85-16,-5-1-150 0,-4-3-264 16</inkml:trace>
  <inkml:trace contextRef="#ctx0" brushRef="#br0" timeOffset="46235.167">15499 12032 402 0,'0'0'4'0,"0"0"36"0,0 0 73 16,0 0 24-16,0 0-15 16,0 0-1-16,96-29-71 15,-41-7-32-15,12-8-18 16,20-8-9-16,13-11-145 16,9-10-394-16</inkml:trace>
  <inkml:trace contextRef="#ctx0" brushRef="#br0" timeOffset="62346.509">15380 13830 257 0,'0'0'6'0,"-57"-79"-6"0,29 41 2 16,-9 1 17-16,-2 5 30 0,-6 6-16 15,-9 3-16 1,-4 4-3-16,-7 4 9 16,-6 0 0-16,-8 1 2 0,-2 1 4 15,-3 2-4-15,-6 0 0 16,-4 3-17-16,-7 1 1 16,-7 2 2-16,-5 5-7 15,-8 0-1-15,-6 0-2 16,-10 3 5-16,-6 12 3 15,-9 4-1-15,-8 8-5 16,-4 7 2-16,0 9 3 16,3 7 18-16,6 6-2 15,5 6 3-15,3-2-10 16,5 5-12-16,2 2 10 16,4 3-10-16,10 4-2 0,18-1 11 15,21-7-6-15,17-3 1 16,9-3-7-16,10 6 2 15,-1 0-3-15,9 4 1 16,5 4-1-16,7 2-1 16,7 3-3-16,6-1 2 15,9-3 0-15,5-9 2 16,4-9-1-16,0-3 2 16,13-3-2-16,11 0 0 15,4 1 1-15,4-1 4 16,3-3-2-16,10-1-1 15,4-3 2-15,8-4-3 0,9-3 1 16,19-6-2 0,15-8 2-16,18-4 1 0,19-9-1 15,11-7 1-15,4-3-3 16,3-3 3-16,-1-15-1 16,-5-2-1-16,4-4 1 15,4-3 2-15,7-6-2 16,15-6-1-16,2-5-1 15,-2-6 0-15,-7 0 1 16,-1-6 3-16,-7 2-3 16,-3-4 1-16,-1-2-2 15,-12-1 0-15,-14-6 0 16,-16-3 1-16,-15-1 0 0,-17-2-1 16,-13 0 5-1,-11-3-4-15,-12-8 1 0,-13-6 3 16,-10-8 0-1,-13-7 1-15,-14-3 0 0,0-2 8 16,-18-2 7-16,-16 2-5 16,-11 6 0-16,-12 8-5 15,-13 13 0-15,-15 11 1 16,-9 8-11-16,-11 7 7 16,-3 9-1-16,-1 7-1 15,-5 9-2-15,0 12-3 16,-6 7-1-16,-2 13 0 15,-5 0-1-15,-6 13 1 16,2 12 0-16,-2 5 0 16,9-1-4-16,15 4-17 0,15 1-8 15,14 3-59-15,14-1-22 16,8-6-140-16</inkml:trace>
  <inkml:trace contextRef="#ctx0" brushRef="#br0" timeOffset="66517.432">25371 6005 399 0,'0'0'164'0,"0"0"-163"16,0 0-1-16,96 17 8 16,-32-11 7-16,21 2 12 15,12 2 7-15,15 4-6 16,8 1-5-16,8-1-14 16,6-1-3-16,14-2 5 15,2-4 8-15,7-4 11 16,10-1 5-16,3-2-7 15,14 0 10-15,5 0-15 16,1 0-2-16,2 3-10 0,-5 2 3 16,-2-2-8-16,-5 2 6 15,2-1 1-15,0-1-6 16,-1-1 0-16,-1 0-6 16,-5-2 4-16,-2 0-5 15,-12 0 4-15,-7 0-1 16,-10 0-3-16,-8 0 2 15,-2-7-1-15,-2-3 2 16,-4-4 3-16,-4-2-2 16,-6-1 0-16,-11-6-2 15,-2-4-1-15,-13-7-1 16,-7-9-1-16,-10-3 1 0,-5-9 2 16,-6-8-2-1,-7-4 0-15,-5 0 0 0,-9-3 2 16,-8 5 0-16,-13 1-2 15,-14 0-2-15,-8-4 1 16,-17 6-2-16,-25-6-1 16,-16 0-2-16,-21-2 3 15,-12-2 3-15,-11 3 6 16,-11 4 0-16,-5 4-5 16,-2-1 0-16,-4 2 3 15,0 2-4-15,0 1-2 16,-1 11 2-16,-2 8 0 15,-5 4 1-15,-8 4-2 16,-18 5 1-16,-12 5 0 0,-12 2-1 16,-6 3 1-16,6 3-2 15,3 2 2-15,9 6 0 16,0 4 1-16,-5 0-1 16,-10 0 0-16,-9 5-1 15,-4 10-1-15,-2 2 2 16,-7 6 0-16,-5 7 2 15,-8 6-2-15,-4 6 0 16,7 3 0-16,12 6 1 16,22 4 2-16,25 0-1 15,20 1 3-15,11 1-4 0,11 2-1 16,10 3-1-16,6 6 1 16,14 1 4-16,14 2-2 15,11 3 1-15,15 2-1 16,17 6 2-16,15 3-1 15,14 2-1-15,10 5 1 16,32 1 4-16,17-1 1 16,22-7 1-16,23-14 3 15,23-5 2-15,33-14 13 16,23-11 16-16,32-13-19 16,25-13-18-16,16-13-5 15,16-2-1-15,4-13-3 16,0-18-97-16,-11-17-162 15</inkml:trace>
  <inkml:trace contextRef="#ctx0" brushRef="#br0" timeOffset="68568.607">9324 7074 536 0,'0'0'0'0,"0"0"-5"0,0 0 5 0,0 0 13 15,0 0-13-15,0 0 13 16,0 0 2-16,-21-18 6 16,67 16 3-16,13 2-9 15,14 0-8-15,6 0 2 16,11 0 7-16,11 14 1 15,5 6 5-15,7 4 4 16,5 7-3-16,2 0-11 16,8 1-1-16,9 1 2 15,6-2-6-15,12-5-2 16,5 2-4-16,1-7 0 16,2-2-1-16,-1-5 4 0,1 2-3 15,10-7 2-15,5-3 0 16,14-2-2-16,2-2 0 15,-3 1-1-15,-7 3 1 16,-4 3 0-16,-6-3-1 16,-6 1 2-16,2-7 2 15,-2 0-4-15,-2 0 0 16,-1-7 0-16,-6-5 2 16,-6 0-2-16,-2 1 1 15,-9 0 0-15,0-4-1 16,-4 1-1-16,-2-5 1 15,-5-4 0-15,-4-4 1 0,-10-1-1 16,-9-3 4-16,-8-2-3 16,-7-2 0-16,-5-4-1 15,-13-7 0-15,-8-7 4 16,-17-10 0-16,-12-5-4 16,-10-4-2-16,-10-3-7 15,-9 1 9-15,-8-2 2 16,-1 5-2-16,-3-4-4 15,-19 0 3-15,-8 0 2 16,-9 2 12-16,-4 2-13 16,-8 6 7-16,-7 3 2 15,-4 4-1-15,-7 3-7 16,-7 1-1-16,0 2 0 0,-12 2 0 16,-8 4-9-1,-9 8 9-15,-9 5 0 0,-9 4 1 16,-3 1-1-16,-10 4 3 15,0 6-3-15,-1 2 1 16,-3 6-1-16,-3 7 0 16,-3 3-1-16,-10 0 1 15,-2 2-1-15,-5 13 0 16,-2 2 1-16,-2 6 3 16,-2 3-3-16,-10 2-3 15,0 6 1-15,-4-2 1 16,-1 6 1-16,7 0 0 15,8 3 2-15,5 1-2 16,0 1-1-16,3-1 1 0,-2 0 0 16,-4 1 1-16,7-3-1 15,-4 4 2-15,12-2 0 16,4 4-2-16,14-3-1 16,16 0 1-16,8-2 0 15,14 0 0-15,8-4 0 16,6 5 0-16,5-2 0 15,5 9-3-15,0-1 1 16,2 4 0-16,8 3 2 16,2 0 8-16,12-1 2 15,8 3-3-15,20 1 11 16,10 2-3-16,10-3-7 0,4 1-1 16,22-4 9-16,15-2-2 15,9-2-10 1,10-4 6-16,9-4-10 0,15-7 7 15,17-8-7-15,18-9 0 16,19-13 2-16,13-5-2 16,7-5-96-16,-1-27-128 15</inkml:trace>
  <inkml:trace contextRef="#ctx0" brushRef="#br0" timeOffset="73920.805">28060 2775 606 0,'0'0'30'0,"0"0"-30"0,0 0 0 16,-33 92 3-16,33-43 15 15,0 5 16-15,9 4 9 16,12 3 16-16,9 2-9 16,-2 2-17-16,5 0 4 15,-3 1-20-15,1-1 0 16,-1-1 1-16,-2-1-3 15,-1-1 6-15,-2-1-8 16,-2-5 1-16,-1-6-5 16,-2-8-3-16,-4-5 3 15,-1-5-3-15,0-5-1 16,-2-4-4-16,-4-5 1 16,0-3 0-16,-2-5 1 0,0-4 0 15,-4-1-3-15,0-5-3 16,-2 0-26-16,-1 0-12 15,0-11-22-15,0-10-126 16,-3-8-184-16</inkml:trace>
  <inkml:trace contextRef="#ctx0" brushRef="#br0" timeOffset="74243.555">28241 2783 373 0,'0'0'3'0,"0"0"0"0,-88 33 8 0,56 2 22 15,5 7 38-15,4 6-10 16,4 1-25-16,2 2-13 16,-1-5-8-16,3-3-5 15,1-7-6-15,0-4 2 16,0-7-6-16,1-9 0 0,-1-6-33 16,1-10-114-16,1-3-160 15</inkml:trace>
  <inkml:trace contextRef="#ctx0" brushRef="#br0" timeOffset="74507.49">28039 2769 654 0,'0'0'2'0,"0"0"11"16,0 0 45-16,54 94-17 0,-29-56 9 15,4-3 6-15,-1-1-17 16,2-4-6-16,-1-3-18 16,0-6-6-16,1-2-3 15,-4-3-4-15,3-5 2 16,0-2 0-16,-3-3-4 16,0-4-38-16,-4-2-82 15,-10 0-74-15,-12 0-240 16</inkml:trace>
  <inkml:trace contextRef="#ctx0" brushRef="#br0" timeOffset="75101.053">25449 2809 691 0,'0'0'42'0,"0"0"84"0,0 0-25 0,0 0-33 16,0 0-40-16,0 0-22 16,27 27 36-16,1 15 9 15,1 11 3-15,-4-1-27 16,-4-2 7-16,-3 0-12 15,-2-6-9-15,-5-3-7 16,-1-8-3-16,3-3-2 16,-6-9-1-16,3-7-3 15,3-8-58-15,4-6-70 16,7-6-44-16,2-22-135 16</inkml:trace>
  <inkml:trace contextRef="#ctx0" brushRef="#br0" timeOffset="75462.459">25870 2812 686 0,'0'0'103'0,"0"0"-27"15,0 0-43-15,0 0 9 16,-38 89 21-16,38-51-20 16,0-6-13-16,17-2-18 15,5-4-1-15,2-9-6 16,3-4 5-16,0-6-4 15,4-7 3-15,0 0-7 16,4-12 11-16,-4-9-8 16,-4-6 1-16,-7-6 0 0,-6-5-2 15,-5-2-1 1,-4-4 0-16,-5 4-1 16,0 2 1-16,-8 7 1 0,-11 5 5 15,-2 10 0-15,-3 6-3 16,-4 9-3-16,-4 1-2 15,-2 8 0-15,-2 16-1 16,5-1 0-16,4-1-2 16,9-3-46-16,11-2-31 15,7-8-58-15,1-9-152 16,23-3-355-16</inkml:trace>
  <inkml:trace contextRef="#ctx0" brushRef="#br0" timeOffset="75752.34">26249 2162 690 0,'0'0'35'0,"0"0"65"0,0 0 14 0,0 0-76 15,0 0-28-15,0 0 56 16,10 82-15-16,14-42 4 15,5 2-21-15,-4-4-25 16,0-2-3-16,-4-1 0 0,-3 1 2 16,-2-5-5-1,-4-5 0-15,-1-3 1 0,-7-7-4 16,2-5-17-16,-4-4-54 16,-2-7-34-16,0 0-46 15,-12-13-198-15</inkml:trace>
  <inkml:trace contextRef="#ctx0" brushRef="#br0" timeOffset="76273.817">26170 2351 562 0,'0'0'84'0,"0"0"-12"15,0 0 42-15,0 0-22 16,0 0-41-16,120 0-22 0,-72-16-17 15,6-2-8-15,1-5-4 16,-7-1-12-16,-5-1-58 16,-13-1-79-16,-13 2 32 15,-7 0 3-15,-10 2 32 16,0 3 82-16,-4 4 32 16,-5 3 56-16,1 5-15 15,2 3 44-15,3 4-7 16,0 0-27-16,3 0-44 15,0 13-32-15,0 12 41 16,3 5 35-16,11 4-25 16,6 0-24-16,0 0-1 15,1-3-15-15,1-3-7 16,-5-4-4-16,0 0-3 0,-5-6 2 16,0-5-2-16,-4-1-2 15,-2-7-2-15,-3-3 4 16,-2-2-1-16,1 0 6 15,-1-10 20-15,4-12 1 16,2-8-25-16,-3-1-2 16,-1-1 0-16,1-2-3 15,0 4 1-15,-1 1-1 16,2 6 0-16,0 7-10 16,0 5-27-16,-4 6-39 15,2 5-66-15,3 0-76 0,2 19 12 16,4 4-21-1,1-1-110-15</inkml:trace>
  <inkml:trace contextRef="#ctx0" brushRef="#br0" timeOffset="76590.402">26950 2288 301 0,'0'0'194'0,"0"0"-28"0,0 0-44 16,0 0-40-16,77-99-10 15,-61 70-20-15,-6-1-5 16,0-1-9-16,-5 3-16 15,-4 3-9-15,-1 4 1 16,0 8-14-16,0 3-1 16,-9 9-20-16,-5 1 18 15,-5 1 3-15,-3 20 3 0,0 6-2 16,4 5-1-16,5 8 0 16,7 0-2-16,6 0 2 15,0-1 3-15,6-5 1 16,13-6 8-16,2-5 2 15,3-6-1-15,3-7-9 16,2-7 2-16,4-3-2 16,6 0-4-16,12-18-6 15,7-7-83-15,6-5-67 16,3-5-394-16</inkml:trace>
  <inkml:trace contextRef="#ctx0" brushRef="#br0" timeOffset="76763.88">28017 2091 989 0,'0'0'105'16,"0"0"50"-16,0 0-79 16,0 0-49-16,0 0-27 15,0 0-36-15,-18-9-162 16,15 15-344-16</inkml:trace>
  <inkml:trace contextRef="#ctx0" brushRef="#br0" timeOffset="77897.764">16274 6503 459 0,'0'0'57'0,"0"0"34"0,0 0-4 16,0 0-16-16,0 0 7 16,0 0-40-16,0 0-26 15,73-7 18-15,-27 11 0 16,12 4-6-16,13-1-7 15,6-1 0-15,5 1-12 16,2-2-1-16,1 2-1 16,-2-2 0-16,-7-3-3 0,-11-2-11 15,-9 0-17-15,-8 0-8 16,-12 0 7-16,-10 0-26 16,-7-2 14-16,-6-7-25 15,-12 1-2-15,-1-4-51 16,0-1-67-16,-22-4-84 15</inkml:trace>
  <inkml:trace contextRef="#ctx0" brushRef="#br0" timeOffset="78324.764">17039 6361 120 0,'0'0'362'16,"0"0"-306"-16,0 0 42 0,0 0-44 15,0 0-36-15,0 0 72 16,74 49-30-16,-39-35-21 16,2 0-13-16,1-5-13 15,2 1-6-15,-3-1-1 16,-3-4-6-16,-4-1 7 16,-10 0-5-16,-2-2-1 15,-8 0-1-15,-8-1-2 16,2-1-6-16,-4 0 0 15,0 0 8-15,0 0 3 16,-6 0 6-16,-4 0-7 0,-3 0-1 16,-1 2 2-1,0 10 6-15,-4 3 5 0,2 7 10 16,1 2 2-16,0 5 0 16,3 0-4-16,5 0-8 15,1 1-2-15,1-2-4 16,4-4 2-16,1-3-8 15,0-4 0-15,0-6-2 16,0-4-1-16,13-5-47 16,8-2-81-16,4-14-202 15,3-16-177-15</inkml:trace>
  <inkml:trace contextRef="#ctx0" brushRef="#br0" timeOffset="78579.973">17664 6371 690 0,'0'0'53'0,"0"0"67"0,0 0-30 15,0 0-69-15,0 0 48 16,12 100 12-16,6-62-11 16,-2 0-22-16,1 3-14 15,-2-2-6-15,-5-5-7 16,2 2-11-16,-4-6-3 15,1-6-4-15,-2-8-3 16,3-3-1-16,3-10-12 16,3-3-58-16,3-6-85 0,4-22-78 15,0-10-291-15</inkml:trace>
  <inkml:trace contextRef="#ctx0" brushRef="#br0" timeOffset="78961.52">18115 6434 675 0,'0'0'21'16,"0"0"111"-16,0 0-12 15,-27 92-26-15,27-68-21 16,9-3-13-16,7-4-28 16,5-3-13-16,1-4-14 15,4-4-2-15,1-6 1 0,1 0-1 16,-1 0 0-16,-5-6 1 15,-1-9-4-15,-3-5 0 16,-4-5-2-16,-3-5 2 16,-3-3-4-16,-7 1 4 15,-1-1 2-15,0 4 2 16,-9 4-3-16,-4 5-1 16,-3 8 0-16,-7 7 0 15,-3 5 2-15,-6 0 7 16,-1 7-9-16,0 9 2 15,4 5 0-15,9-3-2 16,2-3 0-16,12 2-1 0,6-6-2 16,0-6-43-1,14-5-108-15,16 0-221 0,-1-20-299 16</inkml:trace>
  <inkml:trace contextRef="#ctx0" brushRef="#br0" timeOffset="79165.602">18421 6272 682 0,'0'0'86'0,"0"0"70"16,0 0-45-16,0 0-3 0,0 0-27 16,86 17-50-1,-47-17-21-15,2-10-10 0,-2-4-12 16,-1-3-19-16,-8-1-103 15,-7-2-112-15,-4-2-124 16</inkml:trace>
  <inkml:trace contextRef="#ctx0" brushRef="#br0" timeOffset="79478.839">18729 6075 449 0,'0'0'176'15,"0"0"29"-15,0 0-89 16,0 0-31-16,0 0 9 15,0 71-15-15,20-44-19 16,1 0-6-16,3 0-17 16,-4-2-19-16,-4-2-10 0,0-2-5 15,-3-6 1-15,-3-2-1 16,-3-6-1-16,-3-2 1 16,-1-5-2-16,-1 0-1 15,-1-3 0-15,2-15 10 16,3-8-5-16,-6-4-3 15,4-5 1-15,-1-1-3 16,0-2 2-16,5 8-2 16,-2 3-7-16,3 10-12 15,-2 8-25-15,4 8-40 16,0 1-83-16,0 7-121 16,6 13-180-16</inkml:trace>
  <inkml:trace contextRef="#ctx0" brushRef="#br0" timeOffset="79816.826">19268 6196 605 0,'0'0'116'0,"0"0"35"16,16-91-36-16,-12 59-19 16,-3 0-21-16,-1 1-18 15,0 1-17-15,0 6-19 16,-8 4-11-16,-5 9-10 15,-2 7 0-15,-6 4-4 16,3 7 4-16,1 17-1 16,6 8 1-16,5 5 0 0,3 2 0 15,3 4 0 1,0-3 3-16,3 0 5 0,9-5 7 16,10-6-10-16,2-8 5 15,4-7-5-15,2-7 0 16,1-7-1-16,5 0-4 15,9-10 0-15,-3-5-18 16,1-2-27-16,-7 0-44 16,-15 0-52-16,-11 3-194 15</inkml:trace>
  <inkml:trace contextRef="#ctx0" brushRef="#br0" timeOffset="80538.872">17730 6972 640 0,'0'0'3'0,"0"0"6"0,84 13 103 16,-23-13-4-16,13 0-22 15,11-4-32-15,10-12-20 0,9-5-4 16,9-5-14-16,8-2 4 16,4-4 2-16,2-4-1 15,6 0-9-15,-5-3-8 16,1 0 4-16,-9-2-5 15,-6 1-2-15,-11-3 1 16,-9-2 0-16,-14-3 1 16,-10-5-3-16,-13-7 1 15,-9-5-1-15,-14-6 2 16,-16-3 0-16,-6 2-1 16,-12-2-1-16,0 8 2 15,-19 1-4-15,-14 6 3 0,-11 9-1 16,-14 4 0-16,-12 10 5 15,-17 9-5-15,-11 1 1 16,-3 5 4-16,-1 4-5 16,2 3 2-16,4 7 1 15,0 5 3-15,-4 2-2 16,-6 2-3-16,-3 17 2 16,-3 6 0-16,-6 14-1 15,-1 10-2-15,2 12 4 16,7 7-4-16,9 6 3 15,11 1-1-15,11 4 12 16,8-3 0-16,12 4 8 0,16-4-6 16,13-2-6-1,15-4 2-15,13-5-4 0,2-2-8 16,13-5 2-16,21-9-3 16,15-9 4-16,14-8-6 15,10-9 3-15,13-12-6 16,18-6-13-16,12-5-54 15,6-10-40-15,2-22-199 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50:53.752"/>
    </inkml:context>
    <inkml:brush xml:id="br0">
      <inkml:brushProperty name="width" value="0.05292" units="cm"/>
      <inkml:brushProperty name="height" value="0.05292" units="cm"/>
      <inkml:brushProperty name="color" value="#FFC000"/>
    </inkml:brush>
  </inkml:definitions>
  <inkml:trace contextRef="#ctx0" brushRef="#br0">12174 10142 529 0,'0'0'0'0,"0"0"0"0,0 0 19 0,0 0-5 15,0 0-7-15,0 0-7 16,0 0 10-16,-88 31 9 16,76 1-5-16,-2 2-2 15,6 9 0-15,2 4-1 16,4 4-1-16,2 4 2 16,0 4 9-16,0 3 1 15,0 10 11-15,0 6-5 16,0 3-4-16,6 5-8 15,7-6 1-15,1-7-8 16,-1-6-4-16,2-8 4 16,-3-4-1-16,0-7-2 15,2-6 3-15,-3-2 8 0,-2-4-7 16,2-5-3-16,-1 0 6 16,1-8-6-16,-1 1-1 15,2-6-3-15,-3-4 1 16,5-2 0-16,-3-4 0 15,1-1 3-15,0-4-3 16,0 1 2-16,3-1-4 16,3-1 2-16,3-2-2 15,4 2 0-15,1 0 0 16,7 1-2-16,2-1 1 16,4 1 1-16,1 0-1 15,3 0 1-15,4-3-1 0,2 0 1 16,2 0-1-16,1 0 0 15,5 0 0-15,-4-3 2 16,4-3-2-16,3 4 2 16,4-3-1-16,4-2 1 15,-2 3-3-15,3 1 1 16,0 2-1-16,2 1 0 16,2 0 1-16,-1 0 0 15,2 0 0-15,-8 0 1 16,3 1-1-16,-4 2 0 15,0-1 1-15,2-2 1 16,0 2 2-16,0-2-2 0,-1 0-2 16,-2 0 4-1,3 0-4-15,0 0 0 16,3 0 3-16,0 3-3 0,-3-1-1 16,2 0 1-16,2 0 1 15,0-2 0-15,-1 0-1 16,-3 0 1-16,1 0 3 15,-2 0-3-15,1 3-1 16,1-3 0-16,-3 1 1 16,3-1-1-16,-3 0 1 15,2 0 0-15,2 0-1 16,4 0 0-16,6 0-1 16,1 0 2-16,1-4-2 0,1-2-1 15,3 1 1 1,-1 3-1-16,2-1 1 0,-1 3 1 15,2 0-1-15,-3 0 1 16,-1 0-1-16,-3 0 2 16,-5 0-2-16,-1 0 3 15,-3 3-3-15,2 1 0 16,-4-1-1-16,-1-1 1 16,-5-2 1-16,1 0-1 15,6 0 0-15,7 0 0 16,6-5 2-16,3 1 2 15,-2 1-1-15,-3 2-1 16,-4-2 0-16,-2 3-2 16,-4 0 2-16,-2-3-1 15,1 2-1-15,0-3 5 0,11-4-4 16,0 3-1 0,0-4 0-16,3 1 1 0,-5-2-2 15,2 3 0-15,-3 1 1 16,-4 3 1-16,3 2 0 15,-2 1-1-15,-1 0 1 16,1 0-1-16,0 0 0 16,7 0 0-16,-2 0 3 15,5 0-1-15,6 0-1 16,0 0 2-16,2-3-1 16,-1-1-1-16,-2 0-1 15,-2-2 5-15,1 0-4 0,-2 0 1 16,-2 1 1-1,-4 1-1-15,0-4 0 0,-6 5 0 16,1 0-1-16,-6-2 1 16,-4 1-1-16,4 2-1 15,-5 0 0-15,-6 2 0 16,-4 0 0-16,-3 0 0 16,-3 0 0-16,2 0 0 15,1 0 2-15,2-3-2 16,-6 2 0-16,3 1 1 15,-5-6-1-15,-1 5 1 16,-7-2 0-16,3 1-1 16,0-2 1-16,-5 4 0 15,2-2 0-15,-4 2 0 16,-4 0 0-16,-3 0-1 0,-5 0 2 16,-4 0-2-16,-2 0 1 15,-2 0-1-15,-7 0 1 16,2 0 0-16,-7 0 3 15,2 0-1-15,2-5 5 16,3-4-5-16,1-3 2 16,0-1-3-16,-4-1 0 15,2-1 7-15,-3-8-3 16,-4 1 1-16,4-4-6 16,-5-9 0-16,0 0-1 15,0-8 2-15,0-5-2 16,0-2 0-16,0-4-1 0,-6-1 1 15,0 2 2-15,-1-3-2 16,-1 2 0-16,0 1 0 16,4-2 1-16,-2 3 1 15,-3-3-2-15,3 1-3 16,-1 2 1-16,-1-2 0 16,-4 1 1-16,2 0 1 15,-2 4 0-15,1 5-2 16,1 6 2-16,-2 4 0 15,3 3 0-15,2 2 0 16,-1 2 1-16,2 2 1 16,0-2 0-16,2 7-2 15,-1 0 2-15,1 3 2 0,-1 2 0 16,0 3-3-16,0 4 4 16,-1 1-3-16,1 0 5 15,-2 3-4-15,-2-1 0 16,-4 2-1-16,-5-1-2 15,0 3 1-15,-6 1 0 16,-3-3-1-16,-3 3 0 16,-6 0 0-16,1 0 1 15,-10 0-1-15,-1 0 1 16,-8 0-1-16,0 0 0 16,0 0 0-16,-2 3 0 15,-4-2 0-15,0 3 4 0,-2-4-4 16,-5 3 0-1,-1-3 1-15,-1 5-2 0,4-2 0 16,0 1 0-16,-4 0 1 16,-3 3-1-16,-5-3 0 15,3 0 1-15,3 1 2 16,1-3-2-16,3 2-4 16,-1-3 4-16,0 1 1 15,8-2 0-15,2 0 1 16,0 0-2-16,1 0 3 15,1 0-3-15,-6 0 0 16,4 0 1-16,-1-2-1 16,2-3-2-16,3 3-2 15,-3-4 4-15,-2-1 0 16,-5 3 0-16,-4-3 0 0,-6 0 0 16,2 2 1-16,-5-2-1 15,-1 2 3-15,-4-1-3 16,4 1 0-16,1 0 0 15,-2-1 0-15,3 1 1 16,-6-1 1-16,-1 0-2 16,2 1-1-16,-3 1 1 15,-1 1 0-15,-6 2-1 16,-9 1-1-16,-4 0 4 16,-11 0-2-16,3 0 0 15,0 0 1-15,2 0-1 16,1 0 1-16,0 0-1 0,1 0 1 15,-4 0-1-15,2 1 0 16,-10 4-2-16,-5-3 1 16,-7-2 1-16,0 0-6 15,-1 0-1-15,3 0-8 16,8 0 15-16,9 0 0 16,13-2-2-16,10-2 1 15,10 4 1-15,4-1 0 16,0 0 0-16,1-1-3 15,5-1 4-15,-6-1-1 16,0-1 0-16,-2-1 0 16,-1 0-2-16,-1 2 0 15,1 0-2-15,-1 4 0 16,6 0-3-16,4 0 7 16,1 0-5-16,5 0 4 0,-5 8-2 15,-7 4 2-15,-4 4 0 16,-3 0 1-16,-4 1 0 15,-6-2 0-15,-1 2 0 16,-2-1-6-16,4-4-3 16,4 2 0-16,6-4 0 15,7 0 9-15,10-6 0 16,6 1 0-16,10-2-1 16,6-1 1-16,7 0 0 15,-1 1 0-15,3-3 0 0,-1 0 1 16,3 0-1-1,0 0 1-15,4 0-1 0,1 0 0 16,7 0 1-16,-2 0-1 16,3-7 0-16,1 2 0 15,0 0 1-15,3 0 1 16,2 1 0-16,-2 1 3 16,-2 3 1-16,2-1-3 15,-4 1-3-15,1 0 0 16,-1 0-1-16,1 4 1 15,4 5 3-15,0 1-3 16,-3 1 1-16,1 3-1 16,-4 2 1-16,-5-1 3 15,-2 5-3-15,-3-2 3 16,-1 1-1-16,-2-1-1 0,3-2-1 16,6 0 1-16,3-2 0 15,5-1 0-15,2-1-2 16,6-3 0-16,3 1 2 15,5 2-2-15,0 1-13 16,19 2-71-16,13-8-187 16</inkml:trace>
  <inkml:trace contextRef="#ctx0" brushRef="#br0" timeOffset="1708.678">21991 10619 605 0,'0'0'1'0,"0"0"-1"0,0 0 6 0,-19 78 27 16,19-52 14-16,0-2-8 16,8 2-10-16,6-7 4 15,-4-4-12-15,4-2 5 16,-4-7 6-16,-4-1 2 16,4-5-6-16,3 0-1 15,7 0 5-15,12-15-9 16,20-9-10-16,19-3-4 0,30-7-3 15,19-5 0-15,15-6 2 16,2 2-2-16,-12 2-4 16,-12 6 2-16,-19 6-3 15,-14 10 4-15,-22 6-4 16,-22 8 0-16,-20 5-1 16,-16 0-30-16,-12 14-96 15,-33 9 30-15,-22 6-150 16,-18-1-235-16</inkml:trace>
  <inkml:trace contextRef="#ctx0" brushRef="#br0" timeOffset="2144.246">22158 10886 394 0,'0'0'0'16,"0"0"-4"-16,0 0 4 15,0 0 23-15,0 0 32 16,0 0 5-16,9 30 3 16,0-17 8-16,3 0-14 15,3 0-16-15,-2 1-7 0,3 1-7 16,4-3 2-1,1-3-9-15,1-2 1 0,5-4-6 16,3-3 5-16,7 0-5 16,17-14 4-16,14-12 0 15,20-6 0-15,19-9 8 16,13-1-3-16,6-6-6 16,6 4-3-16,-8 0-6 15,-7 1 0-15,-6 6-7 16,-10 3-2-16,-12 4 2 15,-12 8-2-15,-17 10 0 16,-18 7 0-16,-14 5-18 16,-17 0-75-16,-13 15-116 15,-50 4-233-15</inkml:trace>
  <inkml:trace contextRef="#ctx0" brushRef="#br0" timeOffset="4427.697">16544 10350 744 0,'0'0'7'0,"0"0"-7"0,0 0 22 0,0 0 23 16,0 0 21-16,0 0-41 15,0 0-25-15,0 0 14 16,6 43 2-16,19-17 4 16,-3 5 0-16,-2-7-6 15,-5-4-2-15,-5-4 3 0,-3-8 6 16,-1-3-6-16,2-5 1 16,13-5 4-16,21-34 22 15,31-21-15 1,33-12-16-16,28-13 2 0,20 5-6 15,4-2-3-15,-6 10-2 16,-19 7 0-16,-29 12 2 16,-26 18-4-16,-26 12 4 15,-22 16-4-15,-22 7-38 16,-8 16-78-16,-38 17-23 16,-26 4-240-16</inkml:trace>
  <inkml:trace contextRef="#ctx0" brushRef="#br0" timeOffset="4740.18">16827 10408 735 0,'0'0'3'16,"0"0"-3"-16,0 0 7 15,109 7 21-15,-72-7 2 16,2 0 0-16,4 0-2 16,5-4 6-16,17-19 14 15,19-10-2-15,28-15-5 16,27-15-9-16,19-2-5 16,17-4-12-16,4 6-6 0,-10 1-4 15,-7 9-5-15,-20 10 0 16,-24 9-17-16,-24 11-47 15,-27 15-46-15,-26 8-94 16,-30 0-222-16</inkml:trace>
  <inkml:trace contextRef="#ctx0" brushRef="#br0" timeOffset="25378.514">21642 10106 470 0,'0'0'4'0,"0"0"-4"0,-112-27 1 16,67 24 5-16,-4 3-3 15,-3 0 8-15,4 3-2 16,-1 8-3-16,4 2 0 16,0 1 6-16,6 6 2 0,3 3 6 15,1 7 5-15,0 9-9 16,5 10 1-16,4 6 30 16,2 5-31-16,6-3-5 15,4-2 3-15,10 5 7 16,4-1 2-16,0 3-9 15,0-2-4-15,15-6-1 16,3-3-5-16,5-6-1 16,3-2-1-16,7-7 2 15,3-3-2-15,2-6 1 16,4-4 2-16,4-5-3 16,-2-1 1-16,0-5-1 15,-2-2 0-15,-1-2-1 16,5-8-1-16,-3 0 0 0,2 0 1 15,0 0 1-15,-1-8 0 16,-3-6-2-16,-1-4 0 16,-6-4-1-16,3-4-3 15,-4-4 4-15,-2-4 4 16,-2-4 0-16,-3-2-3 16,-3-2 2-16,-2-6-3 15,-9-1 2-15,0-4-1 16,-6-4 3-16,-6 2-1 15,0-2 2-15,-3-1 12 16,-18-1 1-16,-4 5-3 0,-6 6 7 16,-4 5-22-16,-2 6 5 15,1 6 0 1,0 2 5-16,1 2 1 0,0 3-5 16,4 2 0-16,0 4 14 15,4 3-2-15,4 4-12 16,1 2 8-16,3 2 3 15,-1 7-11-15,-1 0-3 16,0 0 1-16,2 0-4 16,-4 0 4-16,4 7-3 15,-6 4 0-15,-1 0 1 16,-1 1 2-16,2 0-4 16,1-2 2-16,2-1-1 15,8 1-1-15,-2-3 1 16,9-1-1-16,1-1 0 0,3-1-1 15,3 3-37-15,0 2-73 16,0-2-105-16,0-3-374 16</inkml:trace>
  <inkml:trace contextRef="#ctx0" brushRef="#br0" timeOffset="29457.364">18770 11097 301 0,'0'0'41'0,"0"0"-7"0,0 0 16 0,0 0-2 16,0 0-27-16,0 0-13 15,0-4 1-15,0 4-2 16,0 0-1-16,0 0-2 16,0 0-2-16,0 0 4 15,0 11 14-15,0 2 1 16,0 3 3-16,0 4 0 15,0 3-1-15,0 0-1 16,5 0-7-16,-3 1-4 16,1-4-3-16,-1 4 0 0,-1-4-1 15,1 2 6 1,-2 0-4-16,0-1 3 0,0 1-2 16,0 4-2-1,0 4-2-15,-2-3 2 0,-7 4-1 16,-6-1 0-16,3 1-2 15,-2-1 1-15,-2-2 0 16,-1 1-2-16,0-4-1 16,1-3 1-16,1 1-2 15,-5-5 1-15,4 0-1 16,0-1 4-16,-2-1-5 16,-2-3 2-16,-1-1 1 15,-4 0 0-15,-3-4 4 16,-2-1-1-16,0-3-1 15,4-4-2-15,0 0 2 0,-4 0-5 16,0 0 4-16,-6-8-2 16,5-2 0-16,-5 0 2 15,2-2 1-15,0-3 2 16,1 3 3-16,1-4 0 16,3 2-5-16,0-2 0 15,4-3 0-15,-3-1-3 16,5-3 3-16,-1 1-5 15,0-3 2-15,1-1-1 16,0-2-2-16,-1-2 1 16,-1 1 3-16,3 1-4 15,0 2 1-15,5 2 0 0,3 3 1 16,-2-2 0-16,4 6 1 16,-1 1 1-16,2-2-3 15,2 1 2-15,-3 2-2 16,5-1 0-16,-2 4 1 15,-1-4 0-15,3 4-2 16,1 3 0-16,0-1 3 16,0 3-1-16,1 0 0 15,0 1 3-15,2 1-1 16,0 1-3-16,-1-1 0 16,2 1 2-16,-1 1 1 15,1 1-1-15,1-2 0 16,1 4 0-16,-2 0 3 0,2-2-2 15,0 2 2-15,0 0-1 16,-3 0-1-16,3 0 1 16,0 0-2-16,0 0 0 15,0 0 0-15,0 0-3 16,0 0 0-16,0 0-3 16,0 0 0-16,0 0 1 15,-4 13 2-15,1 2 2 16,-1 2-1-16,-2 1 1 15,0 4-1-15,-2-3 2 16,-2 4 2-16,2 1 0 16,-1 0-3-16,1 0 1 0,0-2 1 15,-1 2 0 1,3-1 1-16,-1-2-1 0,1-1 0 16,1-3 0-16,-1-4-2 15,2-1 0-15,-1 0-1 16,1-5 1-16,1-2-1 15,2-2-1-15,1-2 3 16,0 1-2-16,0-2 1 16,0 0-1-16,0 0 2 15,0 0 0-15,0 0 1 16,0 0 0-16,0 0 0 16,0-10-4-16,0-10-38 15,7-5-107-15,3-9-102 0,1-4-111 16</inkml:trace>
  <inkml:trace contextRef="#ctx0" brushRef="#br0" timeOffset="29826.517">17636 11110 326 0,'0'0'65'0,"0"0"-62"0,0 0-3 16,0 0 69-1,0 0 25-15,0 0-19 0,29 31-11 16,-16-23-9-16,4 3-4 16,0-2-5-16,4 1 2 15,0 0-12-15,3-3-8 16,-2 1-7-16,2-2-4 15,-8-1-2-15,2-1-5 16,-7-1-3-16,-1 0-5 16,-6-2 3-16,1-1-2 15,-2 0 0-15,-3 0-2 16,3 0 0-16,0 3-1 16,-2 3 0-16,6 5-30 15,-7-2-139-15,-19 0-345 16</inkml:trace>
  <inkml:trace contextRef="#ctx0" brushRef="#br0" timeOffset="38630.136">21642 9868 208 0,'0'0'4'0,"0"0"-1"0,0 0 2 0,-106 0 14 16,76 3 7-16,0 5 11 0,-4 6 7 16,-2 1-16-16,-4 7-16 15,-6 5-2-15,1 5-1 16,-8 9 4-16,-2 3-1 16,6 4 3-16,0 3 1 15,5 2 11-15,0 2 1 16,8 6-1-16,2 4-16 15,4 0 1-15,5 1 6 16,5-1 0-16,5-1-1 16,5-1 4-16,10-1 7 15,0 0-5-15,0-6-11 16,13-1-3-16,9-5 10 16,13-7-12-16,5-3-1 0,14-5 5 15,7-6 2 1,6-2 0-16,9-6-5 0,-1-5-6 15,2-4 2-15,1-4 1 16,1-8 0-16,-4 0-3 16,-5 0 4-16,1-17-5 15,-1-4 0-15,-1-7 0 16,1-6 2-16,-4-2-1 16,-11-9 0-16,2-5-2 15,-8-1 1-15,-6-8 1 16,-4-4 2-16,-6-6 1 15,-12-4 4-15,-6-3 4 0,-11-2-5 16,-4-5 4 0,-4 4 0-16,-20 3-1 0,-8 4-2 15,-3 11 9-15,-4 3-6 16,-4 9-4-16,-1 5 1 16,-3 9 2-16,-4 7-2 15,-1 2-5-15,0 5-1 16,-1 4 5-16,7 3-6 15,2 2 6-15,3 4-4 16,8 5 2-16,2 3 3 16,-1 0-5-16,6 0 0 15,0 0 0-15,7 0 0 16,1 0 2-16,6 0-4 0,0 1 4 16,9 1-2-1,0-2-2-15,2 0 2 0,-2 0 2 16,0 3-1-16,3-3 2 15,0 0 3-15,0 0 5 16,0 0 4-16,0 0-1 16,0 0 0-16,0 0 0 15,0 0-1-15,0 0-2 16,0 0-4-16,-2 0-5 16,-1 0-5-16,2 0 1 15,1 0 0-15,-2 0-1 16,2 0 0-16,0 0 0 15,-3 0-1-15,3 0 0 16,0 0-1-16,0 0 1 0,0 0-1 16,0 0-1-16,0 0 1 15,0 0 1-15,-2 0 0 16,2 0 0-16,0 0-1 16,-4 0-3-16,4 0 0 15,0 0 0-15,0 0-2 16,0 0-15-16,11 0-11 15,15 0 13-15,13-11-38 16,12-8-34-16,6-3-98 16,-2-9-120-16</inkml:trace>
  <inkml:trace contextRef="#ctx0" brushRef="#br0" timeOffset="40691.158">16314 10344 122 0,'0'0'0'0,"0"0"-5"0,0 0-1 16,0 0 6-16,0 0 0 15,0 0 3-15,0 0 25 16,-21 49 31-16,20-49 30 0,-4-5 12 16,-1-10-75-16,-3-2 11 15,-3-3 12-15,0-1 10 16,-4-2-22-16,-3 1-1 16,0-1-2-16,0 4 2 15,-4-1-8-15,-5 2-12 16,1 1 0-16,-4 0 3 15,0-2-12-15,-2 8-1 16,-2 2-1-16,0 7-1 16,-2 2 5-16,-4 2-5 15,-2 14 0-15,-2 4-1 16,-2 6-1-16,3 3 3 16,-2 2-3-16,3 8 3 15,4 5-3-15,6 4 5 0,6 6-2 16,7 3 2-1,6 1 6-15,5 0-1 0,6 3 2 16,3-1-2-16,0 1 1 16,21-1-1-16,6-8-2 15,4-3-6-15,5-8-1 16,3-7 2-16,2-6-4 16,0-6 1-16,1-3-2 15,2-6 2-15,0-6 0 16,2-4-1-16,3-3 1 15,5 0-2-15,4-13 2 16,2-7 1-16,-2-4-1 0,-5 0-1 16,-3-5 1-16,-6-3-1 15,-6-2 1-15,-7-1 0 16,-6-3 0-16,-5-3 0 16,-5 0-1-16,-6-2 1 15,-5 1 0-15,-4-2-2 16,0 1 2-16,-6 0 1 15,-14-5-2-15,-3 1 2 16,-7-4-2-16,-4 4 0 16,-3 4-1-16,-1 3 0 15,-1 4 0-15,4 3 2 16,-1 3-1-16,-4 4-2 16,1-1 1-16,-3 6 0 0,-1 5 0 15,1 1 1-15,2 5-1 16,0 6-1-16,1 4 1 15,0 0 1-15,-1 8-1 16,-4 13-1-16,-2 2 1 16,6 4 0-16,3 6 0 15,2 1 0-15,5 4-1 16,4 5-1-16,2 6 2 16,6 5 0-16,3 1 0 15,7 3-1-15,5-3 0 16,3-1 1-16,0 3 0 15,0-5 0-15,14-1 1 16,5-4 0-16,3-4 1 0,7-6 0 16,5-1 2-16,5-5-3 15,6-5 2-15,7-6-2 16,2 0-1-16,1-9 0 16,0-3 0-16,0-5 1 15,7 0-1-15,-1-3 1 16,0 0 0-16,-1-6 0 15,-2-6 1-15,-2-4-2 16,-2-2 1-16,-5-3 0 16,-1-6 0-16,-5-1 1 15,-5-6-2-15,-5 0 2 16,-5-5 0-16,-6-5-2 0,-6-1 2 16,-5-3 3-1,-8-5-1-15,-3-3-4 0,0-2 2 16,-9 0-1-16,-9 3-1 15,-2 3 0-15,-6 7 0 16,-3 8 1-16,0 6 1 16,-3 7-1-16,1 3 0 15,1 2 2-15,3 4 2 16,2 4 2-16,4 5 4 16,5 1 2-16,3 1-1 15,3 4-5-15,1 0 0 16,-1 0-4-16,3 0 1 15,-2 4-2-15,1 3 1 16,-2 1 1-16,1-1 1 0,1 1 2 16,2-2-1-16,3-3 0 15,-1 0 2-15,3-3-1 16,1 0 3-16,0 0 1 16,0 0 4-16,-2 0-8 15,2 0 2-15,0 0-4 16,0 0-2-16,0 0-2 15,0 0-1-15,0 0 1 16,0 0-1-16,0 0-2 16,0 1 0-16,0-1-1 15,0 1-8-15,0 2-47 16,0 2 8-16,0 0-31 16,0 3-69-16,-3-1-116 0,-14 1-327 15</inkml:trace>
  <inkml:trace contextRef="#ctx0" brushRef="#br0" timeOffset="41873.912">12988 11133 131 0,'0'0'170'0,"0"0"-159"0,0 0 53 0,0 0-2 0,0 0-5 16,0 0 3-16,-13-19-26 15,13 19-26-15,0 0-7 16,0 14 14-16,0 2 6 16,0 9 0-16,7 2 6 15,7 5-5-15,1 0-1 16,6 5-4-16,4-2 1 16,0 2-10-16,5-3 2 15,-2-2-2-15,2 1-5 16,-1-4 0-16,0 0 2 15,-1-4-1-15,0-3 0 0,2-3-1 16,-2-5-1-16,2-5 1 16,1-4 1-16,4-2 0 15,2-1-2-15,-3-2 0 16,-1 0 0-16,-2 0 1 16,-1-5-2-16,-2-6 1 15,-2-4 0-15,-2 0 0 16,-2-2 0-16,-1-1 0 15,-3 0-1-15,0 1 0 16,-2 0 0-16,-1-2 0 16,-1 4-1-16,-3 0 0 15,1 2 1-15,-1 1 1 16,-1 1-1-16,-1 1 0 16,-3 2 0-16,-3-1-1 15,0 1 3-15,-3 0 0 0,0 0-2 16,0 0 0-1,-3 1-1-15,-10-2-31 0,-10 5-90 16,-3-3-127-16,-6 0-211 16</inkml:trace>
  <inkml:trace contextRef="#ctx0" brushRef="#br0" timeOffset="42183.319">13627 11252 359 0,'0'0'25'0,"0"0"-13"0,0 0 14 0,0 0 35 0,0 0-9 15,0 0-25-15,87 12-11 16,-61-12-7-16,1 2 3 16,-3 0 0-16,1 0-4 15,-7 0 4-15,0 1-3 16,-6 1-3-16,0-2 2 15,-3 6-2-15,-1 0 8 16,-2 0 9-16,1 6 5 16,-3-1-4-16,-4 4 7 15,0 3-8-15,0 7-3 16,-14 7-10-16,-12 15-6 16,-14 13-4-16,-20 11-95 0</inkml:trace>
  <inkml:trace contextRef="#ctx0" brushRef="#br0" timeOffset="57865.766">12036 12570 550 0,'0'0'2'0,"0"0"4"0,0 0 1 16,0 0 11-16,0 0 25 16,0 0 3-16,0 0-14 0,19 0-2 15,16-3 20-15,16-8-25 16,6-4-13-16,7-1-3 16,0-1-7-16,-3 1 2 15,-6 2 0-15,-6 3-4 16,-10 3-1-16,-10 3-38 15,-14 4-45-15,-11 1-75 16,-4 0-116-16</inkml:trace>
  <inkml:trace contextRef="#ctx0" brushRef="#br0" timeOffset="58203.217">12168 12680 523 0,'0'0'0'0,"0"0"4"16,0 0 0-16,0 0 34 16,0 0 21-16,0 0 11 15,63 23-23-15,-28-23-16 16,10 0-1-16,1 0 9 16,2-7-3-16,0-5-3 15,3 0-6-15,2-1-6 16,-6 0-1-16,-1 2-6 15,-7 1 1-15,-4 2-4 16,-3 2-4-16,-7 0 3 0,-1 2-4 16,-12 1 0-16,-6 1-3 15,-3 2-1-15,-3 0 2 16,0-2 4-16,0 2-2 16,0 0-2-16,-3 0-4 15,-20 0-64-15,-23 3-212 16</inkml:trace>
  <inkml:trace contextRef="#ctx0" brushRef="#br0" timeOffset="61785.308">18834 11169 385 0,'0'0'32'0,"0"0"-5"0,0 0 13 0,0 0-12 16,0 0 5-16,0 0-9 15,0 0-10-15,-26-34 1 16,26 34 4-16,0 0 0 16,0 0-6-16,0 0-2 15,0 0-5-15,0 0-5 16,0 0 1-16,0 0-2 16,-3 0 0-16,2 9 0 15,-3 7 3-15,2 4 0 16,1 3 0-16,1 2 2 0,0 2 4 15,0-1 3-15,0 5-4 16,0-1-1-16,0 1 0 16,0 0-3-16,0 6 2 15,0 0 0-15,0-1-5 16,0-4 1-16,0 0-1 16,0-7 0-16,0 0 3 15,0-5-4-15,0-1 1 16,-5-2-1-16,-4 0 3 15,-4-3 0-15,2 0-1 16,-7-1 4-16,0-1 2 16,-1 2-5-16,-8-2 1 15,6-2-2-15,-6-1 0 0,1 0 1 16,0-3 2-16,-5 1 0 16,-2-5-1-16,-3 0-1 15,5-2-3-15,1 0 0 16,3 0 1-16,-1 0 2 15,3-6-3-15,-1-2 2 16,2 1 4-16,-6-3 4 16,1-2 3-16,-1-2 3 15,-5 0 11-15,5-1 19 16,2-2-28-16,1-1-10 16,2 2-3-16,0 0-4 15,5 3 4-15,-1 1-5 16,4 0 3-16,2 0 2 15,-2 1 0-15,1-2-1 0,0 0-1 16,-3 0 1 0,0-3 0-16,1 0 0 0,-4-4 0 15,-2-1 4-15,2-1-7 16,0-1 2-16,5 2-1 16,0 1 2-16,1 2 0 15,4 3 0-15,-3 3 1 16,8-1 2-16,-3 3-6 15,2 1 2-15,2-3 2 16,1 2-1-16,1 0-2 16,1 2-1-16,0 1 2 15,-3-2 1-15,6 6-2 16,0-3-1-16,0 2 1 0,0 2-1 16,0 0 1-16,0 2 0 15,-1 0 1-15,1 0-2 16,0 0 0-16,0 0-1 15,0 0 0-15,0 0-2 16,0 0 2-16,0 0-3 16,0 0 2-16,-2 0-2 15,2 0-1-15,0 0 4 16,0 6-2-16,0 3 2 16,0 2 0-16,-1 4 0 15,-1 1 1-15,-1 4 0 16,-5 3-1-16,2 2 0 0,-4 4 2 15,0 0-1-15,-3 2 1 16,2 1-2-16,-1-2 1 16,-1-1-1-16,0 0 1 15,0-7 0-15,0 0-1 16,-1-5 1-16,1-2 1 16,5-4-1-16,-1-4 1 15,3-3-2-15,2-2 3 16,1-2-1-16,3 0-1 15,0 0 7-15,0 0-8 16,0-16-4-16,0-9-21 16,0-7-111-16,0-11-43 15,7-2-12-15,4 2 9 0,-4 4-48 16</inkml:trace>
  <inkml:trace contextRef="#ctx0" brushRef="#br0" timeOffset="62121.022">17505 11238 188 0,'0'0'35'0,"0"0"32"0,0 0 24 0,0 0-10 15,0 0-20-15,0 0-13 16,16-37-20-16,-7 37-21 16,7 0 23-16,7 2 26 15,5 6-22-15,5 6 31 0,4-1-26 16,-3 2-1-16,2-2-9 15,-4 2-3-15,-3-2-12 16,-3-3-3-16,-5-4-4 16,-2 1 0-16,-4-3-1 15,-3-1-2-15,-5-1-1 16,0 0-1-16,-4-1 0 16,-1-1-1-16,0 0 1 15,-2 0 0-15,0 0 3 16,0 0-5-16,1 0-5 15,2 0-45-15,3-5-62 16,3-7-89-16,4-2-122 16</inkml:trace>
  <inkml:trace contextRef="#ctx0" brushRef="#br0" timeOffset="87435.361">9615 13002 117 0,'0'0'273'0,"0"0"-260"0,0 0 12 16,0 0 30-16,0 0 26 0,0 0 24 16,0 0-10-16,-58-33-52 15,104 19-13-15,20-6-11 16,20-5 4-16,10-3-3 15,2 0-10-15,-5-1-1 16,-5 7-2-16,-13 2-3 16,-13 4-1-16,-7 8-2 15,-10 2-1-15,-12 6-32 16,-12 0-55-16,-5 0-52 16,-11 3-33-16,-5 6-14 15</inkml:trace>
  <inkml:trace contextRef="#ctx0" brushRef="#br0" timeOffset="87696.582">9843 12984 234 0,'0'0'149'16,"0"0"-135"-16,0 0 37 15,0 0 24-15,0 0 29 16,0 0-56-16,-11 16 8 15,48-16 6-15,15 0-4 16,8-10-6-16,5-5-10 16,7-5-8-16,-2-2-1 15,-3-1-18-15,-3-1-7 16,-7 0-6-16,-5 0-2 16,-5 0-22-16,-3 1-80 0,-11-1-119 15,-16 3-302-15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52:52.355"/>
    </inkml:context>
    <inkml:brush xml:id="br0">
      <inkml:brushProperty name="width" value="0.05292" units="cm"/>
      <inkml:brushProperty name="height" value="0.05292" units="cm"/>
      <inkml:brushProperty name="color" value="#FFC000"/>
    </inkml:brush>
  </inkml:definitions>
  <inkml:trace contextRef="#ctx0" brushRef="#br0">8204 10330 565 0,'0'0'5'0,"-91"-68"-5"0,40 35 8 0,-6-6 7 16,-5 2 10-16,-3 1 4 0,0 8 1 16,-8 2 15-16,-6 9-22 15,-5 2-3-15,-8 12-5 16,-8 3-9-16,-9 0-2 15,-6 3 3-15,-10 19-6 16,-7 10 11-16,1 9 12 16,3 8-16-16,8 7 7 15,13 3-11-15,12 7 16 16,9 10-12-16,9 3 3 16,13 10 6-16,7 5 3 0,12 6 3 15,15 8-2 1,8 7-6-16,13 1-1 0,9-3-4 15,1-5-3-15,26-5-1 16,9-12-1-16,9-9-1 16,21-14-2-16,8-15 2 15,10-13-1-15,7-5-1 16,7-10 2-16,5-5-2 16,9-8-1-16,5-9 4 15,8-3-3-15,9-17-2 16,3-17 2-16,5-13-2 15,0-11 0-15,-2-11 4 16,-7-7-4-16,-2 0 1 0,-6 2 4 16,-8 3-5-1,-8 0 0-15,-15-3-1 0,-14-1 0 16,-14-1 2-16,-8-5 1 16,-15-8-1-16,-14-2 0 15,-12-2 1-15,-17-4 0 16,0-3 0-16,-31 1 4 15,-18 6 2-15,-14 7 3 16,-14 15 0-16,-4 6-2 16,-7 9 8-16,-1 14 11 15,-2 11-14-15,0 8-9 16,-3 12-1-16,-2 11 2 0,-7 0 0 16,-7 25-6-1,0 15-2-15,-4 15 1 0,1 14-19 16,5 14-58-16,7 17-51 15,4 1-163-15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53:14.181"/>
    </inkml:context>
    <inkml:brush xml:id="br0">
      <inkml:brushProperty name="width" value="0.05292" units="cm"/>
      <inkml:brushProperty name="height" value="0.05292" units="cm"/>
      <inkml:brushProperty name="color" value="#FFC000"/>
    </inkml:brush>
  </inkml:definitions>
  <inkml:trace contextRef="#ctx0" brushRef="#br0">9533 7096 600 0,'0'0'5'0,"0"0"3"0,0 0 24 16,-109-58 23-16,75 58 2 0,-4 0-13 16,-3 13-10-16,4 8-12 15,-7 3-3-15,1 4-5 16,-2 7-3-16,-5 1 0 16,0 5-5-16,-2 0 0 15,3 0 0-15,10 4 9 16,6-1 4-16,3 1-2 15,5-1 1-15,7-1 1 16,2 1 2-16,5 0-9 16,1 3 3-16,7-2 2 15,1 3-2-15,1 5 0 16,1 1-2-16,0 1 4 16,10 0-4-16,11-1-1 0,6 0-4 15,4 3 2-15,5-3-3 16,3-7-2-16,1-3 2 15,-1-6-2-15,0-5 0 16,1-5-1-16,-3-6 1 16,8-5-2-16,1-4 0 15,1-9-2-15,8-2 3 16,-3-2-2-16,-1 0-2 16,-2-13 0-16,-3-3 0 15,-7-2 0-15,1-4 1 16,-1-6 0-16,3-2-1 15,-2-5 0-15,-1-5 0 0,-2-2 1 16,-1-4 2-16,-2-1-3 16,-4-2 0-16,-3-3 1 15,-7 2 0-15,-6-3-1 16,-6-1 0-16,-8-1 3 16,0-1-2-16,-11 0 0 15,-14-4-1-15,1 6 0 16,-7-1 4-16,-2-1-3 15,3 1-1-15,5 3 1 16,0 1-1-16,5 4 1 16,-1 4 0-16,2 2-1 15,1 2 12-15,-3 2 13 16,-1 3-2-16,-2 3-1 0,-6 4 5 16,-2 4-13-1,3 6 0-15,-6 4 0 0,-2 3-5 16,-3 5-3-16,1 5-1 15,-7 0-5-15,1 3 0 16,6 14-4-16,-2 5 4 16,-3 6 0-16,4 7 0 15,-3 5-1-15,2 5-26 16,1 3-72-16,-2 1-90 16,-1-14-377-16</inkml:trace>
  <inkml:trace contextRef="#ctx0" brushRef="#br0" timeOffset="2153.001">7453 7558 26 0,'0'0'50'0,"0"0"-39"0,0 0-9 16,0 0-2-16,0 0 0 16,0 0-9-16,0 0 5 15,14-25 4-15,-14 25-1 16,0-1 2-16,0 1 1 0,0 0 5 16,0 0 15-1,0 0 4-15,0 0 5 0,0 0 3 16,0 0-8-16,0 0-1 15,0 0-6-15,0 0-9 16,0 0 5-16,0 0 15 16,0 0 1-16,0 0-1 15,0 0-10-15,0 0-11 16,0 0-9-16,0 0 0 16,0 0-6-16,0 0-36 15,0 0-28-15,0 0 8 16,0 0-14-16</inkml:trace>
  <inkml:trace contextRef="#ctx0" brushRef="#br0" timeOffset="3945.332">8134 7041 231 0,'0'0'25'0,"0"0"23"0,0 0 53 16,-69-84-3-16,45 62-19 15,-7 7-11-15,-2-1 15 16,-1 5-28-16,-2 3-25 15,0 3 4-15,-4 5-1 16,-2 0-4-16,-4 0-11 16,-4 15-4-16,-5 3-4 15,-4 7-1-15,-4 5-5 16,-1 4 8-16,1 0 1 16,5 1-3-16,6 0 6 15,7-2 3-15,3 0-4 0,5 1-4 16,1-1-2-1,3 5 2-15,2 3 3 0,3 4-4 16,-1 5 4-16,4 1-2 16,5 2 1-16,4 0 1 15,6 2-4-15,5 2-2 16,5-1 1-16,0 5 0 16,8-1-1-16,11 1-3 15,5 0 4-15,3-2-2 16,7 2 1-16,3-2-6 15,4-4 2-15,8-5-2 16,2-8 0-16,7-4 1 16,0-4-1-16,5-6 0 15,-4-3 0-15,-1-3-1 16,-1-4 0-16,-3 0 0 0,3-7 0 16,-4-2 0-16,-2-5-1 15,-5-4 4-15,-1 0-4 16,-2-7 2-16,5-10-1 15,1-2 0-15,0-3 1 16,-1-3-2-16,-2-3 0 16,-2-3-2-16,-1-8 2 15,-3-1 0-15,-1-7 0 16,-1-4 1-16,-3-2-1 16,1-1 0-16,-5 0-2 15,-4 1 1-15,-4-2 1 16,-7-3-1-16,1 0-1 0,-7-1-4 15,-9-2 6 1,-1 0-3-16,0-2 2 0,-14 0 1 16,-3-2 0-16,-5 2 1 15,-2 3-1-15,-4 5 0 16,-4 0 0-16,-1 3 1 16,-4-1 0-16,3 7-1 15,-1 3 2-15,1 7 0 16,1 3 2-16,5 9 0 15,-4 3 5-15,1 3-2 16,-2 2-3-16,0 3 4 16,-5 4-1-16,-1 4 2 15,0 5-5-15,-4 0 0 0,1 4-2 16,2 8 0 0,4 2-2-16,6 3 2 0,3 0-2 15,5 3 0-15,6 1-2 16,7 1 0-16,4 0-16 15,5 4-24-15,0 5-50 16,8-1-82-16,2-5-195 16</inkml:trace>
  <inkml:trace contextRef="#ctx0" brushRef="#br0" timeOffset="5176.551">13388 6786 536 0,'0'0'9'0,"-89"-41"9"0,37 27 16 0,-7 5 14 15,-8 7 15-15,-5 2-6 16,-3 0-37-16,-2 11-5 15,0 7 3-15,4 3 5 16,-2 2-1-16,5 5 0 16,1 2 1-16,8 2-5 15,2 5 2-15,5 5-4 0,6 7-2 16,3 7-2 0,5 3 1-16,3 1 1 0,4 4 0 15,3 4-2 1,5 4-5-16,1 4 0 0,7 0 0 15,7-1-1-15,4-2-2 16,6 1 2-16,0-2 4 16,2-5-1-16,12 0-4 15,9-4 8-15,8-1-3 16,8-3-3-16,9-4 9 16,10-1-1-16,9-9 0 15,7-4 1-15,6-5-4 0,3-4-1 16,4-1-3-1,1-3-4-15,3-4 0 0,6-2 2 16,1-4-4-16,1-4 1 16,-5-4 2-16,-8-3-5 15,-5-6 0-15,-8-1 0 16,-1-2 1-16,-3-20-1 16,-4-6 1-16,2-9 0 15,-1-7-1-15,-2-6 3 16,-2-8-1-16,-3-10-1 15,-7-7 0-15,-7-6 1 16,-8-4 0-16,-4-1-2 16,-8 1 2-16,-4-1-1 15,-9 3 0-15,0 3-1 16,-9 2 1-16,-3 3 0 0,0 4 0 16,-17 4 0-1,-8 1 3-15,-8-2-3 0,-7 3 2 16,-12 0 2-16,-4 3 5 15,-5 10 6-15,-4 5-9 16,2 12 1-16,2 6 3 16,5 10 4-16,0 6-4 15,-4 6-2-15,-3 6-3 16,-4 1-2-16,-1 0 3 16,4 12-5-16,6 5-1 15,5 0 0-15,6 1-1 16,6 4 0-16,8 5-24 0,10-2-96 15,0-3-184-15</inkml:trace>
  <inkml:trace contextRef="#ctx0" brushRef="#br0" timeOffset="11459.4">5961 7575 571 0,'0'0'11'0,"0"0"-11"16,-37-98 8-16,37 54-2 0,9 1-2 15,12-9 1-15,16-3-4 16,8-8 3-16,15-7-2 16,10-8 2-16,10-4 1 15,13 1-1-15,4 1 0 16,4 7 1-16,8 5 1 15,0 3-4-15,6 7 3 16,-2 6-5-16,1 3 0 16,-1 1 1-16,5 3-1 15,3 1 1-15,-2 2 5 16,-4 5-1-16,-3 4-1 0,1 1 0 16,-5 2-1-16,5 6 1 15,-3 2-2-15,-5 1 3 16,-8 2 3-16,-6 5-7 15,0 4 5-15,-8 3-3 16,-5 5 4-16,3 2 2 16,-10 0 0-16,0 0-4 15,-6 8 2-15,1 9 0 16,-4 1 1-16,4 4-3 16,3 4-1-16,-2 5 1 15,-3 4-3-15,-3 1 3 16,2 5-1-16,0 1 9 0,5-2 6 15,-4 2-4-15,-4-1-5 16,-2-3-2-16,-4 4 1 16,-5 2 2-16,-4 1 5 15,-2 5 4-15,-7 2-1 16,-2-2 7-16,-1 0-5 16,-2 2-7-16,-1-1-3 15,3 1-1-15,-3 2 4 16,0-3-4-16,-2-3-1 15,-3-6 4-15,2-4-3 16,-4 0 2-16,-2-3 0 16,-1-2 3-16,-3 0 0 15,1-8-1-15,-6-3-4 0,-2-6 0 16,-6-6-3 0,1-5 1-16,-5-1-6 0,0-3 3 15,0 0-3-15,0 1 5 16,0-2-7-16,0 0 2 15,-5 0-4-15,-11-8-22 16,-9-3-64-16,-2 1-56 16,-7 0-99-16,-2-4-192 15</inkml:trace>
  <inkml:trace contextRef="#ctx0" brushRef="#br0" timeOffset="11873.139">10145 7349 422 0,'0'0'6'0,"0"0"-6"0,0 0 8 0,100-2 21 16,-75 2 25-16,1 0 5 15,-1 9-16-15,-4 2 13 16,-2 0 5-16,-1 6-11 16,3-4-19-16,-5 0-6 15,2-1-2-15,-4-4-4 16,0 0 0-16,-3-3-4 0,-2-3 4 16,-3-2 1-1,1 0 8-15,2-2 9 0,-1-13-7 16,4-4-8-16,-3-4-4 15,0-6-3-15,1-1 4 16,-1-2-11-16,0-4 1 16,1 2-7-16,-4-3 0 15,-3 2 2-15,-1 4-4 16,-2 2-30-16,-2-3-129 16,-26-10-486-16</inkml:trace>
  <inkml:trace contextRef="#ctx0" brushRef="#br0" timeOffset="14466.471">11428 8657 293 0,'0'0'8'0,"0"0"-8"0,-116-70 26 0,72 46 27 16,0 1 6-16,-7 2-4 16,-6 2-32-16,0 2 4 0,-5 1-14 15,-4 3 2-15,-1 1 6 16,-9 4-4-16,-2 5 1 16,-8 3 0-16,-4 0 0 15,1 3 3-15,1 15 4 16,-2 5-5-16,3 2-11 15,-4 5-2-15,3 0 13 16,5-1-11-16,0 2 10 16,3 0-4-16,6 1 2 15,7 1 1-15,1 2-4 16,5 1-5-16,3 2-4 0,-3 0 1 16,4 2-4-1,6-1 1-15,5 3-2 0,4 0 0 16,9 2 4-16,3 3-1 15,2 4 3-15,4 2-2 16,2 4 6-16,4-2-5 16,2-3-1-16,8-1 1 15,5-2-1-15,3-1 4 16,0 6-3-16,0 1-3 16,17 0 2-16,6-3 2 15,3-1-6-15,2-6 10 16,6 0-4-16,2-3 10 15,4-3-5-15,2-5 3 16,5-1-5-16,6-4 6 0,7-6-3 16,6-3-2-16,5-1-5 15,1-6 1-15,4-2-6 16,4 0 3-16,1-2 3 16,-3-1-1-16,-3-3-5 15,-3-2 3-15,0-3 0 16,-1 0-1-16,-2 0 0 15,4-14-1-15,-1-5-2 16,11-7 5-16,2-1-3 16,5-5-2-16,-1-3 1 15,1-4-1-15,-5 2 0 0,3-8-1 16,-6-2 1 0,3-3 1-16,-7-3 1 0,-4-5 0 15,-10-6-1-15,-1 2 1 16,-15-6 3-16,-7-1 3 15,-9-6 3-15,-13 0 1 16,-2 1 0-16,-10 3-5 16,1 8 3-16,-7 5 3 15,-1 2-1-15,0 3-2 16,0 4-2-16,-12 1-1 16,-7 4 0-16,1 1-5 15,-9 3 0-15,-1-2 3 16,-5 1-3-16,-3 3 0 15,-4 1-2-15,1 3 0 16,0 3 5-16,-3 6-3 0,-2 2 3 16,0 3 0-16,-3 5 1 15,0 3-1-15,-2 3 0 16,-1 2 1-16,3 2-3 16,0 1 2-16,2 4-1 15,-3 0-3-15,5 0 0 16,-1 0 0-16,0 0-1 15,3 4 1-15,0 5-1 16,5 0 0-16,6 0-4 16,6 4-83-16,0-3-106 15,-9-10-256-15</inkml:trace>
  <inkml:trace contextRef="#ctx0" brushRef="#br0" timeOffset="31617.49">5633 13280 99 0,'0'0'14'0,"0"0"-9"0,0 0 8 16,0 0 5-16,0 0 0 16,0 0 3-16,0 0 0 15,-6 0 6-15,6 0-7 16,0 0-6-16,0 0-7 15,0 0 0-15,-3-2 4 16,0 1-3-16,3-1 8 16,0 1 3-16,-4 0 7 15,4-1 0-15,-3 1 3 16,3-1-6-16,-2 2-2 0,-2-3-6 16,-1 2 4-1,4-1-1-15,-1 1 9 0,1 1 0 16,1 0 0-16,0 0-5 15,0 0-4-15,0 0-18 16,0 0 0-16,0 0-2 16,0 7 2-16,3 5 7 15,3 3 0-15,3 2 9 16,-2 3 1-16,2 1-1 16,0 2 2-16,1 1 5 15,-2-1-8-15,-2 0-2 16,5 0-1-16,-7-1 0 15,3 1-2-15,-2-1 4 16,-1 0-2-16,-1-1-1 0,-3-2 4 16,0 3-5-16,0-2 3 15,0 1-2-15,-4 1 0 16,-5 2-3-16,-6-1-4 16,3 5 2-16,-1-1-2 15,-1-2-4-15,2 1 4 16,-1-1-2-16,-1-2 0 15,-2-2 1-15,-5-3 2 16,3-1 1-16,-3-3-2 16,-1 0 1-16,-1-4 1 15,0-1-1-15,-1 1 0 16,0-6-3-16,1-4 1 16,1 0 1-16,0 0-2 15,1 0 0-15,-3-4-1 16,3-7 2-16,-1-4-2 0,-1 2 3 15,-2-5-3-15,1 0 1 16,-3-3-1-16,5-2-1 16,-2-3 1-16,2 0 0 15,-1-2-1-15,4 2 1 16,-2 0 0-16,3 0-1 16,5 1 2-16,-5 2-2 15,6-1 3-15,1 0-3 16,-2-2 2-16,1 1-2 15,7 0 0-15,-2-1-1 0,1 2 1 16,0-1 0-16,0 5 3 16,3-1-3-16,-4 1 0 15,4 2 0-15,-3 0 0 16,4 1 0-16,-1 1-1 16,3 1 3-16,-1 3-1 15,-2 3-1-15,1 0 0 16,-1 2 0-16,2 1 0 15,-1 1 1-15,2 5-1 16,0-2 0-16,-4 2 0 16,4 0-1-16,0 0-1 15,0 0 1-15,0 0-1 16,0 0-1-16,0 9 3 0,0 2 2 16,0 0 0-1,-1 3-2-15,1 2 1 0,-5 2 3 16,2 1 2-1,0 1-2-15,0-1 2 0,-3 1-1 16,3 1 2-16,-4 0-2 16,2 2 0-16,-2-2-1 15,2 2-1-15,-1-1 0 16,0-1 1-16,-3 2-1 16,2-3-1-16,-1-2 0 15,-2 0-1-15,-2-2 0 16,4-1 1-16,-2-3-1 0,4-2-1 15,2-5 0 1,4-2 0-16,0-3 0 0,0 0 0 16,0 0-13-1,0 0-32-15,0-16-33 0,14-8-57 16,0-6-66-16,4-9-220 16</inkml:trace>
  <inkml:trace contextRef="#ctx0" brushRef="#br0" timeOffset="31829.319">4860 13241 530 0,'0'0'11'0,"0"0"-10"0,0 0 23 0,0 0 34 15,0 0 2 1,100 7-13-16,-65 0-27 0,1-1-6 15,2-2-7-15,4-1-4 16,3-1-3-16,4-2-18 16,-4 0-157-16</inkml:trace>
  <inkml:trace contextRef="#ctx0" brushRef="#br0" timeOffset="36806.12">9263 12117 55 0,'0'0'409'0,"0"0"-404"0,0 0 5 15,-88-71 14-15,61 59 11 16,-4 0 9-16,-2 5-13 15,0 3 1-15,-4 4-11 16,-6 0 7-16,-8 3-16 16,-7 11 20-16,-5 4-25 15,-7 3 5-15,1 2-2 16,-2-1 0-16,0 3 1 16,2-1 0-16,4-2-4 0,7 4 0 15,6-2 3-15,1 1 1 16,-4 2 3-16,-3 0-5 15,-2 5 0-15,-2 3-1 16,-1 3 1-16,6 5-3 16,3-1-1-16,1 3 0 15,5 6 36-15,3 3-34 16,3 2-4-16,4 3 1 16,5-4 1-16,5 2 0 15,5-3 2-15,4 0 0 16,1 7-4-16,9 3 4 15,1 4-2-15,2 3-3 0,6-3 2 16,0-2-2 0,3-1 0-16,17-6-1 0,8 0-1 15,5-4 3-15,4-2 1 16,5 1-3-16,3-1 0 16,4-3 3-16,0-8-3 15,7-8 4-15,3-9-3 16,8-6 2-16,8-8-3 15,5-7 1-15,3-4-2 16,3 0 3-16,8-20 1 16,2-1-1-16,2-5-3 15,-4-6 0-15,0-4 1 16,-7-2 0-16,-4-5-1 16,-1 2-1-16,-6 2 0 15,-3-3-1-15,-3 2 2 0,-4 0-4 16,0-2 3-16,-5 2-1 15,-6-5 2-15,-3 2-10 16,-1-3 10-16,-3-1 0 16,-2-7 2-16,0-1-2 15,2-5-1-15,-8 0 1 16,-4 2 0-16,-11 1 0 16,-7 1 0-16,-3 1 0 15,-6-1 0-15,-4-2 0 16,-5 2 0-16,0 1 1 15,-5 4 0-15,-14 4-1 16,-4-1 0-16,-5 3 2 0,-2 0-2 16,-7 4 5-1,-8 4 2-15,5 5 3 0,-8 4 0 16,6 1 9-16,-4 3 0 16,3 3 6-16,-5 1-1 15,0 3-13-15,1 4-1 16,0 2-3-16,3 4 4 15,6 1-1-15,4 4-1 16,7 0-3-16,5 2-3 16,2 0-1-16,9 0 2 15,-3 0-2-15,2 4-2 16,2 3 0-16,2 0 0 16,2-3 0-16,2 0-2 15,4-4 1-15,0 0-5 0,0 0-22 16,0 1-38-16,0-1-52 15,6 0-128-15,-5-7-257 16</inkml:trace>
  <inkml:trace contextRef="#ctx0" brushRef="#br0" timeOffset="38052.651">9366 12175 438 0,'0'0'5'0,"0"0"2"0,-121-33 17 0,76 23 19 15,2 3 11-15,3 2-15 16,1-3-17-16,-1 3 0 16,-2-1 0-16,-6 2-6 15,2 0-2-15,-9 1 1 16,-2 2 5-16,-7 1 1 15,-6 0-5-15,-12 5-2 16,-5 12 0-16,-7 6-2 0,-10 5-2 16,-2 7-1-16,-3 6-4 15,3 6 3-15,3 4-6 16,8 4 9-16,5 0-5 16,6 7 1-16,7 4 2 15,5 6 2-15,5 7 1 16,7 3 5-16,4 4-6 15,7 5-4-15,8 4 0 16,10 1-2-16,9-1-2 16,14-5 0-16,8-5-3 15,0-4 1-15,12-4 2 16,12-1-2-16,4-3 1 16,5 1-1-16,3-4 1 0,7-5 3 15,2-5-1 1,10-4 2-16,3-6-1 0,3-4 3 15,7-8-3-15,5-11-5 16,4-9 10-16,5-9-6 16,7-8 0-16,7-1 2 15,7-3-1-15,5-12-5 16,5-1 0-16,2-5 2 16,4-4-1-16,2-6-1 15,-3-5 0-15,-1 0 2 16,-6-6-2-16,-5-2 4 15,0-6-4-15,0-9 3 0,-6-4-3 16,1-5 0 0,-2-3 0-16,-8 3-1 0,-3-5 0 15,-10 0 1-15,-11-5 1 16,-9-2 0-16,-12-2 0 16,-13-4 1-16,-8 2-2 15,-13 1 1-15,-7 4 0 16,-5 1 0-16,0-1 0 15,-20 5 3-15,-10 5 17 16,-5 8-4-16,-10 7 3 16,-7 8 0-16,-2 0 6 15,-1 4-5-15,1 3 6 16,9 6-1-16,2 2-6 16,3 6-6-16,7 1 1 15,5 3 2-15,-2 1-7 0,6 3 0 16,-3 0 0-16,6 4-1 15,2 3-3-15,-3 0-1 16,2 4-3-16,-1 1 0 16,-1 3-2-16,-2 2 0 15,3 0 1-15,2 0-2 16,2 0 1-16,4 0-3 16,5 2 3-16,2 4-9 15,-2 1-21-15,2 4-15 16,-5 3-25-16,5 6-63 15,-6 3-52-15,-6-1-198 16</inkml:trace>
  <inkml:trace contextRef="#ctx0" brushRef="#br0" timeOffset="45553.971">9426 14163 476 0,'0'0'0'0,"0"0"-2"0,-100-55-9 0,62 36 11 16,-2-2 20-16,-3 1 6 15,-5 2-14-15,-1 2-2 16,-8-1 31-16,-4 0-23 15,-5 2 2-15,-5 3-6 16,5 0 1-16,-1 3 0 16,1 3-2-16,1 3-6 15,0 2 3-15,0 1-3 16,-1 0 2-16,1 14-4 16,-1 4 2-16,-3 6 1 15,-2 7-2-15,-1 5 2 16,2 5 0-16,9 5-6 0,0 4 5 15,1 2-1-15,2 0-1 16,4 2 5-16,5-1-8 16,4 1 4-16,5-1-2 15,9 4 3-15,5-1 4 16,10 2 0-16,4 3-2 16,9 4-1-16,3 0 1 15,7 1 0-15,17-3 2 16,6-6-1-16,10 2-2 15,2-1 4-15,7 1-2 16,5 0-1-16,1 1-1 16,2-5-4-16,1-4 3 15,5-6-2-15,5-8 0 0,1-9-2 16,5-8 0-16,3-8-2 16,6-6 4-16,7-6-3 15,5 0 1-15,2 0 0 16,-1-11-3-16,-4-5 0 15,-4-4 3-15,-4-4-3 16,-8-5 2-16,-2-4 0 16,-5-4-2-16,-3-3 1 15,-2-2 0-15,-1-1-1 16,-2-2 0-16,-3-3 0 16,-3-2-1-16,-3-3 1 15,-7-5-1-15,-6-4 1 0,-6-9-2 16,-11-5 2-1,-11-2-1-15,-6-1 1 0,-5 3 0 16,-19 6 0-16,-9 2 0 16,-10 7 1-16,-6 5 1 15,-4 3-1-15,-7 3-1 16,-5 9 2-16,-1 0-2 16,-2 2 3-16,-1 6 2 15,12 2 9-15,5 4-8 16,6 3 9-16,4 4 34 15,5 3-34-15,-1 0-11 16,7 4 2-16,4 1 1 0,0 2-2 16,6 5-1-1,1 1-1-15,0 2-2 0,3 2 1 16,3 0-2-16,-4 0 0 16,2 11 0-16,-2 6 0 15,4 4 0-15,0 0-11 16,6 8-49-16,-2 0-63 15,-8-1-141-15,-12-6-380 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54:13.358"/>
    </inkml:context>
    <inkml:brush xml:id="br0">
      <inkml:brushProperty name="width" value="0.05292" units="cm"/>
      <inkml:brushProperty name="height" value="0.05292" units="cm"/>
      <inkml:brushProperty name="color" value="#FFC000"/>
    </inkml:brush>
  </inkml:definitions>
  <inkml:trace contextRef="#ctx0" brushRef="#br0">7558 6242 394 0,'0'0'130'16,"0"0"-111"-16,0 0 25 0,0 0 37 16,0 0 10-16,0 0-11 15,0 0-16-15,-18-49-38 16,18 61-18-16,0 11 21 0,1 3 11 16,5-1-19-16,2-4-4 15,5-6-5-15,1-6 9 16,3-7 2-16,10-2 3 15,14-19-6-15,15-20-2 16,16-14-12-16,10-14 3 16,4-1-5-16,0-5-3 15,-3 1 3-15,-7 4-4 16,-6 7-1-16,-7 14 1 16,-11 8 0-16,-10 12 0 15,-12 12-1-15,-15 8-11 16,-5 7-77-16,-10 6-82 0,-22 16-52 15,-29 11-306-15</inkml:trace>
  <inkml:trace contextRef="#ctx0" brushRef="#br0" timeOffset="461.73">6958 6185 261 0,'0'0'218'0,"0"0"-210"0,0 0 55 0,0 0 21 15,0 0 24-15,0 0-22 16,-57-27-11-16,57 27-49 16,0 0-19-16,6 0 5 15,6 5 12-15,5 0-3 16,0 2-2-16,0-4-4 16,2-3-4-16,-1 0 2 15,3 0-4-15,3-10 3 16,10-10-4-16,7-10-1 15,12-6-1-15,7-10-4 0,7-4 0 16,3-4 0-16,-1 0 0 16,-5 5-1-16,-4 6 0 15,-12 11 0-15,-7 7 1 16,-14 9-2-16,-12 10-18 16,-7 6-101-16,-8 0-77 15,-30 13-67-15</inkml:trace>
  <inkml:trace contextRef="#ctx0" brushRef="#br0" timeOffset="861.23">6594 6089 510 0,'0'0'7'0,"0"0"49"0,0 0 32 16,0 0-6-16,0 0-7 16,0 0-28-16,-15 0-22 15,15 0-1-15,0 0 10 16,4 3 9-16,7-3-1 0,8 0-13 15,4-6-3-15,14-15-2 16,8-9-9-16,10-7-6 16,6-5-4-16,2-4-5 15,-2 1 2-15,0 1-1 16,-3 2 0-16,0 5-1 16,-8 2-3-16,-4 6-17 15,-9 5-35-15,-10 2-79 16,-19 10-77-16,-8 3-178 15</inkml:trace>
  <inkml:trace contextRef="#ctx0" brushRef="#br0" timeOffset="1342.014">5884 6118 355 0,'0'0'29'0,"0"0"-3"0,0 0 74 0,0 0-11 0,0 0-2 0,0 0-21 16,-58 9-35-16,58-2-13 16,0 1 38-16,11 3-7 15,3-1-7-15,4 0-9 16,-3-1-11-16,4-3-10 16,5-3-5-16,-3-3-2 15,10 0 6-15,8-5 3 16,6-15-7-16,4-8 3 15,5-7-5-15,4-8-1 16,3-4-3-16,-1-9 2 16,4 1-1-16,-4 3-1 15,-7 6 1-15,-6 8-2 16,-7 11 0-16,-13 8-14 0,-8 6-53 16,-11 13-56-16,-8 0-70 15,-27 16-6-15</inkml:trace>
  <inkml:trace contextRef="#ctx0" brushRef="#br0" timeOffset="1641.28">5470 6089 118 0,'0'0'585'0,"0"0"-581"0,0 0 25 0,0 0 19 16,0 0 18-16,0 0-13 16,-47 29-17-16,69-29-13 15,20-2 28-15,28-28-19 16,31-21-13-16,26-17-11 15,25-8-4-15,19 0-4 16,5-7-101-16,-9-10-393 16</inkml:trace>
  <inkml:trace contextRef="#ctx0" brushRef="#br0" timeOffset="3963.729">7817 6817 532 0,'0'0'31'0,"0"0"49"0,0 0-7 15,0 0-52-15,0 0-16 16,0 0-2-16,0 0 12 15,-4 39 1-15,13-27-1 16,0-1-3-16,1-2-5 16,-2-6 4-16,-1 1-6 15,1-4 0-15,-1 0 9 16,-1-16 3-16,0-5-9 16,-3-6-2-16,-3 0-3 15,0 2 8-15,0 2-2 0,0 6 9 16,-8 6 10-16,1 6-6 15,0 5 12-15,2 0-18 16,-1 4-13-16,2 8 1 16,1 1 1-16,3-2-1 15,0-2-1-15,0-4 2 16,0-2-1-16,6-3 2 16,1 0 0-16,2-3 8 15,0-11-8-15,-3-2 0 16,-6 3-2-16,0 0 2 15,0 6-3-15,-3 4 9 16,-12 3 3-16,-1 0-12 16,-2 10 1-16,6 5 8 0,3-2 1 15,2 0-6 1,4-3-3-16,3-2-4 0,0-4 0 16,0 2-16-16,0-6-96 15,0 0-172-15</inkml:trace>
  <inkml:trace contextRef="#ctx0" brushRef="#br0" timeOffset="6004.549">7878 6768 349 0,'0'0'61'0,"0"0"8"0,0 0-16 16,0 0-10-16,0 0-7 15,0 0-6-15,0-5-5 16,0 5 1-16,0 0-2 16,0 0-9-16,0 0-8 15,0 0 0-15,0 1 7 16,0 7 1-16,0 3-4 16,8 0 2-16,0 5-2 15,0-3 4-15,0 2 6 16,-1 0 1-16,1 2-4 15,-1 1-5-15,-1-2 4 16,-1 0 0-16,-2 5-4 16,-2-3-3-16,-1 2 3 15,0 0-4-15,0-1-2 16,0 1 1-16,0 0-5 0,0-1 4 16,-4 0-3-16,-2-1 2 15,1 1-3-15,-5-1 1 16,-1 1 5-16,-2 0-2 15,1 0 1-15,0 1-3 16,-3-1-1-16,2 4-2 16,-2-2-2-16,-2 2 2 15,-2-1 2-15,1 0-1 16,-4 3 0-16,-4 0 1 16,-2-2 2-16,1 0-1 15,-3-1-2-15,1-4 1 0,0 1 3 16,1-5-1-16,2-1-3 15,-1 3 1-15,-2-5 3 16,-4 2-3-16,-4 2 0 16,-1-4-3-16,-2 0 1 15,-2 0-1-15,1-1 2 16,-3 0-2-16,-2-2 1 16,1 1-2-16,-1-2 2 15,1 0-2-15,-4-3 2 16,1 2-1-16,-4-2-1 15,7-1 3-15,5 0-2 16,3-1 0-16,2-2 1 0,4 0-1 16,1 0-1-1,2 0 0-15,-2-5 2 0,3-1-1 16,-3 4-1 0,2-3 1-16,-2 1 0 0,-1 0-1 15,0 0 0-15,1 1 2 16,-3-1-2-16,5 1 0 15,-4-2 0-15,1 1 0 16,3 0 0-16,-4 1 1 16,1-1-1-16,-3-2 0 15,-2 0 0-15,0 1 0 16,-2-2 4-16,1-3-4 16,3-1 1-16,1-5 0 15,-1 3 0-15,4-1 3 0,3-1-4 16,0 1 3-16,2-1 1 15,1 2 0-15,2-3 0 16,-2 2-1-16,4 0 1 16,-2-2-2-16,5 0-1 15,-2 0 1-15,0-2 0 16,5 2-2-16,0-1 2 16,0 0-2-16,-1-1 1 15,2 2-1-15,-1-1 0 16,2-1 0-16,0 3 0 15,-1-1 0-15,-2 0 0 16,4 2 0-16,-3-6 1 16,0 5 1-16,1-2-4 0,1 2 5 15,0-2-2-15,0 1 1 16,1 2-1-16,1-1 0 16,-2 2 0-16,0 0 0 15,3-2 0-15,-1 4 0 16,-1-1 0-16,1 1-1 15,1-1 2-15,0 3-1 16,-1-1 1-16,2 1-1 16,1-1 2-16,-1 2 0 15,-2-1 0-15,2 3-2 16,4 1 2-16,-2 1 1 16,-3-2 0-16,3 1-2 15,3-1 2-15,-3 0-2 0,1 2 0 16,-1 0 2-16,5 1-4 15,-5 0 4-15,0-1-1 16,5 1 0-16,-4-1 0 16,2 0 0-16,0 4-2 15,0-3 0-15,0 3 2 16,-1 0-1-16,4 0-1 16,0 0 1-16,-3 0-2 15,1 0 0-15,-1 0-1 16,2 3 1-16,-4 7 0 15,1 1 0-15,-1 2 1 16,-2 2-1-16,3 3 0 16,-1 1 0-16,-1 4 0 15,3-1 0-15,-2 3 0 0,1 2 0 16,-2 0 1-16,2-1-1 16,-1 1 0-16,2-1 1 15,-1 0-1-15,-1-1 0 16,-2-3 0-16,4-5 1 15,0 1-1-15,1-5 0 16,-1-2 0-16,2-4 0 16,-2-1 0-16,3-2 1 15,0-4 0-15,0 0-1 16,0 0 3-16,0 0 1 0,0 0-4 16,0-11 0-1,0-1-23-15,0-6-34 0,0-2-42 16,0-5-14-1,6-3-43-15,0-3-69 0,4-4-77 16</inkml:trace>
  <inkml:trace contextRef="#ctx0" brushRef="#br0" timeOffset="6356.375">5156 6757 484 0,'0'0'19'0,"0"0"-5"0,0 0 37 0,0 0 6 15,0 0-18-15,0 0-3 16,7 6 22-16,8 3-17 16,4-1 6-16,7 1 0 15,-2-4-2-15,4 3-5 16,2-3-5-16,3-2-10 15,0 1-4-15,5 0-2 16,3-1 2-16,-1 1-2 16,-4-2-4-16,1 0 0 15,-7 0-3-15,-9 0-9 16,-2 0 1-16,-8 1 0 16,-1 2 0-16,-9 3-4 15,-1 4-32-15,-5 5-59 16,-31 3-125-16,-25-2-551 0</inkml:trace>
  <inkml:trace contextRef="#ctx0" brushRef="#br0" timeOffset="8369.969">5730 13416 345 0,'0'0'131'0,"0"0"-126"0,0 0 3 16,0 0 64-16,0 0-33 16,0 0 4-16,127-22-10 15,-61 0-3-15,10-7 8 16,0 2-16-16,10-1-5 15,-2 1-6-15,-2 3 1 16,-3 2 1-16,0 5-4 16,-10 1-4-16,-5 6-1 0,-9 3-1 15,-9 1 0-15,-7 4-2 16,-7-1 1-16,-10 0 0 16,-9 2-1-16,-8-1 0 15,-5 2-1-15,0 0-24 16,-29 0-79-16,-11 9-54 15,-18 6-11-15</inkml:trace>
  <inkml:trace contextRef="#ctx0" brushRef="#br0" timeOffset="8732.325">5991 13462 259 0,'0'0'17'16,"0"0"49"-16,0 0 37 15,0 0-39-15,0 0-15 16,0 0-9-16,45-14-2 16,-14 9 3-16,4 1 12 15,11-5-1-15,9-2 5 16,8-1-19-16,7-4-9 15,-3-1-3-15,6 0-5 16,-7-1-2-16,1 0-3 16,-9 2-8-16,-1 1-2 0,-5 0-4 15,-3 4-1 1,-4 0 0-16,-11 3 0 0,-8 3-1 16,-13 5 0-16,-13 0 0 15,-6 18-64-15,-40 14-68 16,-32 10-202-16</inkml:trace>
  <inkml:trace contextRef="#ctx0" brushRef="#br0" timeOffset="13281.952">13378 6859 307 0,'0'0'123'0,"0"0"-41"0,0 0 16 16,0 0-15-16,0 0-8 0,0 0-15 16,0 0-22-16,4-10-20 15,-2 10-9-15,4 0-3 16,1 2 31-16,4 0-12 16,-1 1-10-16,1-3-2 15,-1 0 0-15,2 0-2 16,-5 0-5-16,-2-7 1 15,-2-2-3-15,-3 0-1 16,0 0 4-16,0 2-4 16,-2 3 3-16,-8 3 4 0,-3 1-4 15,1 0-4-15,1 5 3 16,2 7 7-16,5-3-1 16,2 1 1-16,2-3-2 15,0-1 3-15,0-3-6 16,0-3 2-16,2 0-2 15,14-6 18-15,-1-10-19 16,-2 1-6-16,-13 3-39 16,-1 1-116-16,-32 2-554 15</inkml:trace>
  <inkml:trace contextRef="#ctx0" brushRef="#br0" timeOffset="15899.748">13520 6777 347 0,'0'0'57'0,"0"0"-3"0,0 0 3 16,0 0 1-16,0 0-17 15,0 0 0-15,0 0-6 16,-5-30-5-16,5 29 3 16,0 1-11-16,0 0-2 15,-2 0-4-15,2 0-8 16,0 0-8-16,0 3-2 16,0 5 2-16,0 5 5 15,-1-1 0-15,-1 0 3 16,1 3 2-16,1-1 3 0,-2 1-5 15,1 0-4-15,-2 0 4 16,3 5-3-16,-3-1 1 16,0 3 1-16,-1 5-3 15,-2-2 0-15,0 1 2 16,-6 0 9-16,1-1-2 16,-1 2-5-16,-4 0 0 15,-1 1-5-15,-2 0-2 16,-2 3 2-16,0 0 0 15,-4-2-2-15,-2 6 1 16,0-3 0-16,-4 0-1 16,0 1 0-16,-4-3 0 15,-4-2 1-15,-2-3-1 0,-1-3 1 16,3-4-1 0,-2-4-1-16,2 0 1 0,-2 0-1 15,-2-1 1-15,3-2-1 16,-1 2 0-16,0-2 1 15,4-2-1-15,1-2 2 16,1-3-1-16,2-1-1 16,4-1 3-16,0-2-2 15,-2 0 0-15,6 0 5 16,-7 0 10-16,-2 0-10 16,1-1-3-16,0-5 1 15,3-1 2-15,5-1 3 16,1-2 2-16,2-1 2 15,4-1-7-15,-1-4-2 0,4-3 3 16,0 0 0 0,6-2-1-16,-2-2-2 0,3 0-3 15,-3 2 1-15,5 2-2 16,1-1 0-16,-2 1 3 16,1-2-3-16,2 1 0 15,1 3 1-15,0 0 1 16,0 1-2-16,1 0 0 15,1-1 0-15,-1 3 2 16,2-2-1-16,-3 2 2 16,-1 0-1-16,4-1 1 15,-3 3 2-15,0-2-2 16,0-1 5-16,0 3-4 0,-3 2 0 16,4-1 0-16,1 1 1 15,-4 2 1-15,5 0-1 16,-4 2 2-16,3 2 1 15,1 1 0-15,-2 0-3 16,1 3-2-16,-1 0 3 16,2 0-3-16,0 0-3 15,-3 0 0-15,2 0-3 16,-7 13 0-16,0 3 3 16,1 4 1-16,-2 1-1 15,2 1 0-15,-2 0 1 16,-3 2-1-16,3 1 1 0,0-4 2 15,-3-2-3-15,3 0 0 16,-2-4 1-16,0 1-1 16,0-4 0-16,-2 2 2 15,2-3-2-15,2-2 1 16,2-2-1-16,1-3 0 16,3-1 0-16,2-3 0 15,1 0-1-15,0 0-3 16,0 0-20-16,0 0-8 15,0-17-34-15,1-4-90 16,12-4-92-16,5-2 25 16,0-4-205-16</inkml:trace>
  <inkml:trace contextRef="#ctx0" brushRef="#br0" timeOffset="16204.541">12071 7058 74 0,'0'0'236'0,"0"0"-183"0,0 0 58 16,0 0-24-16,0 0-30 15,0 0-7-15,73-28-10 16,-49 28-5-16,4 0 4 16,-1 1-3-16,6 6-4 15,-2 2-4-15,4 0-5 0,-3-4-2 16,1 1 2-1,-1-2 0-15,-6-3-1 0,3 1-4 16,-7-2-4-16,-2 0-1 16,-4 0-4-16,-4 0-2 15,-2 0-2-15,-5 0-2 16,-2 0-3-16,-3 0-57 16,0 0-219-16,-18 7-277 15</inkml:trace>
  <inkml:trace contextRef="#ctx0" brushRef="#br0" timeOffset="29724.496">19081 6865 206 0,'0'0'15'0,"0"0"22"0,0 0 34 0,0 0 4 16,0 0-25-16,0 0-9 15,0 0-8-15,-13-54 4 16,13 54-5-16,0 0 2 15,0 0-6-15,0 0-20 16,0 0-8-16,0 11 1 16,0 7 27-16,0 4-9 15,3 4 1-15,6 3-1 16,-2 6 7-16,7 2-6 0,-2 4-3 16,1 0-6-16,-1-2 7 15,2 1-4-15,2-1-7 16,2 0 0-16,0 1 3 15,4 0 2-15,4 3-3 16,0-3-1-16,3 1-2 16,1-5-1-16,-1 0 0 15,0-5-1-15,0-1-4 16,0-5 4-16,2-1-4 16,4-3 3-16,-4-2-2 15,6-1 1-15,-1-2 0 16,2-3-2-16,1-4 1 0,0-2 0 15,-1-2 0-15,1-3 0 16,-4-1 0-16,-1-1 0 16,-1 0-1-16,2 0 3 15,1 0-3-15,-4 0 1 16,1 0 0-16,-1-5 0 16,1-1 0-16,-2-2 0 15,2-2 0-15,0-3-1 16,-4-1 1-16,-2-1 0 15,0 0 1-15,-5 0 0 16,-1 0-1-16,-3 1-1 16,-5-1 1-16,1 0-1 15,-5-1 1-15,3-1-1 0,-5 0 3 16,-1 1-1 0,2-2-1-16,-1 0 0 0,-1-2 1 15,0 1 0-15,2-2 0 16,-2 1 6-16,-1-2-2 15,3 1 1-15,-5-1-2 16,5 3 4-16,-2-1-4 16,-1 2 0-16,-2-2 3 15,-1 4-1-15,-1-1 2 16,-1-2-3-16,2 2-1 16,-2-1-1-16,0 0-1 15,1 0 5-15,1 2-3 0,1 0 1 16,-2 1 3-1,-1 0 5-15,0 2-6 0,0-2-2 16,0 2 0-16,0 1 1 16,0 2 1-16,0 2-4 15,0 2 1-15,0 2 2 16,0 1-2-16,0 2 2 16,0-2 2-16,0 3-4 15,0 0 1-15,0 0-2 16,0 0-1-16,0 0-1 15,0 0-2-15,0 0-1 16,0 3-3-16,-4 10 4 16,-2 4 3-16,1 0-2 15,-3 0 2-15,3 2-3 16,-1 1 0-16,-2 1 2 0,0 2-1 16,-1 3 0-16,-2 1 10 15,1 0-5-15,-1 0-3 16,2-5 5-16,-1 3-6 15,3-3 0-15,-1-4 0 16,2-1-2-16,-2-3 2 16,1-4 1-16,1-3-2 15,2-4 0-15,-1-2-1 16,4-1-1-16,-3 0-16 16,1-8-33-16,3-13-47 15,0-8-54-15,14-5-102 16,2-2-74-16</inkml:trace>
  <inkml:trace contextRef="#ctx0" brushRef="#br0" timeOffset="29983.33">20467 6922 348 0,'0'0'54'0,"0"0"-5"0,0 0 19 0,0 0-21 16,0 0 16-16,0 0 5 15,68 45-15-15,-50-23 5 16,7-1 5-16,-3-1-9 16,2-2-7-16,-4-5-13 15,0 3-21-15,-2-5 0 0,-1-2-6 16,-3 1-2-16,0-3-4 16,-2 1-1-16,-2 3-2 15,-1-1-76-15,-7-2-132 16,-2-3-352-16</inkml:trace>
  <inkml:trace contextRef="#ctx0" brushRef="#br0" timeOffset="38413.437">19238 6010 754 0,'0'0'10'0,"0"0"-10"0,0 0 22 16,0 0 3-16,0 0 23 15,0 0-17-15,46 87-3 16,-17-74-5-16,5-9-2 16,5-4-1-16,12-9 9 15,11-26-8-15,17-18-4 16,14-17-15-16,11-7 4 15,-2 4-6-15,-13 8 0 16,-16 12-33-16,-22 13-72 16,-18 16-50-16,-21 12-65 15,-12 12-244-15</inkml:trace>
  <inkml:trace contextRef="#ctx0" brushRef="#br0" timeOffset="38714.377">19944 6159 593 0,'0'0'21'0,"0"0"58"15,0 0 1-15,0 83-35 16,0-61-13-16,7-2 30 15,4-4-28-15,2-3-18 16,4-6-4-16,2-6-3 0,5-1 9 16,10-12-1-16,9-15-9 15,6-10-3-15,11-5-4 16,4-3-1-16,2 0-30 16,-3-2-97-16,-7 3-59 15,-8 6-151-15</inkml:trace>
  <inkml:trace contextRef="#ctx0" brushRef="#br0" timeOffset="38960.098">20608 6172 721 0,'0'0'8'0,"0"0"57"16,0 0 47-16,0 0-32 16,0 0-16-16,0 0-11 15,135-73-21-15,-42 19-21 16,27-15-11-16,30-10-17 16,37-6-27-16,20-18-174 15,-1-8-481-15</inkml:trace>
  <inkml:trace contextRef="#ctx0" brushRef="#br0" timeOffset="54110.97">22732 6979 321 0,'0'0'231'0,"0"0"-224"0,0 0 20 0,0 0 42 0,0 0-24 16,0 0-4-16,0 0-16 16,-71 22 14-16,72-10 25 15,17 0-5-15,12 1-28 16,10-1 2-16,8-2-8 0,6-5-9 15,5 0-10-15,1-3-2 16,-3-2-2-16,4 0 1 16,-3 0-1-16,-3-1 1 15,-7-6-3-15,-5-1 0 16,-11 2-4-16,-4-3-12 16,-9 1-11-16,-8 2-11 15,-5 0-50-15,-6 3-25 16,0-1 18-16,-6 1-197 15</inkml:trace>
  <inkml:trace contextRef="#ctx0" brushRef="#br0" timeOffset="54560.046">23307 6868 101 0,'0'0'442'0,"0"0"-385"15,0 0 21-15,0 0-33 16,0 0-41-16,0 0 36 16,0 36 34-16,3-16-25 15,10 3-14-15,0-3-17 16,4-2-2-16,2-1-7 16,0-6-7-16,3-3-2 15,0-5 0-15,2-2 11 0,-3-1-3 16,0 0-4-1,-5 0 2-15,-7-4-6 0,-5 0 5 16,-4 2-2-16,0 2 9 16,0 0 4-16,0 0-16 15,-9 2 0-15,-8 15 16 16,-3 5-9-16,1 3-2 16,4 0 1-16,1 0 9 15,4 1-3-15,-3-4 10 16,2 1-10-16,2-5-8 15,0-2 4-15,5-5-4 16,1-2-2-16,1-6-2 16,2-1 0-16,0-2-1 15,0 0-26-15,0 0-33 16,0-14-116-16,8-7-356 0</inkml:trace>
  <inkml:trace contextRef="#ctx0" brushRef="#br0" timeOffset="55455.471">24435 6876 759 0,'0'0'85'0,"0"0"28"0,0 0-20 16,0 0-54-16,0 0-39 0,0 0 41 16,-6 51 3-16,6-19-13 15,0 4-5-15,0 0-8 16,-2 0-4-16,-2-4-2 15,-2-1-6-15,-5-4 1 16,2-1-6-16,-1-6-1 16,2-3 0-16,1-5-20 15,3-4-19-15,2-7-35 16,1-1-39-16,1 0 3 16,0-6-120-16,-2-17-228 15</inkml:trace>
  <inkml:trace contextRef="#ctx0" brushRef="#br0" timeOffset="55775.656">24348 6853 431 0,'0'0'38'0,"0"0"51"16,0 0-2-16,95-15-7 15,-62 15-29-15,2 0-5 16,-1 10-3-16,-3 4-13 15,-1 3-3-15,-3-1-6 16,-5 0-6-16,-4 2 3 16,-3 4-8-16,-7-2 3 15,-1 2-1-15,-7 0 0 0,0-1 0 16,0 3-3 0,-15-3 6-16,-10 1-4 0,-8 2-10 15,-7 0 2-15,-5 0 2 16,0-4-5-16,4-2-3 15,6-5-50-15,8-6 9 16,12-2-54-16,5-5-65 16,10 0-70-16</inkml:trace>
  <inkml:trace contextRef="#ctx0" brushRef="#br0" timeOffset="56202.342">24842 7129 627 0,'0'0'66'0,"0"0"36"16,0 0-32-16,0 0-15 15,81-79-20-15,-55 57 1 16,0 1-10-16,-6-1-15 15,-6 1 0-15,-2-1-6 16,-6 4 3-16,-5 3-1 16,-1 2 1-16,0 5-5 15,-4 2-2-15,-11 3-1 16,-3 3 14-16,-4 0-6 0,-1 7-6 16,0 9-1-16,-3 2 0 15,7 4 0-15,1 4-1 16,4 1 0-16,1-1 5 15,7 0 5-15,5-3-3 16,1-4 2-16,0-2-4 16,1-1-4-16,12-4 1 15,4-3 3-15,8-3-5 16,2-5-12-16,3-1-62 16,3 0-81-16,1 0-215 15</inkml:trace>
  <inkml:trace contextRef="#ctx0" brushRef="#br0" timeOffset="56704.623">25230 6956 247 0,'0'0'403'0,"0"0"-307"16,0 0 26-16,0 0-83 16,0 0-24-16,0 0 10 15,-57 53-7-15,50-28 5 16,2 1-6-16,5-1-8 15,0-4 2-15,0-1-7 16,0-5 9-16,5 0-13 16,5-4 0-16,3-4 0 15,0-4 0-15,4-3 14 0,4 0-4 16,-3 0-4-16,4-7-6 16,-1-7 4-16,-3-2-1 15,0-2-1-15,-4-1 1 16,-5 1-1-16,-2 1 4 15,-3 0 8-15,-1 6 9 16,-3 1-2-16,0 4-4 16,0 3-3-16,0 2 3 15,0 1 1-15,0 0-18 16,0 0-7-16,0 8 3 16,0 8 4-16,2 0 5 15,0 2 5-15,4-3 4 16,0 1-4-16,4-3 4 15,-3-1-4-15,7-3-6 0,-1-3 3 16,2-5-3-16,3-1 1 16,4 0-3-16,-1-4-2 15,2-9-12-15,-3-4-34 16,-1-4-34-16,-3-4-53 16,-10-9-194-16,-6-6-355 15</inkml:trace>
  <inkml:trace contextRef="#ctx0" brushRef="#br0" timeOffset="56840.829">25475 6821 659 0,'0'0'16'0,"0"0"45"0,0 0 12 0,0 0-73 16,0 0-1-16,0 0-104 15,34 49-174-15</inkml:trace>
  <inkml:trace contextRef="#ctx0" brushRef="#br0" timeOffset="57448.928">25704 6913 618 0,'0'0'102'0,"0"0"67"16,0 0-28-16,0 0-35 15,0 0-35-15,17 82-33 16,-14-64-15-16,3-3-12 0,-2 1-5 15,-3-2-1-15,-1-4-3 16,0-1 0-16,0-3-2 16,0-5-5-16,-5-1-6 15,-3 0 9-15,-1-1-2 16,3-14-3-16,0-3-4 16,6 1 7-16,0-1-3 15,0 4 7-15,2 1 5 16,7 3 11-16,3 4-2 15,5 5-4-15,0 1-1 16,4 0-4-16,-2 11 1 16,-2 3-1-16,-1 3 0 15,-4 0 0-15,-3-2-3 0,-2 0-1 16,-4-4-1 0,-1-1 1-16,-2-3 0 0,0-5-1 15,0 1 0-15,0-3 0 16,0 0 1-16,0-5 5 15,0-11-6-15,0-5-8 16,0 0 7-16,7-3 1 16,4-1 4-16,4 2 0 15,0 4 0-15,1 4-1 16,-1 6 7-16,1 3-6 16,-1 3 2-16,3 3-1 15,0 0-2-15,-3 4-1 16,0 8 2-16,-3 7 1 15,-3-1 4-15,1 2-1 0,-2-3 1 16,-2-2-6-16,0-1 0 16,-2-3-3-16,1-2-2 15,3-3-35-15,5-6-52 16,9 0-114-16,8-6-103 16,4-18-162-16</inkml:trace>
  <inkml:trace contextRef="#ctx0" brushRef="#br0" timeOffset="58055.435">26392 6804 102 0,'0'0'609'0,"0"0"-387"16,0 0-90-16,0 0-57 15,0 0-10-15,-94 31-22 16,72-3-19-16,7 4-6 0,4-3-10 16,10 1-8-16,1-6 2 15,0-9-2-15,7-5-1 16,5-6-1-16,6-4 1 15,0-1 1-15,3-16-23 16,-2-5 2-16,-1-3 9 16,-4 1 11-16,-4 3 1 15,-2 9 1-15,-5 5 1 16,0 5 9-16,1 2-11 16,3 6 0-16,1 12 0 15,2 2 1-15,2 1 2 16,-1-3-3-16,2-2 0 0,5-7-4 15,6-5 4-15,3-4 4 16,1 0-4-16,5-11-16 16,-2-14-37-16,-1-5 9 15,-6-6 11-15,-3-4 10 16,0-3 0-16,-6-3 11 16,-6-1 2-16,-2-2 4 15,-7 10 6-15,0 8 17 16,0 8 40-16,-12 12-3 15,0 6-14-15,-4 5-22 16,-1 0-6-16,-2 13-3 16,2 11 0-16,3 8 3 15,3 4 6-15,5 4 4 16,5 1 1-16,1 1 15 16,0-2-14-16,0 2-4 0,12-2 3 15,0 0-6-15,1-1-3 16,-2-6-8-16,-2-4-3 15,2-5-1-15,-2-7-1 16,2-4 0-16,2-4-1 16,-1-3-11-16,1-4-43 15,1-2-68-15,-1 0-84 16,-1-13-327-16</inkml:trace>
  <inkml:trace contextRef="#ctx0" brushRef="#br0" timeOffset="58512.747">27689 6667 677 0,'0'0'108'0,"0"0"50"0,0 0-93 16,0 0-43-16,0 0 37 15,0 109-1-15,0-57 4 16,0 3-29-16,0 1-5 16,0 1-12-16,0-6-7 15,0-8-3-15,0-6-4 16,0-8-2-16,0-8-5 0,0-6-32 15,3-5-86 1,-3-9-34-16,0-1-167 0</inkml:trace>
  <inkml:trace contextRef="#ctx0" brushRef="#br0" timeOffset="58790.875">27669 6711 584 0,'0'0'43'0,"0"0"7"16,93-38 38-16,-55 38-29 15,3 0-7-15,-2 0-5 0,-7 15-9 16,-6 4-3-16,-9 2-5 16,-6 5-6-16,-11 2 0 15,0 0-1-15,-6 0-11 16,-18-1-2-16,-7 1-1 15,-3-4-9-15,1-6 0 16,6-2 0-16,9-6-39 16,11-6-79-16,7-4-125 15,1-4-53-15</inkml:trace>
  <inkml:trace contextRef="#ctx0" brushRef="#br0" timeOffset="59061.067">28181 6708 677 0,'0'0'155'16,"0"0"-91"-16,0 0 53 15,0 0-19-15,-24 86-29 16,24-52-21-16,0 3-18 16,0 0-11-16,0 0-9 15,0-1-2-15,3-5-3 16,6-4-1-16,-2-4-3 15,2-8 3-15,2-2-2 16,-1-5-1-16,1-5-1 16,2-3-8-16,1 0-12 15,2-2-25-15,-3-12-68 16,-2-7-34-16,-4-7-121 0</inkml:trace>
  <inkml:trace contextRef="#ctx0" brushRef="#br0" timeOffset="59225.384">28038 6809 795 0,'0'0'39'16,"0"0"1"-16,0 0 29 16,96 0-50-16,-52 0-16 15,5 0-3-15,-3 0-123 16,-2 0-320-16</inkml:trace>
  <inkml:trace contextRef="#ctx0" brushRef="#br0" timeOffset="60064.479">28651 6734 497 0,'0'0'175'16,"0"0"23"-16,0 0-61 15,0 0-51-15,0 0-53 16,0 0 6-16,51 4 31 16,-38 18-39-16,0 2-7 15,-4 2-7-15,-1-2-8 0,-1 0-4 16,-5-2-1-1,-2 0 0-15,0-4-2 0,0-4-2 16,0-3-27-16,-7-5-19 16,5-6-24-16,-3 0 15 15,1-6 44-15,1-11-20 16,3-1 27-16,0-1 4 16,0 3 2-16,1 0 5 15,7 8 21-15,5 0-1 16,1 4 7-16,3 4-12 15,5 0-3-15,3 0-7 16,0 4 5-16,2 6-1 16,-2 5-10-16,-3-1 2 15,-5-1-5-15,-3 1-2 16,-6-3-1-16,-5-2-3 0,-3 0-7 16,0-2-18-1,0-5-19-15,-3-2 27 0,-7 0 4 16,4-18 2-16,5-4 1 15,1-6 0-15,0 0 5 16,7 2 5-16,10 4 1 16,-1 7 1-16,3 1 1 15,-1 4 0-15,-1 5 6 16,2 0 2-16,-2 5 2 16,-1 0 2-16,-2 0-3 15,0 14 4-15,-3 4 5 16,-2 0 1-16,-2 7 7 0,-3-1-5 15,-4 6-5-15,0-3-4 16,0-3-5-16,0-1-6 16,-3-5-1-16,0-5-4 15,3-4-49-15,0-5-81 16,0-4-157-16,2 0-285 16</inkml:trace>
  <inkml:trace contextRef="#ctx0" brushRef="#br0" timeOffset="60402.553">29291 6802 706 0,'0'0'69'0,"0"0"8"0,0 0 26 0,0 0-46 16,-31 86-20 0,31-60-20-16,4-2-2 0,11-3 1 15,3-5-9-15,1-7 0 16,3-9-1-16,3 0 5 15,0-5-7-15,2-13-1 16,-3-8 0-16,-4 1 0 16,-3-5-2-16,-8 1 4 15,-3-1 8-15,-6 3 5 16,0 9-1-16,0 4 13 16,-18 6 0-16,0 5-3 15,-3 3-12-15,0 0-3 16,2 0-10-16,4 11-2 15,4 0-1-15,3 2-11 0,6 0-49 16,2-5-78-16,0-2-165 16,13-6-275-16</inkml:trace>
  <inkml:trace contextRef="#ctx0" brushRef="#br0" timeOffset="60873.723">29613 6746 757 0,'0'0'99'0,"0"0"-30"16,0 0 25-16,0 0-19 15,0 0-27-15,17 76 5 16,-11-53-15-16,-2-3-15 0,2 1-11 16,-3-4-4-16,0-6-3 15,0-3-4-15,0-3 3 16,-2-4-1-16,7-1-2 15,-1 0 9-15,1-4-5 16,2-11-1-16,1-3-4 16,2-5 0-16,1 1 1 15,0 1 1-15,0 0-2 16,-2 7 0-16,-2 3 3 16,-4 2-3-16,0 2 2 15,0 4-1-15,-2 0 1 16,3 3-2-16,-1 0-3 0,0 0 1 15,2 7 0-15,-3 6 1 16,-1 3 1-16,-2 6 6 16,-2 1 3-16,0-2-3 15,0 5 2-15,0-7-5 16,0-1 1-16,0-2-4 16,0-5 4-16,0-3-4 15,0-7-1-15,0-1-2 16,0 0-44-16,0-10-30 15,-2-11-139-15,-1-6-245 16</inkml:trace>
  <inkml:trace contextRef="#ctx0" brushRef="#br0" timeOffset="61010.373">29812 6643 670 0,'0'0'27'0,"0"0"119"0,0 0-122 0,0 0-21 15,0 0-6-15,0 0-134 16,52 24-180-16</inkml:trace>
  <inkml:trace contextRef="#ctx0" brushRef="#br0" timeOffset="62063.426">30039 6753 676 0,'0'0'86'16,"0"0"113"-1,0 0-56-15,0 0-41 0,-14 89-44 16,12-69-12 0,2-3-20-16,0-3-13 0,0-3-9 15,0-4 0-15,0-3-1 16,0-4-3-16,0 0 2 16,0 0 1-16,2-9 0 15,10-11-3-15,3-7-2 16,1-1 2-16,2 0 0 15,-3 4-1-15,-2 5 0 16,-4 8 1-16,-2 7 2 16,-4 4 2-16,2 0-4 15,-2 1-8-15,3 13 8 16,2 3 3-16,-1 0-1 0,3 2-2 16,0-4-1-16,3-1 0 15,6-4-6-15,5-4-38 16,4-5-30-16,7-1-38 15,1 0 5-15,-2-1-42 16,1-15 21-16,-7-5 58 16,-7-6 60-16,-8 0 11 15,-8-1 18-15,-5 7 74 16,0 6 85-16,-9 7-16 16,-11 7-50-16,-5 1-56 15,-4 4-26-15,7 15-3 16,3 4-17-16,8 4-4 0,5-1-5 15,6 1 0-15,0-5 0 16,0-5-1-16,9-4-25 16,9-6-24-16,0-6-41 15,3-1-30-15,1 0-36 16,-4-15-39-16,2-1-16 16,-5-2 86-16,2-3 96 15,-3 2 30-15,-2 7 19 16,-5 1 76-16,-4 6 74 15,-3 5-16-15,0 0-38 16,0 0-95-16,0 14 2 16,0 8 9-16,-3 7-13 15,-4 8-8-15,1 8-4 16,3 7-5-16,3 6 5 0,0 3 4 16,6-1 0-16,6 1 7 15,1 0 10-15,-4-6 8 16,-1-5 0-16,-7-7-4 15,-1-9-12-15,0-11-6 16,0-5-4-16,-6-7-1 16,-6-9-5-16,-4-2-3 15,-6 0-9-15,-3-8-26 16,-2-7-9-16,1-7 9 16,3 0 11-16,7-4-12 15,3-5 3-15,7 2 20 0,4-1 10 16,2 0 3-1,0 2 16-15,0 0 16 0,9 0 8 16,9-2 8-16,2 2-17 16,6-2 7-16,4 1-10 15,3 2-3-15,3 2-9 16,-1 2-2-16,1 3 2 16,-1 5 8-16,-4 2 5 15,-3 3-5-15,-6 3-3 16,-3 3 2-16,-12 1-5 15,0 0-3-15,-5 3-4 16,-2 0-6-16,0 0-2 16,1 0-3-16,-1 0-7 15,0 0-32-15,-4 0-32 16,-14 0-74-16,-3 0-151 0</inkml:trace>
  <inkml:trace contextRef="#ctx0" brushRef="#br0" timeOffset="63104.042">24478 7886 656 0,'0'0'48'0,"0"0"80"16,0 0-22-16,0 0-18 0,0 0-46 15,0 0-38-15,-19 41 58 16,19 2-17-16,0 0-20 16,0 4-14-16,0 0-2 15,0-3-5-15,0-1-2 16,0-8-2-16,0-7 0 16,0-5-21-16,0-7-53 15,0-6-62-15,4-7-179 16,-2-3-369-16</inkml:trace>
  <inkml:trace contextRef="#ctx0" brushRef="#br0" timeOffset="63484.523">24736 8233 509 0,'0'0'23'15,"0"0"100"-15,97-56-40 16,-63 32-26-16,-8-3-22 16,-2 1-20-16,-8 1 0 15,-10 4 2-15,-3 2 6 16,-3 2-7-16,-6 1-15 16,-13 6-1-16,-7 6 2 15,2 4 6-15,-1 0-8 16,2 7 6-16,1 10 2 15,4 6 9-15,5 2 16 0,4 7 1 16,4 0-9-16,5 1-1 16,0-2-6-16,11-4-3 15,13-4-4-15,-1-5-3 16,3-4-7-16,1-8-1 16,1-2-3-16,2-4 1 15,1 0-58-15,8-1-75 16,-2-15-135-16,-1-4-318 15</inkml:trace>
  <inkml:trace contextRef="#ctx0" brushRef="#br0" timeOffset="63843.55">25296 7965 638 0,'0'0'76'16,"0"0"101"-16,0 0-56 15,0 0-55-15,0 0-21 16,0 0-19-16,-42-39-16 15,31 52-7-15,2 6 1 16,3 4 1-16,3 5 0 16,3 3 4-16,0 1 0 15,0 3 0-15,0 0 0 16,5 0 1-16,1-3-2 16,6 4 0-16,-6-6 0 15,0-4-2-15,-2-3 0 16,2-1-4-16,-3-3 2 0,-3-2 3 15,0-4-6-15,0-2 4 16,0-2-4-16,-2-2 0 16,-9 1-1-16,0-4 5 15,-5-3-5-15,-2-1-5 16,-1 0-13-16,2 0-19 16,1-10-47-16,2-5-18 15,4-6-123-15,2-6-233 16</inkml:trace>
  <inkml:trace contextRef="#ctx0" brushRef="#br0" timeOffset="63985.499">25293 8178 329 0,'0'0'0'0,"0"0"0"16,88-36-127-16</inkml:trace>
  <inkml:trace contextRef="#ctx0" brushRef="#br0" timeOffset="64310.362">25692 7936 448 0,'0'0'171'15,"0"0"37"-15,0 0-67 0,0 0-59 16,0 0-36-1,0 0-15-15,-38 10 12 0,33 13-5 16,3 3-10-16,2 8-14 16,0 4 0-16,0 3 4 15,-4 0-8-15,2 2-3 16,-2-8 1-16,1-3-5 16,2-6-1-16,1-5 1 15,0-6-1-15,0-3-1 16,4-3 0-16,8-5 1 15,2 2-1-15,2-6 3 16,3 0-4-16,4 0-19 16,-1-3-31-16,0-11-26 15,-4-1-22-15,2-6-18 16,-5-8-104-16,-7-1-68 0</inkml:trace>
  <inkml:trace contextRef="#ctx0" brushRef="#br0" timeOffset="64471.995">25601 8143 611 0,'0'0'36'0,"0"0"98"16,0 0-62-16,0 0-36 16,100 6-36-16,-50-10-18 15,0-3-191-15,5-5-291 16</inkml:trace>
  <inkml:trace contextRef="#ctx0" brushRef="#br0" timeOffset="64851.988">26192 8109 419 0,'0'0'76'15,"0"0"55"-15,0 0-18 0,0 0-72 16,0 0 15-16,0 0-31 16,82 0-10-16,-41 0-10 15,11-1-1-15,6 1 0 16,5-1-2-16,4 1 0 15,0-3 0-15,-4 3 0 16,-4 0-1-16,-1-2 2 16,-5 0-1-16,-3 0-2 15,-5 1 0-15,-5-2 0 16,-4 1 0-16,-10 0 0 0,-9-4-19 16,-3 4-42-1,-7-2-42-15,-4-2-95 0,-3-1-115 16</inkml:trace>
  <inkml:trace contextRef="#ctx0" brushRef="#br0" timeOffset="65308.998">26916 7953 516 0,'0'0'11'15,"0"0"28"-15,0 0 29 16,0 0 10-16,0 0-30 16,0 0 6-16,33 69-25 0,-7-58-14 15,1-2-6 1,4-5-2-16,-1-1-4 0,0-3-3 16,0 0-6-1,-3 0-14-15,-6 0 2 0,-3-3 10 16,-6-3-8-16,-5 1 16 15,0-1 25-15,-7 4 19 16,0 2 25-16,0 0 9 16,0 0-45-16,0 0-19 15,-3 2-2-15,-11 12-8 16,-3 3 7-16,-1 5-1 16,-2 3 9-16,-2 1-7 15,-3-1 12-15,-2 1 20 16,1-3-21-16,0-3-5 0,4-2-7 15,1-1-4-15,5-5-3 16,5-6-4-16,6 0 0 16,1-2 0-16,2-4-15 15,2 0-54-15,0 0-41 16,19-15-172-16</inkml:trace>
  <inkml:trace contextRef="#ctx0" brushRef="#br0" timeOffset="67804.468">27975 7806 557 0,'0'0'76'0,"0"0"75"0,0 0 1 0,0 0-46 16,0 0-45-16,0 0-45 15,0-3 27-15,0 39 32 0,0 2-33 16,0 1-4-16,0-5-7 16,0-5-9-16,0-2-7 15,0-4 3-15,-1-6-9 16,-2-2-6-16,0-2 2 15,-2-5-4-15,4 2-1 16,-1-7-5-16,2 0-46 16,0-3-47-16,0 0-51 15,0 0-30-15,5 0-138 16,7-14-299-16</inkml:trace>
  <inkml:trace contextRef="#ctx0" brushRef="#br0" timeOffset="68309.05">28248 7965 502 0,'0'0'107'0,"0"0"-38"15,0 0 0-15,0 0 47 16,0 0-45-16,0 0-23 16,3 71 9-16,4-51-23 15,4-2-10-15,2 0-5 16,2-2-8-16,0-2-5 15,3-5-1-15,-1-2-1 16,0-5 0-16,3-2-2 16,-4 0 0-16,2 0 1 0,-1 0-1 15,0-13 1 1,-1 0-3-16,0-4 5 0,-4-2 4 16,2-1 12-16,-3 1 9 15,-5-2-7-15,-3 4 0 16,-3 0 6-16,0 2-2 15,0-1-11-15,0 3 2 16,0 2-6-16,-4 2-6 16,-4 1-2-16,-3 0 2 15,0 5-3-15,-3-2 5 16,-2 4-8-16,-2 1 3 16,-3 0 2-16,2 0-2 15,1 0 0-15,0 2 0 16,6 4-1-16,-1 0-1 0,2 0-1 15,3-1 0-15,2 2 0 16,1-2 0-16,5-1-1 16,0 0-6-16,0-2-36 15,2-1-43-15,14-1-67 16,3 0-142-16</inkml:trace>
  <inkml:trace contextRef="#ctx0" brushRef="#br0" timeOffset="68856.66">28783 7678 416 0,'0'0'122'0,"0"0"-46"0,0 0 68 16,0 0-68-16,0 0-12 15,0 0 0-15,38 12-31 16,-7-12-12-16,4 0-17 0,0 0-1 16,-2 0-3-1,0 0-25-15,-8-2-61 0,-4-3-156 16,-9 0-179-16</inkml:trace>
  <inkml:trace contextRef="#ctx0" brushRef="#br0" timeOffset="69149.226">28946 7549 519 0,'0'0'44'0,"0"0"81"16,0 0 5-16,0 0-82 0,0 0 21 16,0 0-1-16,-14 71-5 15,15-45-7-15,8 2 3 16,-2-1-13-16,1-3-16 16,-2-2-9-16,1-2-13 15,-1-2-4-15,-1-4-2 16,-1-3-2-16,1-2 0 15,-1-4-23-15,3-2-34 16,-1-3-73-16,5 0-68 16,2-6-175-16</inkml:trace>
  <inkml:trace contextRef="#ctx0" brushRef="#br0" timeOffset="69501.191">29198 7583 491 0,'0'0'123'0,"0"0"-94"16,0 0 78-16,0 0-1 15,0 0-34-15,21 93-33 16,-10-68 8-16,-2-5-4 16,1 1-15-16,-2-9-12 15,-4 1-4-15,1-3-8 16,-2-6-2-16,-2-2 2 0,1-2-4 15,2 0-4-15,-1 0-6 16,3 0 7-16,1-12 4 16,3-5-1-16,1-5 2 15,-2 0 0-15,4-3-2 16,1-2 4-16,-2 3-4 16,1 1 2-16,-2 3-1 15,-2 5-1-15,-2 4 0 16,1 6-11-16,-4 4-79 15,-2 1-216-15,-2 0-243 16</inkml:trace>
  <inkml:trace contextRef="#ctx0" brushRef="#br0" timeOffset="69913.503">29646 7699 545 0,'0'0'34'15,"0"0"83"-15,0 0-23 16,0 0-35-16,43-85-42 16,-37 73 10-16,-6 3-6 15,0 2-12-15,0 6-9 16,-7 1 0-16,-9 0 16 0,-3 0-11 15,2 10-2-15,0 4-3 16,2 5 17-16,3 2 2 16,5 2 8-16,0 0 17 15,5-1-9-15,2-1-7 16,0-2-11-16,0-1 1 16,9-5 3-16,4-4 1 15,3-3 0-15,3-3-2 16,0-3-13-16,5 0-2 15,-3 0-2-15,1-2-3 16,2-5-9-16,0-1-69 16,-2 1-59-16,2-3-91 15,-3-1-370-15</inkml:trace>
  <inkml:trace contextRef="#ctx0" brushRef="#br0" timeOffset="75067.43">30549 7824 631 0,'0'0'14'0,"0"0"0"0,0 0 64 15,0 0 3-15,-11 95-5 16,11-61-16-16,0 7-15 16,4 3 1-16,3 2-17 15,-3 1-7-15,1-4-7 16,-2-2-8-16,-3-3-2 15,0-5-3-15,0-4 0 16,0-6 0-16,0-5 1 0,0-5-3 16,0-6-2-1,-2-4-19-15,1-3-25 0,-1 0-33 16,-1-7-40-16,-1-14-248 16</inkml:trace>
  <inkml:trace contextRef="#ctx0" brushRef="#br0" timeOffset="75354.457">30572 7824 446 0,'0'0'38'0,"0"0"26"16,0 0-2-16,0 0-18 15,0 0-1-15,0 0-11 0,-82 68 1 16,65-43 8-16,0-2-7 16,-2 1-3-16,2-3 6 15,-1 0-15-15,5-3-9 16,1-4-3-16,5-6-9 16,5-3 3-16,2-5-4 15,0 0-56-15,6-4-98 16,13-16-121-16</inkml:trace>
  <inkml:trace contextRef="#ctx0" brushRef="#br0" timeOffset="75583.737">30620 7734 477 0,'0'0'74'0,"0"0"-28"16,0 0 85-16,0 0-33 15,0 0-29-15,97 72-11 16,-77-42 2-16,-10-1-28 16,5-2-10-16,-8 1-8 15,1-3-4-15,-2-3-9 16,-3-1-1-16,-2-1-3 16,-1-4-54-16,2-2-123 15,2-6-208-15</inkml:trace>
  <inkml:trace contextRef="#ctx0" brushRef="#br0" timeOffset="76320.761">31055 7958 565 0,'0'0'84'15,"0"0"72"-15,0 0-56 16,0 0-58-16,0 0-29 15,0 0-11-15,-45-13 4 16,31 26-4-16,7 6-2 0,5 2 2 16,2-1 2-1,0 4 4-15,12-3 1 0,5 0 8 16,6-3 3-16,0 1-8 16,-4-4-1-16,-3 2-1 15,-6 0 3-15,-4-1-1 16,-6 1 2-16,0-2-2 15,-3-1 1-15,-14-1-2 16,-2-4-2-16,1-3-4 16,3-1-2-16,3-4-2 15,3-1 1-15,5 0 2 16,4 0-4-16,0-4-3 16,0-9-9-16,13 2 10 15,3-5-1-15,7 2 3 16,-2-1 2-16,1-1-2 0,0-1 0 15,-2-1 0-15,-2 1 1 16,-1 1 2-16,-1 1 0 16,-2 2 4-16,-2-1 0 15,-1 0-1-15,-1 0-3 16,-4 2-1-16,-3 1 0 16,-3 3 1-16,0 1 0 15,0 1 0-15,0 3 5 16,0-3-1-16,0 4 0 15,0 2-7-15,-4 0 0 16,-7 0 0-16,-4 4-1 16,3 10 1-16,1 2 0 0,3 4 9 15,5 0 1-15,2 3 9 16,1 0-2-16,0 4 6 16,0-5-2-16,0-1-8 15,1-3-1-15,5-4 2 16,0-2-4-16,3-4 0 15,0-1-7-15,0-4 1 16,4-3 3-16,-1 0 0 16,4 0-7-16,1-3-27 15,4-6-37-15,-3-6-18 16,9 2-48-16,0-6-79 16,2-5-184-16</inkml:trace>
  <inkml:trace contextRef="#ctx0" brushRef="#br0" timeOffset="76723.632">31743 7936 572 0,'0'0'147'0,"0"0"-17"15,0 0-2-15,0 0-57 16,0 0-39-16,0 0-11 16,-61-19 4-16,44 32-9 15,1 2-9-15,3 3-5 16,4 0 1-16,5 0-2 15,4 1 2-15,0 1-1 16,0-2-1-16,0-2 3 0,7 0-4 16,5-4 5-16,3-1 3 15,-3-4 3-15,1 0 6 16,-1 1 3-16,-1 1-1 16,1-2-2-16,-5 4 2 15,-1-2-7-15,-3 2 5 16,-3 3-7-16,0 0 9 15,0 0-1-15,-1-1-5 16,-10 1 9-16,-5-3-3 16,1-1 1-16,-6 0 1 15,-3-5-9-15,-3-1-10 16,-3-4 2-16,-3 0 0 16,1 0-4-16,3 0-15 15,6-6-43-15,3-7-83 16,13-5-154-16</inkml:trace>
  <inkml:trace contextRef="#ctx0" brushRef="#br0" timeOffset="77759.959">29698 8572 604 0,'0'0'15'0,"0"0"40"0,0 0 32 16,0 0-42-16,0 0 2 16,-92 45 0-16,81-18-1 0,2 1-4 15,2 1 1-15,2-3-1 16,2 0-16-16,3-4-7 16,0 0-8-16,0-4-5 15,0-2-1-15,14-4-1 16,1-2-4-16,4-5-46 15,8-3-68-15,-1-2-101 16,2 0-161-16</inkml:trace>
  <inkml:trace contextRef="#ctx0" brushRef="#br0" timeOffset="78112.083">29886 8685 455 0,'0'0'108'0,"0"0"39"0,0 0-34 16,0 0-39-1,0 0-38-15,0 0-1 0,-48 37-10 16,47-12-4-16,1-1-9 16,0-3-1-16,3-1-3 15,7-5 2-15,2-2-5 16,-3-6 1-16,3-4-6 16,1-3 7-16,1 0 2 15,2-3-5-15,-2-12-4 16,-2-3 0-16,-3-4-2 15,-6 1 1-15,-3-1 1 16,0 0-4-16,0 6 4 0,-15 3 2 16,0 7 2-1,-4 3 7-15,-1 3-3 0,1 0 0 16,5 3-5-16,2 8-3 16,9 1 0-16,3-5-8 15,0 6-48-15,15-8-127 16,9-3-36-16,5-2-275 15</inkml:trace>
  <inkml:trace contextRef="#ctx0" brushRef="#br0" timeOffset="78474.459">30097 8654 521 0,'0'0'136'15,"0"0"66"-15,0 0-82 16,0 0-56-16,0 0-21 0,0 0-3 15,75 15-8-15,-64 5-2 16,-2 1-8-16,-3-2-1 16,-5 1 3-16,-1-2-2 15,0-1-9-15,0-3 0 16,0-2-5-16,-5-4-1 16,-1-4-3-16,0-1 2 15,-2-3-1-15,-2 0 2 16,1 0 1-16,0-10-4 15,1-3 0-15,1-1-1 16,4-2 1-16,3 1-4 16,0 0 4-16,0 0-3 0,10 4 1 15,4-1-1 1,5 1-1-16,1 5-8 0,2-2-34 16,2 3-26-16,-2 0-62 15,-2-1-75-15,-1-3-228 16</inkml:trace>
  <inkml:trace contextRef="#ctx0" brushRef="#br0" timeOffset="78725.725">30420 8493 113 0,'0'0'405'0,"0"0"-269"15,0 0 10-15,0 0-57 0,0 0-30 16,0 0 12-1,81 28 6-15,-65-2-7 0,-2 3-6 16,-1 5-8-16,-5-1-4 16,-5 0-10-16,-3 2-18 15,0-3-10-15,-6 2-8 16,-14-3-3-16,-2-2 2 16,-7-3-5-16,-4-2-17 15,-6-1-95-15,-6-8-136 16,-5-3-456-16</inkml:trace>
  <inkml:trace contextRef="#ctx0" brushRef="#br0" timeOffset="79951.933">28342 9478 753 0,'0'0'55'0,"0"0"50"0,0 0 14 0,0 0-99 16,0 0 6-16,0 0 42 15,2 102-18-15,5-65 3 16,-3 1-15-16,-1-3 0 15,-3-3-9-15,0-1-8 16,0-4-15-16,0-4-3 16,0-7 1-16,0-4-3 15,-1-5-1-15,1-3-45 0,0-4-55 16,0 0-50-16,13-13-91 16,10-11-254-16</inkml:trace>
  <inkml:trace contextRef="#ctx0" brushRef="#br0" timeOffset="80346.363">28609 9542 570 0,'0'0'52'0,"0"0"3"16,0 0 81-16,0 0-51 16,-36 86-27-16,36-58-10 15,3-4 0-15,9-4-12 0,6-5-13 16,0-4-5-1,3-8-3-15,1-1-5 0,2-2-4 16,-3 0-2-16,1-5-2 16,-2-4 2-16,-2-4-3 15,-2-4 2-15,-2 0-2 16,-3-2 0-16,-3-1 2 16,-2-3-1-16,0 2-1 15,-3-1 4-15,-3 1 13 16,0 2 8-16,0 0-8 15,-2 5-3-15,-11 4-3 16,-6 4-7-16,-8 5-4 16,-5 1 0-16,-2 0 0 0,-3 3 1 15,4 8-1-15,5 2-1 16,5 0 0-16,14-3 0 16,6-2-18-16,3-2-69 15,14-6-80-15,16 0-147 16</inkml:trace>
  <inkml:trace contextRef="#ctx0" brushRef="#br0" timeOffset="80573.614">28873 9340 568 0,'0'0'121'0,"0"0"-30"0,0 0 54 0,0 0-79 16,0 0-4-16,0 0-23 16,29 66-11-16,6-62-8 15,1-4-15-15,0 0-5 16,0 0-16-16,-6 0-120 16,-2-10-165-16</inkml:trace>
  <inkml:trace contextRef="#ctx0" brushRef="#br0" timeOffset="80925.597">29185 9258 585 0,'0'0'75'0,"0"0"-28"16,0 0 92-16,0 0-65 15,-3 76-28-15,3-45 2 16,0 0 6-16,0-1-5 15,7-1 2-15,1-5-6 16,-2-4-8-16,0-1-16 16,0-5-5-16,-5-7-9 15,-1-4-4-15,3-3 0 16,-3 0 4-16,3 0 8 16,0-13-4-16,5-5-7 15,-1-5-3-15,5-2 1 0,-1-6-2 16,2-1 0-1,-1 0-1-15,0 1 1 0,1 7 0 16,-2 4 0-16,0 6-17 16,-2 6-33-16,-1 6-49 15,0 2-95-15,-4 0-182 16</inkml:trace>
  <inkml:trace contextRef="#ctx0" brushRef="#br0" timeOffset="81306.523">29573 9447 499 0,'0'0'167'0,"0"0"17"16,0 0-36-16,0 0-47 16,51-84-35-16,-42 61-17 15,1 4-23-15,-6 0-11 16,-1 2-9-16,-3 3-5 15,0 8 1-15,0 1-4 16,-13 5 2-16,-5 0-9 16,-4 5 1-16,-4 11 6 15,3 3 0-15,6 2 2 16,-1 5 0-16,6-1 1 16,3-1 7-16,6 2 2 15,3-4 5-15,0-1-3 16,0-2-4-16,9-4 1 0,3-1 2 15,3-5-7-15,2 0 5 16,5-8-8-16,2-1 4 16,4 0-5-16,0 0-37 15,0-4-45-15,0-6-100 16,2-2-224-16</inkml:trace>
  <inkml:trace contextRef="#ctx0" brushRef="#br0" timeOffset="81758.811">30638 9243 277 0,'0'0'347'0,"0"0"-243"16,0 0 71-16,0 0-116 16,0 0 43-16,0 0-28 15,-19 57-5-15,19-31-13 0,-2 1-9 16,1 1 0-1,-2 3-10-15,0 0-8 0,0 1-5 16,1 3-8-16,1-1-5 16,-1 2 1-16,1-4-4 15,1-1-4-15,0-3-1 16,0-4-1-16,0-6-2 16,0-5 2-16,0-1-2 15,0-8-4-15,0-1-28 16,0-3-25-16,0 0-24 15,0 0-62-15,0-16-95 16,0-5-329-16</inkml:trace>
  <inkml:trace contextRef="#ctx0" brushRef="#br0" timeOffset="82005.412">30432 9612 628 0,'0'0'61'0,"0"0"106"16,0 0-53-16,0 0-28 15,0 0-33-15,0 0 2 16,69 68-25-16,-47-59-7 16,-1-1-8-16,0-1-11 15,-5-1-1-15,-2-1-2 16,-2-2-1-16,-5-2-20 0,-1 2-68 15,0-3-75-15,1 0-212 16</inkml:trace>
  <inkml:trace contextRef="#ctx0" brushRef="#br0" timeOffset="82274.302">30920 9555 631 0,'0'0'166'0,"0"0"-45"16,0 0 10-16,0 0-58 0,0 0-27 15,0 0-12-15,-91 42 6 16,77-22-7-16,-2 5-6 16,4-1 7-16,-4 0-7 15,1-3-13-15,-3-3-4 16,1-2-6-16,3-4-4 15,3-2-3-15,8-4-56 16,3-3-58-16,0-3-127 16,8 0-168-16</inkml:trace>
  <inkml:trace contextRef="#ctx0" brushRef="#br0" timeOffset="82724.625">31210 9445 761 0,'0'0'175'0,"0"0"-29"15,0 0-44-15,0 0-60 16,0 0-26-16,0 0-1 16,-14-33-12-16,-1 40-1 15,-1 6-1-15,5 5-1 16,1-1 0-16,7 5 1 15,3 0 0-15,0 0-1 16,0 0 0-16,12-3-1 0,1-3 1 16,5-2 0-1,-3-1 1-15,1-2-2 0,1-2 1 16,-2 1 0-16,-5 3 9 16,-5-3 2-16,-1 0 1 15,-4 0-5-15,0 0 3 16,-18 0 0-16,-6-1-2 15,-5-2-4-15,-1 0 0 16,3-2-2-16,3-1 1 16,9-4-3-16,3 0 0 15,8 0 1-15,-1 0 1 16,5 0-2-16,0 0-10 16,0 0-17-16,11 0-26 15,11-9-64-15,5 0-124 16,3 2-373-16</inkml:trace>
  <inkml:trace contextRef="#ctx0" brushRef="#br0" timeOffset="83121.851">31471 9660 664 0,'0'0'163'0,"0"0"5"0,0 0-36 16,97-70-65-16,-69 50-38 15,2-1 5-15,-5 3 5 16,-5 0-8-16,-4 3-10 16,-10 1 0-16,-6 2-7 15,0 3-4-15,-14 2-8 0,-9 6-1 16,-4 1-1-16,1 0 1 16,3 3-1-16,1 11 1 15,3 2-2-15,3 2 1 16,1 4 0-16,4 0 1 15,3-1 4-15,5-2 4 16,3-1-1-16,0 0 1 16,0-5-4-16,0 1-1 15,5-3 1-15,4-3-1 16,3 1-1-16,2-3 2 16,-1-3-4-16,8 0-1 15,0-3-24-15,6 0-33 0,3 0-39 16,3 0-65-1,0-9-81-15,5-5-215 0</inkml:trace>
  <inkml:trace contextRef="#ctx0" brushRef="#br0" timeOffset="83466.566">32012 9458 610 0,'0'0'101'0,"0"0"34"16,0 0-45-16,0 0-43 15,0 0-25-15,0 0-1 16,-58 17-6-16,55-4-5 16,3-2 1-16,0 3 4 15,7 1-3-15,7-1-2 0,4 1-6 16,-2-1 1-16,2 0 6 16,-3-2 12-16,-2-1 3 15,-4 0 9-15,-2 1 2 16,-1-1 7-16,-1 0 7 15,-5 2-12-15,0-1-5 16,0-1-2-16,0-1-4 16,-5-2 1-16,-9-2-1 15,-5 0-5-15,-7-1 0 16,-2 0-11-16,-2-1-9 16,-5-2-3-16,-4 1-30 15,-5-3-95-15,-11 0-344 16</inkml:trace>
  <inkml:trace contextRef="#ctx0" brushRef="#br0" timeOffset="85451.967">23073 10608 523 0,'0'0'52'0,"0"0"-3"0,0 0 108 0,0 0-98 16,0 0-31-16,0 0 22 16,0 0 2-16,46 39 5 15,0-31-10-15,9-1-3 16,2-2-6-16,2-5-10 0,1 0-15 16,6 0 1-16,1 0-12 15,0-5 2-15,0-2-2 16,-2-1 2-16,-6 0-4 15,-4 1 2-15,-7 3-1 16,-11-5 1-16,-10 4-1 16,-12-1-1-16,-5 3-15 15,-10-1-11-15,0 3-36 16,-17 1-56-16,-18 0-21 16,-12 0-64-16,-4 0-162 15</inkml:trace>
  <inkml:trace contextRef="#ctx0" brushRef="#br0" timeOffset="85859.948">23120 10758 346 0,'0'0'102'0,"0"0"41"15,0 0 24-15,0 0-76 16,0 0-44-16,0 0-25 16,78-11 16-16,-34 11-12 15,-2 0 3-15,9 0 5 16,-2 0-12-16,7-1-7 0,-1 1-5 16,3-2-6-16,1 1 1 15,-5 1-5-15,3-2 6 16,-5 2-6-16,-7 0 1 15,-2 0 4-15,-7 0-4 16,-6 0 3-16,-5 0 3 16,-5 0-1-16,-4 0 0 15,-4 0 2-15,-3 0-7 16,-5 0 1-16,-1 0 0 16,-3 0-1-16,0 0-1 15,0 0-75-15,0-3-75 16,-10-5-71-16,-2-5-213 15</inkml:trace>
  <inkml:trace contextRef="#ctx0" brushRef="#br0" timeOffset="86345.751">23954 10400 614 0,'0'0'28'0,"0"0"74"15,0 0-7-15,0 0-82 16,0 0 26-16,0 0 29 16,12 60-23-16,13-37-6 15,5-1-11-15,0-2-5 16,5-2-10-16,-3-3-3 0,-3-1-5 16,-4-5-2-1,-3-1-1-15,-5-3 1 0,-2-3-2 16,-6-1 0-16,-6-1-1 15,1 0 1-15,-2 0 3 16,-2 0 0-16,0 0-4 16,0-3 0-16,0 2-1 15,0 1 1-15,-8 0 2 16,-7 0-2-16,-1 11 0 16,-3 9 0-16,0 3 2 15,-1 8 4-15,-3 1 4 16,2 2-4-16,-1-5-1 0,6 0 8 15,2-5-3-15,4-1-2 16,1-7-1-16,1-3-1 16,4-5-2-16,-1-3-1 15,5-3-2-15,0-2 0 16,0 0 3-16,0 0-4 16,0-4-20-16,0-9-64 15,0-2-32-15,0-6-210 16</inkml:trace>
  <inkml:trace contextRef="#ctx0" brushRef="#br0" timeOffset="89582.054">22197 3520 266 0,'0'0'101'0,"0"0"49"0,0 0 5 0,0 0-29 15,0 0-25-15,0 0-24 16,0 0 3-16,-73-15-14 16,70 15-13-16,3 0-18 15,0 0-35-15,8 0-6 16,21 0 6-16,19 7 30 16,13-3-12-16,8-4-17 15,-1 0 7-15,-1 0-4 16,-7 0-1-16,-8-3-1 15,-6-1 1-15,-11 0-3 16,-7 1 0-16,-10 1 4 0,-3 1-3 16,-6 1-1-16,-5 0 0 15,-2 0-5-15,-2-1-10 16,0-1-27-16,0-3-55 16,-5-2-90-16,-7-3-200 15</inkml:trace>
  <inkml:trace contextRef="#ctx0" brushRef="#br0" timeOffset="89994.403">22583 3344 625 0,'0'0'39'0,"0"0"-19"15,0 0 62-15,0 0-4 0,0 0-31 16,15 75 9-16,6-54-14 15,4-4-7-15,4-3-16 16,1-4-3-16,-1-3-6 16,0-6-2-16,-4-1-2 15,-4 0-2-15,-6 0-2 16,-2 0 1-16,-4 0 0 16,-7-4 0-16,1 3 1 15,-3-1 5-15,0 2 22 16,0 0-5-16,0 0-23 15,-8 11 8-15,-5 3 8 16,-4 4 2-16,1 2 0 0,-2 1 3 16,0 0 2-1,-1 0 3-15,-1-1-6 0,-1-2-14 16,6 0-4-16,-1-3-1 16,2-2-3-16,3-1-1 15,3-2-13-15,2-5-45 16,2-5-87-16,4 0-99 15,0-11-410-15</inkml:trace>
  <inkml:trace contextRef="#ctx0" brushRef="#br0" timeOffset="90507.488">23683 3148 383 0,'0'0'108'0,"0"0"29"0,0 0 29 15,0 0-79-15,0 0-8 16,0 0-25-16,-27-2-30 15,22 25 26-15,2 8 7 16,0 4-12-16,3 4-13 16,0 0 0-16,0 0-9 15,0 1-5-15,0-6-3 16,0-1-5-16,2-8-8 16,-1-6 1-16,-1-6 2 15,0-7-5-15,0-3-2 0,0-3-24 16,3 0-43-16,-1-2-75 15,-2-14-31-15,0-4-163 16</inkml:trace>
  <inkml:trace contextRef="#ctx0" brushRef="#br0" timeOffset="90818.847">23563 3146 599 0,'0'0'33'0,"0"0"32"16,88-32-4-16,-46 27-26 0,9 3 8 16,-1 2-11-16,-5 0-4 15,-4 12 2-15,-1 6-7 16,-9 4-5-16,-8 3-1 16,-6-2 0-16,-4 0-10 15,-8 1 1-15,-5-2 7 16,0 2-3-16,-13 1 4 15,-11 1-3-15,-9-3 10 16,-7-1-17-16,-5 1 2 16,-4-3-2-16,1 0-6 15,10-6-17-15,6-3-37 16,16-4-86-16,7-7-152 16,9 0-315-16</inkml:trace>
  <inkml:trace contextRef="#ctx0" brushRef="#br0" timeOffset="91260.998">24175 3369 733 0,'0'0'72'0,"0"0"37"15,0 0-51-15,0 0-24 0,106-62-10 16,-76 50-2 0,-3-2-8-16,-3 1-4 0,-7 0-2 15,-5 1 4-15,-9 0-8 16,-3 4 4-16,0 1-8 16,0 3-7-16,-15 2 7 15,-10 2 10-15,-3 0-10 16,-5 3 2-16,-3 11-2 15,0 2 4-15,5 3-4 16,5 4 0-16,7-1-1 16,6 1 1-16,2 1 10 15,10-3 9-15,1-1-2 16,0-3-4-16,6-3 0 16,13-3-4-16,3-4 4 15,8-2-4-15,0-5 4 0,7 0-13 16,1 0-4-16,2-10-78 15,6-5-21-15,-4-3-98 16,-3 0-324-16</inkml:trace>
  <inkml:trace contextRef="#ctx0" brushRef="#br0" timeOffset="91884.585">24673 3217 649 0,'0'0'164'16,"0"0"25"-16,0 0-102 0,0 0-54 15,0 0-20 1,0 0 5-16,-48 34 0 16,38-14-5-16,1 0-6 0,3 1 8 15,2 1 3-15,4-5-8 16,0 0 2-16,0-3-4 16,0-4-5-16,4-3-3 15,7-5 0-15,6-2 3 16,3 0 14-16,2-2-10 15,7-12-7-15,-3-3-4 16,-2-3 1-16,-3 0-5 16,-1 1 3-16,-5 1 2 15,-4 1 0-15,-1 2 3 16,-9 5 1-16,-1 4 0 16,0 1 2-16,0 4 4 15,0 1 9-15,0 0-9 0,0 0-7 16,3 0-6-16,-1 8 0 15,2 6 6 1,2 2 2-16,1 1 4 0,1-2-4 16,1-2 6-16,1-3-5 15,1 1 2-15,-1-7-3 16,8-3 6-16,1-1-6 16,-1 0 8-16,6-2-7 15,1-8-3-15,-1-5 0 16,-6-1-2-16,3 1-5 15,-9-1-1-15,0 3-8 16,-5 2 11-16,0 4 1 0,-6 4 3 16,4 3 0-16,-4 0 1 15,-1 0-7-15,5 1-9 16,-1 8 15-16,2 2 1 16,-2 1 1-16,2-2-1 15,2-2 0-15,1-2 1 16,0-3-2-16,0-3-44 15,2 0-95-15,-2 0-70 16,-2-12-362-16</inkml:trace>
  <inkml:trace contextRef="#ctx0" brushRef="#br0" timeOffset="92043.48">25027 3035 626 0,'0'0'56'0,"0"0"-9"0,0 0-47 0,0 0-7 0,0 0-83 15,0 0-272-15</inkml:trace>
  <inkml:trace contextRef="#ctx0" brushRef="#br0" timeOffset="92626.395">25225 3128 602 0,'0'0'70'0,"0"0"79"0,0 0-22 15,0 0-38-15,23 89-31 16,-20-71-6-16,-2-2-15 16,1-3-13-16,-2-3-10 15,0-3-5-15,0-4-3 16,0-3-5-16,0 0 10 15,0 0-3-15,0 0-1 16,0-10-7-16,-2-2-11 16,1-2-4-16,1 1 13 15,0 1 2-15,0 2 2 16,0 2 1-16,3 3 2 16,3 4 5-16,7 1-5 0,-1 0-4 15,4 2 2-15,-2 13-1 16,-4-1 0-16,5-1-1 15,-7 2 0-15,-1-2 0 16,-2-3-1-16,-1-3 0 16,-3-3 0-16,-1-2-2 15,0-1-3-15,0-1-6 16,0 0 11-16,0-3-14 16,0-11-6-16,0-2 2 15,0-3 13-15,0 0 5 16,9 2 9-16,2 2 17 15,1 3-7-15,-2 1-8 0,4 8-3 16,-1 0-3 0,-1 3-4-16,1 0-1 0,0 3-1 15,-4 7-2-15,-1 3 3 16,-2 3-1-16,-4-2 1 16,1-1 1-16,-3-2 2 15,0-2-3-15,4-2-17 16,4-4-76-16,10-3-110 15,5 0-112-15,12-8-300 16</inkml:trace>
  <inkml:trace contextRef="#ctx0" brushRef="#br0" timeOffset="93249.004">25767 3096 611 0,'0'0'235'0,"0"0"-22"0,0 0-125 15,0 0-46-15,0 0-27 0,0 0-2 16,-84 48 8-16,78-23-18 15,3-1 2-15,3-3-1 16,0-4-3-16,0-5-1 16,8-6-5-16,4-3 2 15,6-3-1-15,0 0-12 16,3-9 9-16,-4-7-12 16,-3 2-16-16,-2 0 23 15,-5 5 12-15,-4 4-2 16,-1 5 2-16,1 0-3 15,-2 3-15-15,2 9 18 16,2 2 0-16,3 0 2 16,3-3-2-16,7-4-4 0,3-2 4 15,7-5 1-15,5 0-1 16,3-3 0-16,2-13-3 16,0-2-26-16,-4-3-13 15,-6-4-28-15,-4-6-22 16,-6-3 15-16,-1-7 18 15,-5-3 55-15,1-4 4 16,-6 2 8-16,0 0 29 16,-6 14 30-16,-1 5 45 15,0 14-2-15,0 3-57 16,-6 8-10-16,0 2-10 16,-4 0-23-16,1 9-8 0,0 14-2 15,-2 8 11-15,7 7 5 16,1 3 10-16,0 1 9 15,3 3 18-15,0-6-9 16,0-1-4-16,0-3-6 16,0-2-1-16,0-3-10 15,1-4-10-15,5-2-3 16,2-4 2-16,1-3-4 16,0-4-6-16,0-4 3 15,1-2-5-15,-2-4 0 16,-2-3-30-16,-3 0-47 15,-3 0-75-15,0-17-135 0</inkml:trace>
  <inkml:trace contextRef="#ctx0" brushRef="#br0" timeOffset="93805.76">27281 3021 731 0,'0'0'78'0,"0"0"39"0,0 0-38 0,0 0-64 0,0 0 51 16,0 0 1-16,-39 99-7 16,39-64-20-16,0 2-16 15,0-5-7-15,0-2 0 16,0-6-8-16,0-2-2 15,0-5-4-15,2-4 0 16,1-3-3-16,-2-5-24 16,1-4-51-16,1-1-78 15,0 0-8-15,-3-5-51 16,0-11-321-16</inkml:trace>
  <inkml:trace contextRef="#ctx0" brushRef="#br0" timeOffset="94097.392">27108 2980 538 0,'0'0'30'0,"0"0"23"16,0 0 38-16,87-42-52 16,-44 37 1-16,5 5 2 15,1 0 1-15,-4 0-7 16,-6 12-4-16,-8 4-6 15,-6 3-3-15,-6 1-15 0,-8 1-5 16,-6-1 6-16,-5 2 3 16,0-4-1-16,-11 1-5 15,-11 0-5-15,-8-3 1 16,-7 1 33-16,-2-1-35 16,1-4 0-16,6 0-91 15,12-6-115-15,9-5-158 16</inkml:trace>
  <inkml:trace contextRef="#ctx0" brushRef="#br0" timeOffset="94494.444">27624 3059 696 0,'0'0'14'15,"0"0"43"-15,0 0 12 0,0 0-30 16,-20 78-18-16,20-59-3 16,8-3-5-16,3 0-6 15,2-5-4-15,4-5-3 16,2-4-1-16,2-2 1 16,3 0 15-16,-2 0-9 15,-2-7-2-15,1-7-3 16,-4-3 1-16,-5 0 2 15,-3-3 0-15,-4-1 6 16,-5-1-1-16,0 0 1 0,0 5 0 16,-14 4 12-1,-3 3 5-15,-5 6-15 0,-3 2-4 16,-2 2-8-16,-2 0-1 16,6 3 0-16,5 8-1 15,3 2-46-15,11-2-36 16,4 0-43-16,0-5-155 15,19-6-200-15</inkml:trace>
  <inkml:trace contextRef="#ctx0" brushRef="#br0" timeOffset="94726.551">27917 2994 730 0,'0'0'146'0,"0"0"-30"0,0 0-46 15,0 0-60-15,0 0 7 16,0 0 25-16,32 56-15 16,-26-33-6-16,1-2-4 15,-6-1-3-15,1-1-9 16,-2-3 5-16,0-3-10 16,0-3-1-16,0-4-75 15,0-6-37-15,0 0-107 16,-2 0-81-16</inkml:trace>
  <inkml:trace contextRef="#ctx0" brushRef="#br0" timeOffset="94876.501">27945 2908 700 0,'0'0'118'0,"0"0"14"15,0 0-78-15,0 0-54 16,0 0 0-16,0 0-17 15,45-10-125-15,-23 10-202 16</inkml:trace>
  <inkml:trace contextRef="#ctx0" brushRef="#br0" timeOffset="95484.531">28132 2926 463 0,'0'0'182'15,"0"0"-3"-15,0 0-57 0,7 98-40 16,-3-72-15-16,1 0-6 15,1-3-22-15,0-5-7 16,1-4-11-16,-1-6-11 16,-3-3 0-16,2-4-9 15,2-1 5-15,5 0 11 16,2-10-10-16,2-8-7 16,1-5-7-16,-1-4-2 15,-3-2-10-15,2-1 15 16,-4 9 3-16,-4 4 1 15,-2 10 1-15,-4 5-1 16,1 2 0-16,0 1-9 0,1 14-15 16,3 6 24-16,-1 2 0 15,3-3 0-15,-1 0 2 16,3-5 0-16,-1-2-1 16,5-8-1-16,2-3 0 15,6-2 3-15,4-2 7 16,2-14-5-16,-1-1-5 15,0-6 3-15,1-4-1 16,-2-4-2-16,-6-4 0 16,-4 0 4-16,-5 0-2 15,-5 6 0-15,-3 6-1 16,-3 9 13-16,0 7 27 16,0 5-28-16,0 2-13 0,0 0-11 15,-3 3 6-15,-8 13 2 16,0 11 4-16,0 2-1 15,4 4 7-15,1 1-1 16,3-2-4-16,3-3 1 16,0-4-2-16,0-4-1 15,2-6 0-15,11-3-1 16,4-7 1-16,6-3 4 16,7-2 9-16,2 0-13 15,3-7-34-15,-2-5-58 16,-6-4-73-16,-6-9-214 15</inkml:trace>
  <inkml:trace contextRef="#ctx0" brushRef="#br0" timeOffset="95627.635">28706 2881 811 0,'0'0'21'0,"0"0"4"0,0 0-23 0,102-8-2 0,-55-5-280 16</inkml:trace>
  <inkml:trace contextRef="#ctx0" brushRef="#br0" timeOffset="96749.911">23548 4055 754 0,'0'0'11'0,"0"0"9"0,0 0 61 16,0 0-13-16,60 82-19 0,-47-59-8 15,-2-1-13-15,-5-2-13 16,-6-2-5-16,0-2-3 16,0-3 2-16,0-3-5 15,0-6-4-15,0-1-12 16,-3-3-19-16,-3 0 28 15,-3-12-11-15,1-6-7 16,1-5 21-16,4-1 1 16,3 2 7-16,0 3 12 15,10 5 5-15,10 0-9 16,4 8 12-16,3 5-9 16,7 1-12-16,0 4 9 15,2 13 0-15,-3 5 8 0,-2 0-7 16,-7 0-3-16,-5 0-9 15,-5-1-2-15,-5-3-1 16,-6-2-1-16,-3-4-1 16,0-3 0-16,0-4-5 15,0-3-30-15,-7-2 8 16,-4 0 7-16,-1-10-4 16,-3-5 8-16,5-6 2 15,-1-4 13-15,4-2 1 16,7 5 1-16,0 3 6 0,0 1 4 15,13 4 2 1,5 7-7-16,3 1 7 16,4 5-6-16,5 1-1 0,-3 0-4 15,0 14 3-15,-3 5-2 16,-2 3 3-16,-4 2-1 16,-4 0-2-16,-4-3 0 15,-3-2 4-15,-1-1-7 16,0-6-11-16,0-3-69 15,2-9-126-15,1 0-340 16</inkml:trace>
  <inkml:trace contextRef="#ctx0" brushRef="#br0" timeOffset="97089.966">24186 4134 589 0,'0'0'65'0,"0"0"0"0,0 0 2 0,0 0-17 15,0 0-26-15,-10 93 1 16,15-71-7-16,10-5-7 16,-3-1-3-16,-2-6 3 15,4-4 6-15,-4-6 0 16,3 0-3-16,3-5-3 16,1-9-4-16,0-6-1 15,2-5-4-15,-2-2 6 16,-4-3 14-16,1-1-1 15,-7-2 7-15,-3 5 0 0,-4 4 7 16,0 7 7-16,0 8-3 16,-14 6-33-16,-5 3-1 15,-4 3-10-15,-4 14 0 16,2 5-36-16,5-1-24 16,10 0-33-16,5-3-43 15,5-4-140-15</inkml:trace>
  <inkml:trace contextRef="#ctx0" brushRef="#br0" timeOffset="97539.931">24454 4038 503 0,'0'0'163'0,"0"0"-119"0,0 0 41 16,0 0 9-16,0 0-23 15,91 75-15-15,-77-54-2 16,0 2-11-16,-3-5-16 16,1-1-17-16,-2-6-2 15,-2-2-4-15,-4-4 1 16,3-2-2-16,-2-3-3 16,4 0-2-16,-1 0-3 15,0-6-2-15,3-10 6 16,1-7 1-16,3-2 3 0,-3-2-2 15,2 0 1 1,0 2 21-16,2 6 18 0,-4 1-40 16,0 7 2-16,-3 4 5 15,-4 7-4-15,1 0-4 16,4 2-15-16,-1 15 9 16,-2 5 6-16,0 3 7 15,-6 0 4-15,4-1-5 16,-4-2-1-16,-1-6 3 15,0 0-5-15,0-5-1 16,0-5-2-16,0-3-7 16,0-3-93-16,0 0-49 15,0-7-300-15</inkml:trace>
  <inkml:trace contextRef="#ctx0" brushRef="#br0" timeOffset="97680.98">24800 3924 774 0,'0'0'63'0,"0"0"44"0,0 0-38 0,0 0-69 0,0 0-10 15,0 0-60-15,46-17-113 16,-20 17-384-16</inkml:trace>
  <inkml:trace contextRef="#ctx0" brushRef="#br0" timeOffset="98033.522">25060 3959 584 0,'0'0'173'16,"0"0"7"-16,0 0-57 0,0 0-42 15,0 91-15-15,0-70-20 16,0-3-15-16,0-1-17 16,1-5-9-16,-1-1-1 15,0-6 0-15,0-2-2 16,0 0 2-16,0-3-4 15,0 0 0-15,0-6-6 16,0-11-12-16,0-7 5 16,2-1 10-16,4-2 1 15,1 3 4-15,2 6-4 16,-3 7-5-16,0 5 7 16,3 6 2-16,4 0-2 15,-1 4-1-15,0 12-1 0,3 3-2 16,-4 1 2-16,0 1-28 15,5-6-21-15,3-1-5 16,2-9-38-16,9-2-64 16,0-3-102-16,4-1-110 15</inkml:trace>
  <inkml:trace contextRef="#ctx0" brushRef="#br0" timeOffset="98558.81">25461 3964 25 0,'0'0'430'0,"0"0"-189"16,0 0 22-16,0 0-156 15,0 0-79-15,0 0-9 16,-37 42 10-16,25-10-12 0,4-2-5 16,5-6-7-16,3-4-1 15,0-9-4-15,3-4-2 16,12-7 2-16,6 0-24 16,0-7-31-16,-1-11-7 15,0-3 5-15,-3-3 6 16,-4-1 12-16,-2 2 25 15,-3 2 14-15,-2 6 0 16,-3 7 24-16,-3 6 56 16,0 2-25-16,0 2-42 15,0 19-5-15,0 10 3 16,-6 9-2-16,-7 6-5 16,3 5-1-16,1-1-3 0,0 6 11 15,7-3 29-15,2-1 11 16,0-2-8-16,0-4 4 15,0-3-3-15,6-3 3 16,-4-7-21-16,-2-6 0 16,0-4-5-16,-2-11-9 15,-8-5 4-15,-2-7-3 16,-3 0 18-16,1-4 6 16,0-14-4-16,3-2 3 15,2-7-6-15,3-8-4 16,5-6-15-16,1-6-8 15,0-5-2-15,13 0-2 16,11-3-2-16,3 7-11 0,4 1-34 16,0 4-18-16,2 4-27 15,2 5-52-15,-3 2-103 16,1-2-424-16</inkml:trace>
  <inkml:trace contextRef="#ctx0" brushRef="#br0" timeOffset="99805.653">26265 3956 10 0,'0'0'838'0,"0"0"-832"0,0 0 33 16,0 0 49-16,17 96-21 15,-9-61-7-15,-2-1-14 16,1 1-26-16,-4-7-10 16,0-5-5-16,-3 0 0 15,0-7-1-15,0-3-4 16,0-6-18-16,0-7-20 16,0 0 7-16,0 0 15 15,-3-12-26-15,-2-12-31 16,0-8 42-16,-1-8 5 15,2-5-11-15,0-1 20 0,2-1 17 16,2 5 0 0,0 5 21-16,9 6 14 0,6 11-7 15,3 5 8-15,6 3-13 16,6 8-11-16,5 4-6 16,3 0 7-16,-2 8-6 15,1 11-3-15,-7 2-1 16,-5 2-2-16,-7 2-1 15,-8-1 0-15,-5 0-1 16,-5-2 0-16,-3-1 1 16,-21-3 12-16,-7-1-2 15,-7-6-9-15,2-3-1 16,2-3-11-16,4-3 5 0,10 0 4 16,7-2 4-1,5 2 0-15,6-2-1 0,2 1-2 16,0 4-5-16,5 1 6 15,11 5 5-15,6-1 21 16,1 3 0-16,4-1-3 16,1 0 4-16,0-2-1 15,-1-3 8-15,-2 0-14 16,-2-5-4-16,-7 2-1 16,4-4-4-16,-7 0-8 15,0 0 1-15,-2 0 0 16,-2-6 1-16,1-6 1 15,-2-1-5-15,1-4 0 16,-2-2 1-16,-2 4 0 0,2 3 0 16,-4 7 0-16,-1 2 2 15,-2 3 1-15,0 0-5 16,3 0-23-16,3 15 12 16,1 7 11-16,3 1 3 15,3 0-2-15,0-2 0 16,-1-2-1-16,1-5 5 15,1-4-2-15,1-6 0 16,2-3 2-16,2-1-5 16,3 0-13-16,0-11-35 15,3-9-75-15,2-5-65 16,-1-7-129-16</inkml:trace>
  <inkml:trace contextRef="#ctx0" brushRef="#br0" timeOffset="100988.719">27141 3985 397 0,'0'0'552'0,"0"0"-370"0,0 0-40 0,0 0-66 16,0 0-45-16,0 0-13 15,-17-26-15-15,6 26-3 16,-3 5-7-16,2 13 5 16,-6 2 0-16,5 2-8 15,1 0-7-15,6 0-4 16,6-5-7-16,0-4-6 15,0-5-21-15,14-7-42 0,3-1 65 16,9 0 8-16,-5-14 8 16,1-5 10-16,-3-3 4 15,-5 0 2-15,-4 1 1 16,-5 4 3-16,-4 6 6 16,-1 5 19-16,0 6 23 15,0 0-40-15,0 6-12 16,0 18-8-16,0 5 8 15,0 6 6-15,2 5-4 16,2-1 0-16,1 2 0 16,-1-1 5-16,5-3 13 15,-5-1-4-15,6-6 7 16,-4-5-9-16,0-2-6 16,-1-7 0-16,-3-3-5 15,-2-1 0-15,0-6 1 0,0-1-2 16,-6-2 0-16,-7-3-1 15,-4 0 0-15,2 0-1 16,2-8 3-16,1-5 3 16,7-9-2-16,5-3-4 15,0-8-2-15,9-3-1 16,15-2 0-16,11-3-7 16,8 0-12-16,3 0-25 15,6 0 3-15,-5 3-6 16,-3 1 18-16,-8 4 4 15,-9 1 3-15,-11 5 12 16,-8 3 12-16,-8 5 1 0,0 3 2 16,-3 5 9-16,-8 5 12 15,1 2 22-15,4 3-2 16,0 1-13-16,5 0-25 16,-1 2-5-16,1 17 0 15,1 7 7-15,0 4 5 16,0 6-1-16,0-1-5 15,0 1-2-15,0 0 15 16,0-4-1-16,0-3-3 16,0-6-3-16,0-9-9 15,0-3 4-15,0-7-5 16,3-1-1-16,5-3 0 16,1 0-2-16,7-7-5 0,1-12-4 15,1-2 2-15,0-3 1 16,1 2 7-16,-4 2 1 15,2 6-1-15,-8 5-3 16,-3 6 3-16,1 3 0 16,0 0-6-16,3 15 3 15,-1 2 3-15,2 4 1 16,-2-3 1-16,4-3-2 16,1-3 3-16,4-5 0 15,6-7-1-15,4 0 1 16,5-4 0-16,0-13-3 15,-2-5 0-15,-2-4-10 0,-7-5-6 16,-3-5-17-16,-5-2 7 16,-5 0 15-16,-2 5 11 15,-4 5 1-15,-1 13 13 16,-2 6 27-16,0 6-9 16,0 3-14-16,0 0-13 15,-2 7-5-15,-5 13 0 16,1 6 0-16,1 5 4 15,1 1-2-15,1 1-1 16,1-2 3-16,2-3-2 16,0-4 7-16,0-7-4 15,0-3 1-15,3-7 0 16,9-4-2-16,6-3 5 0,3 0-2 16,3 0-7-1,1-12-4-15,1-6-39 0,-3-4-48 16,-6-8-66-1,-4-8-203-15</inkml:trace>
  <inkml:trace contextRef="#ctx0" brushRef="#br0" timeOffset="101125.252">28023 3832 803 0,'0'0'72'0,"0"0"22"0,0 0-75 16,0 0 64-16,95 3-83 15,-43-6-9-15,1-10-244 16</inkml:trace>
  <inkml:trace contextRef="#ctx0" brushRef="#br0" timeOffset="102016.7">26793 4607 626 0,'0'0'78'0,"0"0"-1"0,0 0-67 0,0 0 24 0,0 80 36 16,0-32-5-16,0 2-5 15,5 2-13-15,-1-5-16 16,4-4 0-16,-5-4 1 16,1-10-13-16,-1-4-9 15,-1-5-7-15,-1-7-1 16,-1-2 1-16,2-7-3 15,-1-2-31-15,2-2-70 16,2 0-74-16,-2-7-123 16</inkml:trace>
  <inkml:trace contextRef="#ctx0" brushRef="#br0" timeOffset="102330.274">26795 5043 593 0,'0'0'32'0,"0"0"9"15,0 0 34-15,95 0-19 16,-44 3-22-16,10 0-6 16,6 0 10-16,7-2 76 15,4-1-101-15,0 0-7 16,1 0 2-16,-7-8 2 15,-8-1 5-15,-12 1-9 0,-10 0 4 16,-9-3-6 0,-11 5-2-16,-3 1-2 0,-8-1 0 15,-5 2-7-15,-4 2-19 16,-2 0-62-16,0 0-104 16,-17-1-99-16,-4-1-112 15</inkml:trace>
  <inkml:trace contextRef="#ctx0" brushRef="#br0" timeOffset="102601.356">27513 4871 246 0,'0'0'332'15,"0"0"-330"-15,0 0 37 0,0 0 35 16,86 28-2-16,-64-18 15 15,-1 1-32-15,-4-4-6 16,-3 5-14-16,-5-2 3 16,-2 4-9-16,-7 2 5 15,0 3-3-15,0 3-4 16,-13 3 3-16,-9 0-14 16,-2-1-9-16,-1-2-7 15,1-2-12-15,5-3-113 16,3-10-280-16</inkml:trace>
  <inkml:trace contextRef="#ctx0" brushRef="#br0" timeOffset="103082.058">28341 4947 728 0,'0'0'79'0,"0"0"59"0,0 0-92 0,0 0-8 0,0 0 45 16,-19 93-23-16,19-51-3 15,0 1-13-15,0 2-3 0,0-5-9 16,0-5-11-16,0-3-11 16,0-4-5-16,0-6-4 15,0-7-1-15,0 1-2 16,0-8-58-16,13-4-74 16,9-4-108-16,5 0-109 15</inkml:trace>
  <inkml:trace contextRef="#ctx0" brushRef="#br0" timeOffset="103490.053">28612 5106 814 0,'0'0'11'16,"0"0"52"-16,0 0-25 15,0 0 37-15,-27 78-51 0,27-57-12 16,13-2 18-16,6-6-11 15,1-3-18-15,6-7 6 16,3-3 8-16,3 0 3 16,-1 0-12-16,-1-3-2 15,-7-8-1-15,-1-4-1 16,-1-2-2-16,-5-6 2 16,-1 2 2-16,-6-4-4 15,-3 1 5-15,-4-2-5 16,-2 5 6-16,0 5-3 15,-2 0 10-15,-8 7 13 16,-8 0-24-16,0 4-2 0,-6 5 0 16,-4 0 8-16,-2 0-7 15,-3 0-1-15,-1 9 1 16,1 3 0-16,3 1 0 16,6 1-2-16,6-1 0 15,9-4-3-15,9 1-68 16,0-7-84-16,20-3-171 15</inkml:trace>
  <inkml:trace contextRef="#ctx0" brushRef="#br0" timeOffset="103796.327">29118 4714 612 0,'0'0'202'0,"0"0"-63"0,0 0-25 0,0 0-105 16,0 0 0-16,0 0-5 15,6 56 26-15,-2-28 9 16,1 3 1-16,-1 0-3 16,-2-2-12-16,-2-1-7 15,0-3-8-15,0-1-7 16,0-6 1-16,0-3-1 15,0 0-3-15,0-1-3 16,-3-6-28-16,1-2-41 0,-1-5-44 16,-1-1-60-16,-5 0-91 15,1-8-297-15</inkml:trace>
  <inkml:trace contextRef="#ctx0" brushRef="#br0" timeOffset="104034.288">29000 4884 586 0,'0'0'84'16,"0"0"31"-16,0 0 3 0,0 0-44 16,82 0-31-1,-46 0-9-15,1 0-20 0,-3-6-6 16,-4 2-2-16,-9 3-3 15,-1-4-3-15,-10 5-1 16,-3 0-30-16,-2 0-57 16,-4 0-45-16,-1-1-196 15</inkml:trace>
  <inkml:trace contextRef="#ctx0" brushRef="#br0" timeOffset="104500.918">29522 4695 594 0,'0'0'91'0,"0"0"117"16,0 0-95-16,0 0-51 15,0 0-48-15,0 0-13 16,-6 10 23-16,15 12 3 16,2 6 11-16,-2 3 2 15,-1 0-8-15,1-1-9 16,-1-4-3-16,0-2-7 16,-1-7-8-16,-4-2 1 15,-2-2-2-15,2-6-2 0,-1-2 0 16,-1-2-2-16,-1-3 4 15,2 0 4-15,-1 0 6 16,1-4-11-16,1-10 0 16,1-5-1-16,3-4 1 15,3-7-2-15,-1-5 0 16,4 0 3-16,-1-1-4 16,0 2 0-16,3 10-3 15,-3 3 3-15,-2 11-4 16,-1 4-23-16,0 6-61 15,-4 0-90-15,-1 4-201 0</inkml:trace>
  <inkml:trace contextRef="#ctx0" brushRef="#br0" timeOffset="104828.177">29915 4847 497 0,'0'0'148'0,"0"0"46"0,0 0-58 16,69-83-38-16,-53 58-18 15,-6 2-25-15,-3 2-30 16,-2 4-9-16,-5 1-8 0,0 9-8 16,-6 4-8-1,-13 3 8-15,-5 3 0 0,0 12-7 16,1 7 1-16,4 6-2 15,2 0 7-15,3 6 1 16,5-5 3-16,4 1-1 16,5-4 4-16,0-4-4 15,2-4-1-15,13-3-1 16,7-10 0-16,3 0-33 16,7-5-94-16,4 0-148 15</inkml:trace>
  <inkml:trace contextRef="#ctx0" brushRef="#br0" timeOffset="105166.677">30605 4443 797 0,'0'0'18'0,"0"0"104"16,0 0-66-16,0 0-9 15,0 0-38-15,0 0 13 16,-33 36 10-16,33-11 1 16,0 2 5-16,0 6 8 15,0 3-6-15,0 2-10 16,0 2-5-16,0-1-4 16,0-4-9-16,0-2-7 0,0-5-3 15,-1-4 0-15,1-4 1 16,0-4-3-16,0-2 3 15,0-2-3-15,0-4-6 16,0-1-33-16,0-1-35 16,0-4-82-16,0-2-73 15,0 0-176-15</inkml:trace>
  <inkml:trace contextRef="#ctx0" brushRef="#br0" timeOffset="105390.635">30371 4817 674 0,'0'0'88'0,"0"0"40"16,0 0-39-16,0 0-23 16,0 0-24-16,0 0 8 15,60 61-11-15,-35-53-24 16,2-5-6-16,-2 0-4 15,-2-2-5-15,4-1-64 16,-4 0-110-16,0 0-302 16</inkml:trace>
  <inkml:trace contextRef="#ctx0" brushRef="#br0" timeOffset="105630.164">30834 4627 750 0,'0'0'131'16,"0"0"12"-16,0 0-51 16,0 0-43-16,0 0-28 15,0 0-3-15,-69 69 0 16,63-34-3-16,1-2 3 16,-2 3-1-16,-2-5 3 15,-2-4-9-15,-2-1-4 16,3-7-5-16,-1-2-2 15,-1-5-37-15,5-5-107 16,1-2-223-16</inkml:trace>
  <inkml:trace contextRef="#ctx0" brushRef="#br0" timeOffset="106345.814">31227 4607 843 0,'0'0'72'0,"0"0"9"16,0 0-61-16,0 0-10 16,0 0-7-16,0 0-2 15,-64 63 1-15,64-35-2 0,0 1 5 16,9-4-3-16,4 2 1 15,0-4-2-15,-1-4-1 16,-1 0 0-16,-2-2 0 16,-1-1 0-16,-5-3 2 15,-3-1-2-15,0 0 3 16,-4 0-1-16,-13-2 0 16,-5-3 1-16,-2 1-3 15,3-2-14-15,4-5-60 16,7 2-68-16,4-3 7 15,6 0-30-15,0 0-33 0,0 0 63 16,6-4 50-16,4-6 85 16,8-1 12-16,2 1 27 15,5 0-9-15,3-2-4 16,4-1 6-16,1 0 4 16,1 0 18-16,0 2 33 15,2-2-8-15,1-1 8 16,-4 1 12-16,-2 0-25 15,-2-3-3-15,-10-1-3 16,-4 0-14-16,-9 2-7 16,-6-1-4-16,0 2-8 15,-1-2-9-15,-10 8-5 16,-2-1 8-16,2 6-19 16,0 3-10-16,0 0-1 15,-1 3 1-15,-4 13 2 0,2 5-1 16,-1 4 5-1,3 2 3-15,1 2 3 0,1 1 1 16,6-3-4-16,4-4-2 16,0-3-1-16,0-4-3 15,3-5-2-15,12-3 0 16,1-3-1-16,7 0-8 16,3-5-78-16,4 0-45 15,1 0-80-15,1 0-363 16</inkml:trace>
  <inkml:trace contextRef="#ctx0" brushRef="#br0" timeOffset="106675.428">31881 4664 664 0,'0'0'133'0,"0"0"18"0,0 0-68 0,0 0-50 0,0 0-28 16,0 0-5-16,-37 5 2 15,37 11 0-15,0 2 2 16,0 2 2-16,0 2-6 16,7 0 6-16,3-3-4 15,-2-2 6-15,-1 3 21 16,3-2 10-16,-2 1 4 16,1-2-12-16,-1-2 6 0,-2 0-10 15,-1 1 3 1,-2 0 0-16,-3-2-11 0,0-3 4 15,-3 0-10-15,-14-2 3 16,-9-4-6-16,-6 4-9 16,-9-4-1-16,-6 1-39 15,-10-6-169-15,-9 0-514 16</inkml:trace>
  <inkml:trace contextRef="#ctx0" brushRef="#br0" timeOffset="108174.613">27044 5673 485 0,'0'0'43'0,"0"0"21"0,0 0 75 0,0 0-46 15,0 0-67-15,0 0 15 16,0 0 27-16,63 30-16 16,-2-20 4-16,13-3-8 15,7-7-25-15,4 0-2 16,0 0-12-16,-6 0-2 16,-7-3 8-16,-8-5-12 15,-15 2 1-15,-10 3 2 0,-17 2-5 16,-10 1-1-1,-4 0 0-15,-7-1-1 0,-1 1 0 16,0 0-26-16,0-5-48 16,-9 0-29-16,-7-5-51 15,-5-2-37-15,3-1-122 16</inkml:trace>
  <inkml:trace contextRef="#ctx0" brushRef="#br0" timeOffset="108415.601">27701 5567 472 0,'0'0'92'0,"0"0"-8"16,0 0-12-16,0 0-54 15,0 0 44-15,0 0-2 16,52 46-15-16,-33-30-7 0,-1-1-15 16,-2 1-10-16,-4-1-1 15,-3 1 0-15,-6-4-7 16,-3 5-2-16,0 2-2 15,-12-3 1-15,-9 3 11 16,-6-1-5-16,-1 1-8 16,3-5-96-16,4-4-143 15,12-6-234-15</inkml:trace>
  <inkml:trace contextRef="#ctx0" brushRef="#br0" timeOffset="108927.652">28588 5650 642 0,'0'0'96'0,"0"0"66"0,0 0-13 15,0 0-40-15,0 0-40 16,0 0-45-16,-36-12-16 16,36 37 23-16,0 7 9 15,0 5-5-15,5 2-8 0,-2 6-6 16,3-1-8-1,-3-7-7-15,1-3-3 0,-2-9 1 16,2-5-4-16,2-6-7 16,2-6-46-16,8-6-100 15,6-2-111-15,5-7-256 16</inkml:trace>
  <inkml:trace contextRef="#ctx0" brushRef="#br0" timeOffset="109264.596">28863 5723 708 0,'0'0'41'0,"0"0"72"15,0 0-27-15,-57 83-23 0,57-53-33 16,0-5-6-16,10-4-2 16,12-6-6-16,4-4-4 15,6-7-2-15,0-4-4 16,1 0-4-16,-4-5 1 15,-6-11 2-15,-5 2-2 16,-9-4-2-16,-4-5 1 16,-5 2 2-16,0-2-1 15,0 1 1-15,-12 2-2 16,-6 5 4-16,-3 5 6 16,-3 5 2-16,-4 5-1 15,-2 0-3-15,2 0-8 16,1 9-2-16,6 2-4 0,9 1-58 15,6-4-53-15,6-3-191 16,0-5-386-16</inkml:trace>
  <inkml:trace contextRef="#ctx0" brushRef="#br0" timeOffset="109488.538">29222 5626 848 0,'0'0'53'15,"0"0"48"-15,0 0-20 16,0 0-8-16,0 0-35 0,0 0-18 16,106 34-11-16,-63-34-9 15,-2 0-19-15,-2-3-91 16,-8-10-114-16,-4-1-191 15</inkml:trace>
  <inkml:trace contextRef="#ctx0" brushRef="#br0" timeOffset="109793.709">29495 5507 691 0,'0'0'122'15,"0"0"10"-15,0 0-52 0,0 0-22 16,0 0-23-1,-15 81 17-15,15-56-10 0,0 1-13 16,0-1-5-16,11-3-3 16,-2-1-6-16,1-3-1 15,0-7-11-15,0-2 0 16,-4-7-1-16,0-2 4 16,0 0-2-16,5-8 4 15,0-11-5-15,1-2-1 16,0-1-1-16,0-6 0 15,4-4 0-15,2-1-1 16,0 1-1-16,0 4-11 16,-5 9-36-16,3 7-32 15,-2 7-75-15,-5 5-216 16</inkml:trace>
  <inkml:trace contextRef="#ctx0" brushRef="#br0" timeOffset="110119.628">29928 5589 484 0,'0'0'102'0,"0"0"56"16,0 0-21-16,0 0-52 16,40-86-35-16,-38 71 6 15,-2 1-13-15,0 1-21 16,0 4-10-16,-14 5-9 0,-8 4-3 15,-5 0-2-15,2 14 1 16,4 6-5-16,3 5 3 16,7 2 3-16,1 6 0 15,4-5 8-15,6 0 6 16,0-4 3-16,9-5-6 16,13-4-3-16,5-7-3 15,6-4-5-15,3-4-10 16,5 0-83-16,7-5-166 15,6-10-514-15</inkml:trace>
  <inkml:trace contextRef="#ctx0" brushRef="#br0" timeOffset="110724.347">30777 5284 307 0,'0'0'314'0,"0"0"-204"0,0 0 19 0,0 0-81 16,0 0-17-16,0 0 60 15,10 66-15-15,-2-34-1 16,-2 3-18-16,1 2-11 15,2 7-12-15,-3-2-4 16,-1 2-9-16,-1-4-10 16,-1-4-1-16,0-4-7 15,-1-4-2-15,2-8 1 16,-3-5-2-16,2-4-6 16,0-6-40-16,0-5-48 15,-1 0-56-15,-2-3-28 16,0-16-288-16</inkml:trace>
  <inkml:trace contextRef="#ctx0" brushRef="#br0" timeOffset="110935.502">30831 5297 378 0,'0'0'221'0,"0"0"-168"16,0 0 46-16,-81 62-37 15,58-29-7-15,3 3-18 16,3-2-2-16,4-5-17 16,5-7-9-16,5-7-4 15,3-2-5-15,0-7-31 0,0-6-132 16,6 0-111-16</inkml:trace>
  <inkml:trace contextRef="#ctx0" brushRef="#br0" timeOffset="111145.657">30870 5254 647 0,'0'0'142'0,"0"0"-5"16,0 0-80-16,0 0 8 16,0 0 12-16,0 0-18 15,72 84-16-15,-46-56-13 0,-2-1-14 16,4 0-9-1,-3-6-5-15,-1-1-2 0,-6-3-59 16,-4-6-136-16,-8-4-331 16</inkml:trace>
  <inkml:trace contextRef="#ctx0" brushRef="#br0" timeOffset="111797.741">31306 5434 714 0,'0'0'129'0,"0"0"-15"15,0 0-26-15,0 0-32 16,0 0-44-16,0 0 1 0,-50-19-8 16,39 35-5-16,4 5 0 15,7 1 0-15,0 4 1 16,5 1 1-16,12 0 1 15,1-3 0-15,-1 1-2 16,0-5 0-16,-6-4-2 16,-2 2 3-16,-6-4-2 15,-3-3 0-15,0 0 1 16,0-1 1-16,-17 0-1 16,-3-3 2-16,0-2-2 15,1-3 1-15,5-2-1 16,9 0 0-16,5 0 6 0,0 0-7 15,16-1-8-15,12-5 6 16,6-1-7-16,4-1-14 16,-2 1 6-16,-5-2 8 15,2-1 3-15,-5 1 6 16,0-2 1-16,-1-1 5 16,-6-3 8-16,0 0 10 15,-6-2 1-15,-3-5-1 16,-2 4 0-16,-4-1-3 15,-3 1-8-15,-3 4 1 16,0 4 0-16,0 4 4 16,-9 4-7-16,-6 2-8 15,2 0-3-15,-5 7 0 0,1 12-1 16,3 6 1-16,0 5 0 16,4 1 2-16,7-3 0 15,1 0 0-15,2-6-2 16,0-3 7-16,0 1-3 15,14-10-2-15,-1-4-1 16,6-3-1-16,1-3-2 16,5 0-49-16,5 0-67 15,0-12-95-15,0 0-177 16</inkml:trace>
  <inkml:trace contextRef="#ctx0" brushRef="#br0" timeOffset="112157.288">32002 5485 648 0,'0'0'163'0,"0"0"42"0,0 0-90 0,0 0-44 15,0 0-57-15,0 0-6 16,-47 8-5-16,34 10-1 16,3 5-2-16,6 1 0 15,3 2 2-15,1-1-1 16,0-4 0-16,0-2-1 15,9-4 1-15,6-2 2 16,0-2-1-16,4-1 4 16,-2-3-2-16,-3 3 3 15,-1 0 10-15,-4 1 3 16,-5 0 4-16,-4 1 3 0,0 0 1 16,0 3 0-1,-10 1-1-15,-6 0 5 0,-7-3-4 16,2 2-6-16,-3-1 4 15,-2-2-13-15,1-2-8 16,1-2-5-16,2-3-31 16,4-5-96-16,8 0-225 15</inkml:trace>
  <inkml:trace contextRef="#ctx0" brushRef="#br0" timeOffset="112323.602">32254 5717 966 0,'0'0'45'0,"0"0"22"16,0 0-67-16,0 0-12 16,0 0-251-16</inkml:trace>
  <inkml:trace contextRef="#ctx0" brushRef="#br0" timeOffset="114170.428">22693 6279 3 0,'0'0'279'0,"0"0"-258"0,0 0 83 0,0 0-7 0,123 44-23 15,-74-39 2-15,12-2 3 16,9 0-22-16,11-1-8 16,10 0 3-16,15-2-2 15,0 0-22-15,1 0-23 16,-5 0-4-16,-4 0 2 15,1 0-2-15,-1 0 0 0,-1 0 0 16,0 0 0-16,3 0-1 16,9 0 2-16,6 0 2 15,7 0-3-15,9-8 0 16,1-1-2-16,1 3 2 16,-4-2-1-16,1 1 0 15,-5 2 2-15,-4-1-2 16,1 2 1-16,1-3 0 15,-2-3 1-15,7 1-2 16,2-3-1-16,4 3 1 16,8-5 0-16,0 8 3 0,-2 1-2 15,-3 1 1 1,2-1 3-16,-6 0-5 0,2-2 1 16,-2-3-1-16,-4-1 0 15,0-4 0-15,4 0 3 16,-5-3-3-16,-2 5 1 15,-1-1 0-15,0 0 0 16,-1-2-1-16,2 2 0 16,-3 0 0-16,0-2 0 15,1 4 0-15,2-2-1 16,-2 1 2-16,-1 0 1 16,-7 3-2-16,-1 0 0 15,-6 2 2-15,-2 0-2 16,4 1-2-16,2 1 2 0,2 0 0 15,7 5-1 1,-1-2 1-16,0 3 1 0,-6 0 0 16,1 0-1-16,-1 0 1 15,-4 1 0-15,-3 5-1 16,-3 1-1-16,-3 0 1 16,2-1 0-16,-1-2-1 15,1 1 1-15,-1 0 0 16,-3 0 3-16,-3-1-3 15,1 5 0-15,-1-1 1 16,-1 2 1-16,-4-4-2 16,-4 3-2-16,-7-2 1 15,-5 0 2-15,-3 1-2 0,0 1 0 16,-4 0 1 0,-2 1 0-16,-1-1 2 0,-2-1-2 15,-1-1 3-15,-2-1-3 16,-3 3 0-16,-5-4 0 15,2 1 1-15,0-2 1 16,-2 0 3-16,7-2 1 16,-1 1-3-16,-2-3 3 15,0 0 5-15,-8 0-1 16,0 0 0-16,-4 0-2 16,-5 0-1-16,-8 0 0 15,-10 0 1-15,-6 0-4 0,-11 0 0 16,-3 0 3-1,-2 0 18-15,0 0 6 0,-5 0-25 16,-16-2-6-16,-3-3-69 16,-14-5-43-16,-9 0-190 15,-11-3-345-15</inkml:trace>
  <inkml:trace contextRef="#ctx0" brushRef="#br0" timeOffset="117753.482">22367 2146 505 0,'0'0'0'0,"0"0"0"0,0 0 0 0,-41 93 22 0,32-34 34 16,-1 19 17-16,9 12 7 15,-1 13-31-15,2 11-9 16,0 2-4-16,0 4-8 16,10 2-11-16,2 0-7 15,2-1 1-15,1-2-6 16,-3 3 0-16,3 2-2 15,-5-2 1-15,-2 2 0 16,-1-5 2-16,-1 1 15 16,0 0 11-16,-6 0 7 15,0 3 4-15,0 1-17 0,-12-1-19 16,0-4-4 0,3 0 0-16,2-7 0 0,7-2 0 15,0-4-1-15,0-5-2 16,0-3 2-16,9-3 0 15,-2 1 0-15,-1 8-1 16,-3-4-1-16,-3 4 1 16,0 1 0-16,0-3 0 15,0 1 0-15,-9-1-1 16,3-4 0-16,0-5 2 16,2-4-2-16,0 0 0 15,0 2 0-15,4 6 0 16,0 0 1-16,-1 3-1 0,-2 1 0 15,3 1 1 1,-5 2-1-16,1 1 2 0,-2 4-2 16,1-2 0-16,-2 0 1 15,3 2 0-15,-1 0-1 16,0-3 1-16,1-4-1 16,2-2 2-16,-1-5 1 15,0-3 0-15,-4-1 0 16,6-5 1-16,-4-2-2 15,5-4 3-15,-1-4-2 16,1-4-2-16,0 2 0 16,0-4 1-16,7-4-2 15,6-2 0-15,0-9 1 0,1-8-1 16,-3-6 1 0,1-8-1-16,0-4 0 0,-5-9 0 15,1-4 1-15,-2-10-1 16,-1-3 1-16,0-3 2 15,7-4 1-15,1-12-3 16,5-2-1-16,2 5-1 16,-2 1 0-16,1 4-2 15,6 2 1-15,-1 3 2 16,3 3-2-16,2 0 2 16,-1 0 0-16,5 0 0 15,2 0 0-15,3 0 0 16,4 0 1-16,4 0-1 0,0 1 0 15,6 3 0-15,-4 3 0 16,7 0 2-16,5 3-2 16,3-1 0-16,2 3 0 15,6 2-1-15,0-1 1 16,4 2-1-16,5 2 1 16,11-1 0-16,4 1 0 15,6-1-1-15,6 0 1 16,-1 4 0-16,6 0 1 15,-2 0 0-15,10 1 0 16,-1-2-1-16,0 0 0 16,7-1-1-16,-6-1 0 15,1 1 2-15,0 1-3 16,0 1 4-16,-2-3-1 0,-2 2-1 16,4 1 0-16,2-2 2 15,3 2-2-15,6-1 0 16,0-4-1-16,2 2 0 15,2 0 0-15,-2-2 1 16,-3-2 0-16,2 1 2 16,0-1-1-16,0-3-1 15,5-2 0-15,0 0 0 16,-1-2-2-16,3 1 2 16,2 2 0-16,-2-1 1 15,3 2 0-15,3 0-1 16,-1 0 2-16,5-2-2 0,-1-3-1 15,-2 1-3-15,-1-1 4 16,-2-2 1-16,-5-2 0 16,-2 2 1-16,2 1-2 15,-8-4 1-15,4 0-1 16,-3 0-2-16,-1 0 2 16,2 0-1-16,3 3 1 15,-6-2 0-15,1 4 3 16,6-2-3-16,-4-3 2 15,7 2-2-15,0 0-3 16,-3-2 2-16,1 0 0 16,-7 0 1-16,-7 0 3 15,-8 0-3-15,-10 0 0 0,-10 0 1 16,-14 0 0-16,-11 0-1 16,-21 0-2-16,-16 0 2 15,-13 0 0-15,-12 0 1 16,-6 0-1-16,-3 0 2 15,0-7 1-15,0-2-2 16,0 1-1-16,0-4 0 16,-3 1-1-16,-2-3 2 15,4 0-1-15,1-3 1 16,0-2 1-16,0 0-2 16,8-5-2-16,3-1 2 15,-2-4 0-15,0-1 1 0,1-3-1 16,-2-5 0-1,0 1-1-15,-4-6 2 0,3-7-1 16,-1 1 1 0,-3-8-1-16,2-3 0 0,-2-5 0 15,2-3 0-15,3-6 1 16,1-5-1-16,3-10 0 16,5 2 0-16,-1-6 1 15,6 2-1-15,2 1 2 16,6-5-2-16,1-2 2 15,1-6-4-15,1-1 4 16,-1-3 0-16,0-5-1 16,1-1 5-16,-2 2 1 0,2-4-1 15,1 5 3 1,4 2 2-16,5-6-6 0,2-5-1 16,5-4 0-16,2-3-2 15,-1-5-2-15,0 0 0 16,-3 1 1-16,1 2 1 15,-2 4-1-15,3 1-1 16,0-4-1-16,-2 0 0 16,-3-2 1-16,-3-4 0 15,-5 2 0-15,3 2 0 16,-1 3 0-16,2 6-1 16,2 0 1-16,-5 3 0 15,-2-1 0-15,-4 2 1 16,-9 0-1-16,-2 2 0 0,-10 4 1 15,-5 0 1-15,-6 8-2 16,0 0 0-16,-3 1 0 16,-11 1 4-16,-1 0-4 15,2 3-1-15,-3-1 1 16,0 5 0-16,-1 1 1 16,-2 7 0-16,-3 4-1 15,-3 6 0-15,-2 9 0 16,-3 0 1-16,-1 4 0 15,-3 3-1-15,-2 4 1 16,-6 2-1-16,-1 3 0 16,-4 4 0-16,3 0-2 15,-1 7 2-15,1-1 0 0,2 8-2 16,1 2 1-16,7 5 0 16,1 5 1-16,2 2-3 15,3 7 2-15,2 2-3 16,1 2 6-16,1 4-4 15,3 3 2-15,1 0-3 16,3 0 3-16,-1 0 0 16,-3 5-1-16,0 3-1 15,-3 2 1-15,-1 0-2 16,-2-4-4-16,-6 1-5 16,-5-3 4-16,-6 0-6 15,-6-1 3-15,-7-3-2 0,-7 0 2 16,-7 0 4-1,-6 0-4-15,-11 0 2 0,-13-3-1 16,-9-4 2-16,-4-4-1 16,-9 1 7-16,-1-3 2 15,-7 0 0-15,-12 3-7 16,-6 0 6-16,-6-2 1 16,-8 4-8-16,-1 0 6 15,-8 3-3-15,-5 1 1 16,-3-2-2-16,-6 3 6 15,-3 3-1-15,-2 0-6 16,1 0 2-16,-4 0-7 16,-1 6-13-16,-2 1 9 15,1 3 0-15,0-2 0 16,2 2 16-16,1 1-1 0,-1 0 0 16,5 2 1-16,-1 0-2 15,4 0-9-15,1 2 2 16,6-1-1-16,2 0 1 15,3 0-1-15,4 5 5 16,3-5 1-16,7 3 0 16,2-2 3-16,7-1-1 15,7-1 2-15,8 0 2 16,3-1-1-16,9 0-1 16,2-1 0-16,7 0-1 15,3-1 1-15,5 1 1 16,5 2-1-16,4-1 2 0,2-1 0 15,4 0-1-15,7-2-1 16,7 0 0-16,2 0 0 16,4-1 0-16,-2 0 2 15,1 0-1-15,3 0 0 16,0 1 1-16,4-2-2 16,9 0 1-16,3-1 0 15,8-1-1-15,4-1 2 16,5 1-2-16,0-3 0 15,6 2 1-15,3-2 2 16,3 1-3-16,6-2 8 16,2 0-2-16,1 1-2 15,7-2 0-15,-1 0-2 0,5 0 2 16,5 0 2 0,0 0 2-16,0 0 5 0,0 0-8 15,0 0-5-15,0 0-2 16,0 0-19-16,0-4-62 15,5-11-134-15,2-4-355 16</inkml:trace>
  <inkml:trace contextRef="#ctx0" brushRef="#br0" timeOffset="122873.414">23034 14208 390 0,'0'0'3'0,"0"0"-3"0,0 0 4 0,0 0 3 0,0 0-1 16,0 0-6-16,0 0-11 15,0 0 11-15,0 21 7 0,4-14-7 16,-1 2-19-1,-1-2-72-15,-2-1-57 0</inkml:trace>
  <inkml:trace contextRef="#ctx0" brushRef="#br0" timeOffset="125791.032">6230 16043 641 0,'0'0'5'0,"0"0"-6"0,0 0 2 0,0 0 7 16,0 0-1-16,0 0 4 15,-12-14-6-15,12 11-4 16,3-1 6-16,6-2-2 15,1-3-3-15,-2 1-1 16,-2 1 2-16,0 3-3 16,-3 4-67-16,-3 0-121 15,0 1-40-15</inkml:trace>
  <inkml:trace contextRef="#ctx0" brushRef="#br0" timeOffset="127650.076">5544 8657 377 0,'0'0'32'0,"0"0"-26"0,0 0 33 0,0 0 34 16,0 0-22-16,0 0-7 16,-74-24-12-16,69 24-12 15,-1 6-13-15,-3 13 0 16,1 10 5-16,1 6 11 15,4 7-4-15,-2 6 0 16,1 4-6-16,-5 3 1 16,-4 2-5-16,-4-1-4 15,-7 1 2-15,-10-1 3 0,-11 4-4 16,-10 0 3-16,-18 4 3 16,-5-5-8-16,-4-7 0 15,-1-13 1-15,8-12-3 16,8-12 3-16,6-14 3 15,1-1-1-15,8-6 2 16,1-15 11-16,5-7 7 16,-1-7-5-16,0-7-7 15,2-4-7-15,-3-4 1 16,6 0 1-16,1 5-8 16,11 1-1-16,3 0 0 15,3 5 2-15,6-1 2 16,2 3-5-16,1 6 2 15,6 5 0-15,4 3 3 0,-2 2-1 16,3 4-3-16,1 0 1 16,0 4-1-16,0 1 1 15,0 2-2-15,-2 2 0 16,5-1 1-16,-3 0 1 16,-1 5-1-16,4-3 0 15,-3 0-1-15,3 1 2 16,-3 0-3-16,1 0 2 15,1 1-1-15,1 4 2 16,0 1-2-16,0 0-2 16,0 0-4-16,0 15-2 0,0 11 7 15,3 9 2-15,7 4 1 16,1 4 0-16,-2 5-2 16,-3-3 2-16,2-3 0 15,-3-4-2-15,-5-9 2 16,0-4-2-16,0-7 2 15,0-6-2-15,0-7-11 16,0-1-60-16,-3-4-96 16,-9-10-157-16</inkml:trace>
  <inkml:trace contextRef="#ctx0" brushRef="#br0" timeOffset="127832.255">3985 8789 774 0,'0'0'2'0,"0"0"11"0,0 0-13 0,0 0 9 15,107 60 4-15,-62-49 1 16,10-2-5-16,19-8-9 16,6-1-62-16,-3-4-307 15</inkml:trace>
  <inkml:trace contextRef="#ctx0" brushRef="#br0" timeOffset="137921.651">12422 8710 600 0,'0'0'0'0,"0"0"0"0,0 0 2 16,0 0 2-16,-33 74-3 16,33-39 17-16,0 10 2 15,0 6 6-15,6 10-12 16,4 3 22-16,5 7 0 15,3 7-4-15,4 4-11 0,5-4 2 16,7-7-10-16,5-10-13 16,5-6 13-16,8-6-5 15,0-6 3-15,-4-2-4 16,-2-7-4-16,-4-8-1 16,-3-6 1-16,-1-4-3 15,-1-9-3-15,4-7 3 16,1 0 13-16,5-19-8 15,2-10-3-15,4-8 3 16,2-11-4-16,-1 2 0 16,-1-5-1-16,-5 3 1 15,-6-2 0-15,-6-2 0 16,-11-1 2-16,-4-4-2 0,-8 3-1 16,-7 3 2-16,-6 3 0 15,0 9-1-15,-4-1-1 16,-12 3 1-16,-1 1 1 15,-1 2-1-15,5 4 0 16,-2 2-1-16,6 3 2 16,-1 7 1-16,4 0 1 15,1 4-2-15,-1 2 0 16,3 3 0-16,0 2 0 16,1 2 2-16,1 2-2 15,-1 1 2-15,2 2 3 16,0 0 0-16,0-1 0 0,0 1-2 15,0 0-1 1,0 0-4-16,-2 0-5 0,2 0-1 16,-6 10 6-16,4 7 7 15,-4 6 0-15,2 2 3 16,-1 4 0-16,1 6-4 16,-5-1 4-16,4 4-2 15,-4-2-2-15,0-4-1 16,-2-3-2-16,-3-1 1 15,-1-6-3-15,-1 3 0 16,-1-7 3-16,4-5-4 16,-2-6-30-16,3-7-82 15,1 0-62-15,-2-18-102 0</inkml:trace>
  <inkml:trace contextRef="#ctx0" brushRef="#br0" timeOffset="138140.703">13355 8739 536 0,'0'0'1'0,"0"0"9"0,78 79 1 15,-35-54 6-15,2-5 6 0,7-3-4 16,2-2-12-1,0-2-2-15,1-6-5 0,0 2-31 16,-7-8-117-16</inkml:trace>
  <inkml:trace contextRef="#ctx0" brushRef="#br0" timeOffset="139156.315">14977 9765 814 0,'0'0'7'0,"0"0"-7"0,0 0 23 16,0 0 18-16,0 0-2 16,0 0-16-16,0 0-23 15,-34-36 0-15,59 38 7 0,8 5 7 16,9-5 8-1,7 0-11-15,5-2-8 0,-1 0-3 16,-2 0 2 0,-3-11-4-16,-8-3 1 0,-10-3-25 15,-8-3 6-15,-8-4 18 16,-8 0 2-16,-4 0 2 16,-2-1-1-16,0 2 3 15,0 5-4-15,0 4 2 16,-5 7 11-16,0 4 3 15,4 3 16-15,-2 0-13 16,-2 10-19-16,-4 20 0 0,-2 16 10 16,3 10 1-1,3 3-4-15,5 7 6 0,0-6-1 16,0 1-3-16,0-9 0 16,0-5 5-16,0-6 0 15,0-8-3-15,0-6-7 16,0-3-1-16,0-8-3 15,2-9 0-15,-2-3-15 16,1-4-52-16,3 0-41 16,-3-11-109-16,4-20-400 15</inkml:trace>
  <inkml:trace contextRef="#ctx0" brushRef="#br0" timeOffset="139554.492">15638 9651 735 0,'0'0'7'0,"0"0"1"0,0 0 24 0,-43 89 27 16,32-46-19-16,7-1 7 16,4-4-24-16,0-4-8 15,9-6-1-15,9-5 0 16,0-4-3-16,3-8-5 15,-1-3-2-15,0-5-1 16,2-3-1-16,-1 0 6 16,-1-15-5-16,-1-8-1 0,-4-3-2 15,-2-6 3 1,-5-6-3-16,-5 0 3 0,-3-3-1 16,0-2 2-16,0 9-3 15,-6 4 5-15,-8 4 9 16,1 9 6-16,-2 8 0 15,-3 2-11-15,0 5-4 16,-3 2-6-16,0 4-7 16,3 12 5-16,4 6-40 15,8 0-54-15,6-4-124 16,0-8-281-16</inkml:trace>
  <inkml:trace contextRef="#ctx0" brushRef="#br0" timeOffset="139966.567">16065 9587 668 0,'0'0'70'0,"0"0"-24"16,0 0 23-16,0 0-39 15,0 0 15-15,-45 73-16 16,41-40-15-16,4-2-4 15,0-2-4-15,4-2 1 16,12-1 5-16,4-8-8 0,-1-4 2 16,3-4-3-1,-2-9-3-15,4-1 0 0,-2 0-6 16,0-4-11-16,0-12 10 16,-3-6 7-16,-2-5 0 15,-4-1 2-15,-6-5-2 16,-2-2 3-16,-5-2-1 15,0 0 4-15,-6 5-2 16,-9 1 10-16,-8 9 6 16,1 7 4-16,-3 3 1 15,0 9-8-15,-3 3-16 16,6 0-1-16,3 16-1 16,8 4-8-16,10 0-46 15,1-3-133-15,9-7-350 16</inkml:trace>
  <inkml:trace contextRef="#ctx0" brushRef="#br0" timeOffset="140162.124">16623 9551 860 0,'0'0'74'0,"0"0"-22"0,0 0 32 15,0 0-58-15,-85 20-20 16,79-17-6-16,4 1-5 16,2-4-110-16,0 0-185 0,11 0-316 15</inkml:trace>
  <inkml:trace contextRef="#ctx0" brushRef="#br0" timeOffset="140583.422">16727 9313 856 0,'0'0'0'15,"0"0"56"-15,-25 79 20 16,23-45-20-16,2 3-18 16,0-2-16-16,0-1 0 15,0-2-13-15,0-3-2 16,8-1-4-16,-2-7 2 15,-2-6-2-15,-1-5-2 0,-1-3-1 16,-2-3-25 0,0-4-12-16,0 0-3 0,0 0 21 15,0 0 18-15,0 0-13 16,0-7 9-16,0 2 5 16,-2 0 0-16,2 4 0 15,0 1 2-15,0 0-2 16,0 0-2-16,0 0 2 15,15 0 16-15,8 0-2 16,5 0-2-16,2 0-2 0,1 0-8 16,3 0 1-1,1 0 3-15,-4-5-6 0,-3-4-2 16,-5 0-17-16,0 0-57 16,-6-2-131-16,-4-5-102 15</inkml:trace>
  <inkml:trace contextRef="#ctx0" brushRef="#br0" timeOffset="140845.362">16945 9388 705 0,'0'0'75'0,"0"0"46"0,0 0-33 16,-31 79-23-16,28-47 6 0,3 9-33 15,0 2 2 1,0 5-10-16,0 4-1 0,0-4-10 16,4 1-4-16,2-5-6 15,3-8-6-15,-4-6 1 16,1-8-4-16,-2-3-1 16,1-5-42-16,2-7-69 15,0-7-114-15,4 0-262 16</inkml:trace>
  <inkml:trace contextRef="#ctx0" brushRef="#br0" timeOffset="141625.333">17384 9369 806 0,'0'0'10'16,"0"0"14"-16,0 0 64 15,0 0-11-15,0 0-23 16,0 0-13-16,30 70-13 16,-25-64-12-16,-2-4-9 15,-1 1-3-15,-2-3-3 16,0 0 6-16,0 0 5 16,0-3-5-16,0-9-7 15,0-4-13-15,0-1 2 0,0 3 0 16,0 2 11-1,0 5 1-15,0 7 11 16,0 0 2-16,0 0-10 0,1 12 18 16,8 3 2-16,-1 1-10 15,1-2-3-15,-5-1-6 16,2-2-4-16,-3-5 1 16,-3 1-2-16,0-3 0 15,0-4-8-15,0 0 0 16,0 0 3-16,0 0 5 15,-3-16-19-15,2-3 14 16,1-1-9-16,0-2 11 0,6 6 1 16,7 3 2-1,-2 6 0-15,1 7 9 0,-1 0-4 16,3 9 5-16,2 9 4 16,-2 6-5-16,-4 0-1 15,2 3-5-15,-7-2 0 16,-5 0-2-16,0-2-1 15,0 1 1-15,-17-2 2 16,-7 0-2-16,-6-2-2 16,0-5-5-16,7-5-28 15,4-6 12-15,6-4 16 16,7 0 5-16,3-3 0 16,3-3 2-16,0-3 10 15,0 2 12-15,0 3 1 16,12 2-8-16,5 2-7 0,1 0 6 15,1 2-3-15,2 9 5 16,1 0 11-16,2 1-2 16,-2 0 1-16,-2-1-8 15,-1 1-4-15,4-4 3 16,-7-2-8-16,4-2 0 16,-4-4-3-16,2 0-5 15,1 0-2-15,-2 0-1 16,3-4-24-16,-3-13-83 15,-5-6-134-15,-3-18-742 16</inkml:trace>
  <inkml:trace contextRef="#ctx0" brushRef="#br0" timeOffset="148137.539">19013 9097 868 0,'0'0'9'0,"0"0"0"0,0 0 8 0,0 0-12 0,0 0 27 15,-33 103 8 1,18-43-14-16,2 1-6 0,-4-3-4 16,-2-1-4-16,-5-1-7 15,-3-1-1-15,-3-5-2 16,0-4-2-16,3-10-14 15,2-12-46-15,1-10-91 16,6-13-166-16</inkml:trace>
  <inkml:trace contextRef="#ctx0" brushRef="#br0" timeOffset="148398.99">18689 9199 700 0,'0'0'12'0,"0"0"-10"0,0 0 90 16,69 88-8-16,-35-45-13 15,8-4-18-15,3 2-1 16,0-11-14-16,4-3 1 16,-6 0-24-16,-1-8-5 15,-5 0-6-15,-10-6-3 16,-2-2-1-16,-2-4-5 15,-4-3-52-15,2-4-43 16,-5 0-63-16,2-7-60 16,-3-15-221-16</inkml:trace>
  <inkml:trace contextRef="#ctx0" brushRef="#br0" timeOffset="148641.474">19386 9050 720 0,'0'0'55'16,"0"0"-42"-16,0 0 112 16,34 72-31-16,-17-34-27 15,3-3 3-15,0 4-7 16,-2-2-12-16,2-5-17 16,-4-5-15-16,0-3-11 15,-3-9-4-15,-2 1-4 16,4-5 0-16,-3-1-55 15,3-6-77-15,0-4-61 16,-1-4-80-16,0-21-235 0</inkml:trace>
  <inkml:trace contextRef="#ctx0" brushRef="#br0" timeOffset="149007.455">19786 9114 12 0,'0'0'735'16,"0"0"-724"-16,2 83 72 15,9-55 21-15,6-2-25 16,10-6-8-16,5-4-20 16,7-6-12-16,-2-7-14 15,2-3-8-15,-3 0-9 16,-2-10-3-16,-2-9-2 0,-5-4 2 16,-7-3-2-16,-3-3-1 15,-8-2 2-15,-3-3-1 16,-6 0 0-16,0 0-2 15,-6 2-1-15,-9 4 0 16,-2 5 0-16,-4 8 6 16,-2 7 3-16,-4 8 2 15,-6 0-3-15,-3 8-5 16,3 9 0-16,3-1-3 16,4 2 0-16,11-3-1 15,7-4-1-15,2-2-3 16,6-5-23-16,0-4-72 15,0 0-69-15,17 0-95 0,-2-21-48 16</inkml:trace>
  <inkml:trace contextRef="#ctx0" brushRef="#br0" timeOffset="149265.361">19975 8634 734 0,'0'0'11'0,"0"0"52"0,0 0 51 0,0 0-26 0,0 0-16 0,0 0-21 16,97 35-6-16,-54-41-15 16,3-7-19-16,-2-1-5 15,-4 0-4-15,-7 2-2 16,-9-1-27-16,-5 6-55 15,-8-1-53-15,-7-2-88 16,-4-4-239-16</inkml:trace>
  <inkml:trace contextRef="#ctx0" brushRef="#br0" timeOffset="150662.794">20484 8324 693 0,'0'0'49'0,"0"0"24"16,0 0 67-16,0 0-69 15,0 0-25-15,0 0-16 16,0 7 5-16,0-7 3 16,2 0-11-16,-2-7-13 15,1-4-10-15,1-1 4 16,-2 3-4-16,0 0 0 15,0 6-3-15,0 3 4 16,0 0 1-16,3 3-6 16,5 13 0-16,0 4 11 15,-4-1-3-15,2 1-4 0,3-2 4 16,-6-2-5-16,3-4 0 16,-4-5-3-16,-2 2 1 15,3-7-1-15,-3-2 1 16,0 0 2-16,0 0 4 15,-11-11-4-15,-7-3-3 16,5-6 0-16,1 2 2 16,3 5-2-16,7 5 0 15,2 5 3-15,0 3-3 16,0 0-9-16,2 14 8 16,9 2 1-16,5 0 1 15,-3-1 0-15,2-3-1 16,-4 0 1-16,-4-5-1 15,-5-3 0-15,1-3 0 0,-3-1 1 16,0 0 2-16,0 0 0 16,0-10-3-16,-8-4-4 15,-2-2 3-15,2 1 0 16,2 6 1-16,3 2 0 16,0 5 0-16,3 2 0 15,0 0-2-15,0 4-3 16,0 8 5-16,5-2 2 15,2 0 0-15,1-5-1 16,-4 1-1-16,-1-5 0 16,-1-1 0-16,-2 0 1 15,0 0 3-15,0 0-2 0,0-11-2 16,0-6 0 0,0 0 0-16,0 1 0 0,0 5-1 15,0 4-1-15,0 7 2 16,0 0 0-16,0 0-4 15,0 11 1-15,6 4 1 16,1 3 4-16,-4-2 0 16,0-4-1-16,-3-1-1 15,0-5 0-15,1-2-1 16,-1-3 1-16,0-1 0 16,0 0 5-16,0-5-5 15,0-11-4-15,-3 1-1 16,-1-3 3-16,4-4 2 15,0 8 0-15,0 2-1 16,0 6-5-16,10 6 6 0,3 0-1 16,3 5 1-16,0 9 1 15,-1 4 1-15,0 2 1 16,-3-2-1-16,-5-1-2 16,-4-3 0-16,-3-3-1 15,0-3 1-15,0-3 0 16,0-5 0-16,-7 0 0 15,-8 0 0-15,-3-6-6 16,-1-8 1-16,1-4 4 16,4-3-1-16,7-5 0 15,4 2 1-15,3 4 1 16,0 5 0-16,17 8-1 0,8 7-1 16,2 0 4-16,1 8-2 15,-1 15 0-15,1 4 0 16,-5 3 5-16,-1 0-1 15,-6 4-1-15,-5 0 5 16,-8 0-7-16,-3-4-1 16,0 1 3-16,-17-5 0 15,-10-4-1-15,-2-2 0 16,-1-6-2-16,-2-6 1 16,3-8-1-16,0 0-3 15,4-1 0-15,6-15 3 16,7 1-2-16,4 2 3 15,8 4-1-15,0 2 0 0,0 7 1 16,5 0 6 0,14 4-7-16,8 11 9 0,3 5 3 15,1-4-1-15,-2 2 0 16,-1-2 1-16,0-4 1 16,-1-1 9-16,-3-5-7 15,-2-5-4-15,-2-1-4 16,3 0 0-16,3-10-3 15,4-10-3-15,4-3-1 16,3-7-1-16,5-6-13 16,6-6-54-16,1-13-71 15,6-12-356-15</inkml:trace>
  <inkml:trace contextRef="#ctx0" brushRef="#br0" timeOffset="152531.996">11910 16417 454 0,'0'0'7'0,"0"0"-7"0,0 0 13 0,0 0 3 0,0 0 5 0,0 0-2 15,0 0-1-15,-79 49-7 16,79-46-1-16,0-2-7 15,0 1 2-15,9-2-2 16,1 0 2-16,-2 0-5 16,-5 0-74-16,-3 0-134 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09:57:56.539"/>
    </inkml:context>
    <inkml:brush xml:id="br0">
      <inkml:brushProperty name="width" value="0.05292" units="cm"/>
      <inkml:brushProperty name="height" value="0.05292" units="cm"/>
      <inkml:brushProperty name="color" value="#FFC000"/>
    </inkml:brush>
  </inkml:definitions>
  <inkml:trace contextRef="#ctx0" brushRef="#br0">19307 2884 587 0,'0'0'133'0,"0"0"-133"0,0 0 34 16,0 0 11-16,0 0-1 15,0 0 48-15,113 3-43 16,-62-9-6-16,9-4-17 15,-2-4-13-15,0-1-8 16,-1-4-3-16,-14 6-2 0,-13 2-25 16,-16 3-40-1,-14-1 1-15,0 8-46 0,-25-2-9 16,-9 3-13-16,-2 0 81 16,-1 0 34-16,9 0 17 15,11 0 8-15,4 0 33 16,7 0 44-16,4 0 10 15,-1 0-5-15,3 0-13 16,0 4-31-16,0 5-31 16,0 6-12-16,-1 7 31 15,-1 10 9-15,2 3-3 16,0 3 8-16,0 2-8 0,0-2-3 16,0 0-7-1,0-4-18-15,0-3-3 0,0 1-4 16,-3-3-2-16,0-5 1 15,-1-3 1-15,-2-6-3 16,5-4 0-16,-4-3-2 16,5-6-39-16,0-2-50 15,0 0-32-15,5-13-128 16,6-9-121-16</inkml:trace>
  <inkml:trace contextRef="#ctx0" brushRef="#br0" timeOffset="382.395">19823 2932 472 0,'0'0'152'0,"0"0"-142"0,0 0 31 0,0 0 44 0,0 0 5 16,0 0-15-16,94 48-23 15,-77-27-4-15,2-2-19 16,-4-2-17-16,-3-2-6 15,-5 0 0-15,-4-1-3 16,-3-1-1-16,0-3 2 16,0-3 0-16,-4-1-3 15,-7-3-2-15,-4-3 2 0,3 0-2 16,2-6 2-16,2-12 0 16,4-2-1-16,4-4 1 15,0-4 1-15,0-1 0 16,6 0 6-16,10 2 4 15,4 0-10-15,4 8-2 16,-1-1-1-16,1 4 1 16,0 4-5-16,3 3-42 15,-2 1-30-15,-5 8-63 16,-5 0-139-16,-4 0-238 16</inkml:trace>
  <inkml:trace contextRef="#ctx0" brushRef="#br0" timeOffset="891.072">20277 2819 321 0,'0'0'392'0,"0"0"-313"15,0 0 29-15,0 0-68 16,0 0-30-16,0 0 36 16,0 65-5-16,0-37-12 15,0-1-10-15,4-2-4 16,2-1-1-16,-2-1-3 15,5-4-7-15,-1-5 1 16,1-2-2-16,-2-5 2 16,1-3-3-16,3-4 3 15,2 0 0-15,-3 0-1 16,5-6 1-16,-1-11 1 0,-1-3-2 16,-1-3-1-1,-2-4 0-15,1-2-1 0,-4 2 0 16,-1 0-1-16,-1 2 0 15,-2 4-1-15,-3 2 1 16,4 9-1-16,-3 0 1 16,-1 6-1-16,0 2 0 15,0 2-1-15,0 0 1 16,0 0-2-16,3 3-7 16,0 10 9-16,0 3 10 15,-1 3 2-15,1 3 7 16,2 0 0-16,-4-1-3 15,1 1 1-15,1-3-1 0,1-2-10 16,-3-1 1-16,2-1-4 16,0-2-2-16,-1-1 1 15,-1-3-2-15,1 0-21 16,-2-4-58-16,3-2-109 16,-2-3-188-16</inkml:trace>
  <inkml:trace contextRef="#ctx0" brushRef="#br0" timeOffset="1319.611">20732 2932 675 0,'0'0'66'0,"0"0"86"0,0 0-77 15,0 0-37-15,0 0-15 16,74-84-6-16,-54 64 2 15,-1 2-10-15,-7-1 0 16,-3 3 3-16,-2 0 2 16,-5 5-4-16,-2 2-10 15,0 2 6-15,-6 1 3 16,-14 6-9-16,-3 0-10 16,-4 0-5-16,-3 13 7 15,7 1 4-15,6 4 1 16,8 2-3-16,1 2-1 15,5 1 3-15,3 0 4 16,0-4 4-16,0 1 14 0,9-6 2 16,0 2-6-16,-1-3 6 15,2-4-3-15,0 0-2 16,0-2-2-16,4-2-3 16,1 1-4-16,2-3 0 15,1 0-6-15,2-3-3 16,4 0-49-16,1 0-55 15,-2-6-83-15,-1-8-393 16</inkml:trace>
  <inkml:trace contextRef="#ctx0" brushRef="#br0" timeOffset="1786.728">21455 2599 584 0,'0'0'98'0,"0"0"17"0,0 0 0 0,0 0-84 16,0 0-9-16,0 0 41 15,15 34-9-15,-2-14-13 16,-2 1-9-16,0 0-4 15,0 0-9-15,-2 2-6 16,-1-3-4-16,-2 2-4 0,1-4 0 16,-5-1-2-16,4-1 1 15,-3-6-4-15,0-3 3 16,0-1-2-16,-2-4 2 16,1-2 0-16,2 0 6 15,3 0 23-15,4-9 9 16,3-11-30-16,0-2-6 15,1-2 1-15,2 1-1 16,-7-2-4-16,5 3 1 16,-6-2 1-16,2 6-3 15,-3-1 3-15,-3 5-3 0,-4 2-2 16,2 3-17 0,-1 0-36-16,2 5-38 0,1 2-103 15,3 2-319-15</inkml:trace>
  <inkml:trace contextRef="#ctx0" brushRef="#br0" timeOffset="2250.001">21988 2592 736 0,'0'0'65'0,"0"0"121"15,0 0-92-15,0 0-48 16,-90-4-24-16,67 19-12 15,1 3-1-15,8 5-2 16,3-1 0-16,5-1-6 0,3-3 4 16,3-3-4-16,0 1 2 15,0-3 0-15,0-6-2 16,0-1 1-16,8-2 3 16,2-4 2-16,9 0-5 15,3-4 1-15,4-9-3 16,1-4-5-16,0-2 0 15,-5 1-2-15,-4 0 4 16,-3 4-1-16,-7 4 4 16,-2 2 1-16,-3 4-1 15,-2 3 3-15,-1 1-1 16,0 0-2-16,2 0-14 0,-1 11 14 16,5 1 6-16,-2 3 1 15,2-2 1-15,-1 1-2 16,1-2-1-16,3-3-3 15,-3 1 1-15,-2-4 1 16,7-4-4-16,-1-2-8 16,2 0-33-16,4-1-51 15,1-16-53-15,-1-4-121 16,2-9-242-16</inkml:trace>
  <inkml:trace contextRef="#ctx0" brushRef="#br0" timeOffset="2540.908">22259 2233 33 0,'0'0'724'0,"0"0"-598"0,0 0 10 15,0 0-79-15,0 0-41 16,0 0-11-16,-33 31 32 16,33-2 27-16,0-2 5 15,0 1-16-15,0 0-4 16,5-1-15-16,1 1-12 15,2 1-3-15,-1 0-6 16,-3-4-6-16,2-2-2 16,-3-1-1-16,-1-3 0 15,1-2-3-15,0-5 2 0,1-2-3 16,-1-2-3 0,5-3-33-16,-1-2-72 0,2-3-81 15,-1 0-97-15,2-12-261 16</inkml:trace>
  <inkml:trace contextRef="#ctx0" brushRef="#br0" timeOffset="3285.443">22395 2441 676 0,'0'0'73'16,"0"0"-22"-16,0 0 89 15,0 0-49-15,-3 85-33 16,3-60 12-16,8-4-17 15,3-1-31-15,-3-5-10 16,0-2-4-16,-1-6-5 0,-3-1 2 16,4-4-3-16,-1-2 6 15,8 0 13-15,0-8 6 16,4-6-18-16,-2-7-3 16,1-2-1-16,-3-2-1 15,-2-3-3-15,1 0 1 16,-5 0 2-16,-4 6 4 15,-3 8 11-15,-2 4 0 16,0 5-5-16,0 2-5 16,0 3-4-16,0 0-5 15,0 0-9-15,0 13 2 16,0 3 4-16,0 4 3 0,-3 1 0 16,-1-1 0-16,2 3 0 15,2-5 0-15,0-1 1 16,0-2 2-16,0-3-3 15,7-4 1-15,4-2 0 16,3-6 2-16,3 0 2 16,2 0-1-16,3 0-2 15,1-8 4-15,6-7-5 16,-5 2-1-16,-2-3 2 16,-1-2 2-16,0-2 0 15,-8-3-4-15,-1 0 6 16,-4 2-2-16,-7 2 2 15,-1 3 0-15,0 5-3 16,0 2-1-16,-4 2-2 0,-8 3-1 16,-2 2 0-16,-2 2-2 15,1 0 1-15,0 2-1 16,6 10 1-16,-1 4-1 16,-2 4 3-16,4 1 7 15,4 1 2-15,1 1 4 16,3-2 2-16,0-2 3 15,0 0 2-15,0-5-1 16,6 2 2-16,3-6-6 16,3-3-7-16,-2 2-5 15,2-5 0-15,3-2-3 0,0 1-4 16,0-3-32-16,4 0-32 16,2 0-25-16,3-5-68 15,6-12-214-15</inkml:trace>
  <inkml:trace contextRef="#ctx0" brushRef="#br0" timeOffset="3622.508">23223 2444 686 0,'0'0'60'0,"0"0"77"0,0 0 8 0,0 0-86 16,0 0 49-16,0 0-58 15,90 12-28-15,-53-12-13 16,2 0-4-16,-2 0 0 16,-3 0 1-16,-1-3-3 15,-3-2 0-15,-5-2-3 16,1 1 1-16,-4 1 2 15,-3 2-3-15,-5-1 0 16,-1 1-7-16,-4 2-10 16,-4-2-10-16,-4 0-23 15,-1-4-42-15,0-1-147 16,0-3-280-16</inkml:trace>
  <inkml:trace contextRef="#ctx0" brushRef="#br0" timeOffset="3892.362">23631 2273 456 0,'0'0'286'0,"0"0"-106"15,0 0-44-15,0 0-63 16,0 0-36-16,0 0-27 16,40-3-2-16,-21 10-1 15,-1 4-2-15,-6 1 4 16,-4-2-1-16,-1 4-1 15,-7 1 3-15,0 1 0 0,0 1 7 16,-7 0 8 0,-4 0-11-16,-1 0-4 0,-3-2-5 15,3 3-1-15,-3-2-4 16,5-2-68-16,-1-4-62 16,3-4-217-16</inkml:trace>
  <inkml:trace contextRef="#ctx0" brushRef="#br0" timeOffset="5145.779">24409 2122 426 0,'0'0'157'0,"0"0"36"0,0 0-18 16,0 0-69-16,0 0-25 0,40-72-5 16,-20 72-42-1,2 0-14-15,7 4 8 0,-2 11 5 16,-1-1-24-16,-3 5 4 15,-8 0-8-15,-2 1-2 16,-7-2 1-16,-3-1-4 16,-3 0-1-16,0-2 1 15,-15-2 8-15,-3-3-1 16,-1-4 0-16,1-4-1 16,-3-2 0-16,0 0 1 15,5 0-3-15,-2-6 0 16,7-2 0-16,0 2-2 15,6 1 2-15,4 3-3 16,1 2-2-16,0 0 0 0,0 0-4 16,0 0 0-16,0 0 5 15,0-2-2-15,0 2 2 16,0 0 1-16,0 0 4 16,0 0 0-16,0 0 1 15,0-3 1-15,0-5 3 16,0-3-8-16,0-6-1 15,0-1-1-15,0-4 1 16,0 3-1-16,3 1 0 16,7 1-1-16,2 4 0 15,6 3 1-15,3 5 0 0,3 5 0 16,8 0-4-16,3 5 2 16,1 12-1-16,-1 4 2 15,-6 3-2-15,-2 1 3 16,-8-2 0-16,-9 1-2 15,-5-2-5-15,-5 1-4 16,-6-1 1-16,-17-4 7 16,-5 3 0-16,-3-5-4 15,-2 0-5-15,-4-1-3 16,2-4-4-16,0-3 9 16,2-1 6-16,7-4 4 15,7-3 2-15,7 0 1 16,3 0 1-16,4 0 0 15,4-7-4-15,1-3 3 16,0 2-5-16,0-2 4 0,6 1-1 16,3 3 1-16,3-1-2 15,3 1-6-15,-5 5 6 16,10 1-2-16,2 0 1 16,-4 0 1-16,9 0-2 15,-3 2 2-15,1 7-1 16,-4 0 1-16,1 0 0 15,-1-1 2-15,-4 1-2 16,0-4 3-16,-4 1-3 16,-2 0 1-16,0-3-1 0,4-2-5 15,-2 2-44 1,6-3-54-16,4 0-50 0,7-4-101 16,0-11-328-1</inkml:trace>
  <inkml:trace contextRef="#ctx0" brushRef="#br0" timeOffset="5572.344">25106 2131 549 0,'0'0'135'0,"0"0"-12"0,0 0-16 0,0 0-89 16,0 0-15-16,0 0-2 15,-27 31 7-15,27-12-4 16,0 1 1-16,0-3-4 15,0 0 0-15,7-3 0 0,-2-3 2 16,7-4-1 0,-1 1 4-16,6-6-1 0,3-2 3 15,2 0-1-15,-1 0-4 16,0-7 1-16,-2-3 3 16,-2-2 15-16,-4-3-3 15,-1 1 10-15,-5-3 3 16,0 3 11-16,-4-3-1 15,-2 5 0-15,-1-1-8 16,0-1-15-16,0 7-2 16,0-2-12-16,0 2 1 15,-9 4-6-15,-2 2-1 0,-5 1 0 16,-6 0 0-16,1 0 0 16,-1 1 1-16,1 6-8 15,0 2-11-15,9-3-24 16,4-2-38-16,8 2-35 15,0-5-105-15,6-1-259 16</inkml:trace>
  <inkml:trace contextRef="#ctx0" brushRef="#br0" timeOffset="5849.964">25530 2089 612 0,'0'0'118'0,"0"0"-40"0,0 0-40 0,0 0 44 0,0 0-34 15,0 0 1-15,12 49-16 16,-12-36-3-16,0-2-5 16,0-2-6-16,0 0-1 15,0-2 0-15,0-1-4 16,0-1-6-16,0-2 0 15,-5-2 2-15,2 1-3 16,0-2-7-16,2 0-36 16,-2 0-71-16,3 0-144 15</inkml:trace>
  <inkml:trace contextRef="#ctx0" brushRef="#br0" timeOffset="6593.156">25553 2106 301 0,'0'0'137'0,"0"0"8"0,0 0-42 0,0 0-45 15,0 0 15-15,0 0 17 16,6-1-14-16,-2 1-8 16,-3 0-20-16,-1 0-16 15,0 0 2-15,0 1-13 16,0 1-7-16,0 0 0 16,0 0 3-16,0-1-5 15,0-1 0-15,0 0-4 16,0 0 0-16,0 0 2 15,0 0 16-15,0 0 7 16,0 0-18-16,0 0-1 0,0 0 8 16,0 0-13-16,0 0-4 15,0 0-3-15,0 0-2 16,0 0-6-16,0 0-2 16,0 0 4-16,0 2 4 15,-1 2 1-15,-3-1 2 16,1 1-3-16,0-2-3 15,3-2-30-15,-1 0-43 16,1 0-83-16,0 0-144 16,7-9-484-16</inkml:trace>
  <inkml:trace contextRef="#ctx0" brushRef="#br0" timeOffset="6937.963">25852 1710 621 0,'0'0'125'0,"0"0"45"0,0 0-87 16,0 0-60-16,0 0-16 16,0 0 0-16,3 48 17 15,1-14 30-15,2 2 27 16,-1 6 3-16,-1-4-17 15,-1 2-10-15,-1-6-27 16,-1 0-5-16,-1-2-9 16,0-6-5-16,0-2 1 0,0-3-3 15,0-5-5-15,0-2-2 16,0-4 0-16,0-4-1 16,0 0 1-16,0-4-2 15,0-2-25-15,0 0-29 16,0 0-59-16,4-6-50 15,0-8-242-15</inkml:trace>
  <inkml:trace contextRef="#ctx0" brushRef="#br0" timeOffset="7580.846">26044 1985 606 0,'0'0'46'15,"0"0"109"-15,0 0-17 16,0 0-47-16,0 0-33 16,0 0 3-16,30 68-23 15,-27-58-18-15,-1-2-10 16,-2-1-4-16,1-3-3 16,-1-3 0-16,2 1 1 15,-1-2-3-15,-1 0 2 16,2-3-1-16,2-9-2 15,1-2-5-15,1 0 3 16,1 2 2-16,-1 2 1 16,-3 5 11-16,2 3 3 0,-1 2 9 15,3 0-11-15,4 0-12 16,1 12 2-16,1 5 3 16,-1 0-3-16,-3 1 4 15,1-1 0-15,-2-2-5 16,-3-2 0-16,-4-4 0 15,1-4 2-15,-2-3-3 16,0-2 0-16,0 0 4 16,0 0-5-16,0-7-1 0,1-9-6 15,2-4-2 1,4-2-3-16,2-1 12 0,0 3-1 16,3 0 3-16,-1 6-2 15,-1 5 6-15,0 3-2 16,1 3 0-16,1 3 0 15,1 0-4-15,2 0-2 16,0 10 2-16,-3 1 0 16,-1 2 0-16,-1 1 0 15,-2 2 5-15,-4-2-3 16,1 0 5-16,-1-2-2 16,0-2-3-16,-1-1-2 15,2-2 1-15,-1-3-2 16,1-3-14-16,1-1-24 15,4 0-32-15,2 0-29 0,4-15-130 16,1-9-281 0</inkml:trace>
  <inkml:trace contextRef="#ctx0" brushRef="#br0" timeOffset="7884.42">26680 1706 592 0,'0'0'80'0,"0"0"94"0,0 0-66 16,0 0-95-16,0 0-3 15,0 0 11-15,-4 39 21 0,4-15 4 16,0 2 16 0,0 2-27-16,0 1 1 0,0 1-4 15,0-4 6-15,0 2 1 16,0-4-27-16,1-2 13 15,2-3-3-15,-1-5-14 16,-2-6-5-16,3-1-1 16,-1-4-2-16,1-1-2 15,-1-2-54-15,2 0-42 16,1 0-68-16,1-5-219 16</inkml:trace>
  <inkml:trace contextRef="#ctx0" brushRef="#br0" timeOffset="8034.629">27017 1907 765 0,'0'0'51'0,"0"0"52"16,0 0-90-16,0 0-13 15,0 0-213-15</inkml:trace>
  <inkml:trace contextRef="#ctx0" brushRef="#br0" timeOffset="12822.382">5666 12369 517 0,'0'0'0'0,"-12"85"54"15,5-34 35-15,7 4-24 16,0-1-22-16,0 2-13 16,0-3-3-16,0 0-4 15,0-7-5-15,-3-4-5 0,-3-8-3 16,-5-4-5 0,1-3-1-16,-4-4 3 0,5-6-3 15,-2-5-4-15,3-7-31 16,2-3-32-16,0-2 0 15,0-4-100-15,6-17-126 16</inkml:trace>
  <inkml:trace contextRef="#ctx0" brushRef="#br0" timeOffset="13143.253">5736 12366 454 0,'0'0'31'15,"0"0"81"-15,18 78-8 16,-4-42-31-16,-3-1 1 16,4 0-19-16,0-1-2 15,2-2-10-15,2-1-19 16,-4-2-10-16,1 2-2 15,-7-3-5-15,2-2 0 16,-4-2-3-16,-1-1-1 16,-3-4 0-16,-3-4-3 15,2-5-2-15,-2-4-41 16,0-5-47-16,0-1-59 0,0 0-2 16,0 0-61-16</inkml:trace>
  <inkml:trace contextRef="#ctx0" brushRef="#br0" timeOffset="13396.587">5632 12650 510 0,'0'0'22'0,"0"0"96"0,0 0-24 15,0 0 15-15,104 12-44 16,-68-21-34-16,1-4-15 16,2 0-9-16,3-5-1 15,2 2-6-15,-6-1-19 16,-5 1-94-16,-8 0-101 16,-7 0-188-16</inkml:trace>
  <inkml:trace contextRef="#ctx0" brushRef="#br0" timeOffset="14253.802">5953 12125 474 0,'0'0'42'15,"0"0"99"-15,0 0-36 16,-102-53-6-16,75 47-42 15,-3 2-20-15,-4 4-17 16,4 0-2-16,-3 0 3 16,-4 17-6-16,-2 2 0 15,1 7-3-15,2 1 5 16,0 4-1-16,3 3 6 16,5 3-9-16,5 2-3 15,7 2-3-15,4 1 0 0,3 4-2 16,3-3-3-16,6 1 2 15,0-1-2-15,0 6 0 16,0-2-2-16,0 3 1 16,0 4-1-16,6-7 0 15,3 0 0-15,1-5 1 16,2-2-1-16,-1-3 0 16,7-1 2-16,1-2-2 15,2-2 0-15,3-2 1 16,6 0 0-16,-2-8 0 15,8-5-1-15,3-7 0 16,1-3-5-16,0-5-10 16,-1-2-6-16,1 0-11 15,2-2 13-15,-2-9-11 16,-1-3-12-16,3-2 8 0,-3-3 11 16,-5-3-13-16,2 1 8 15,-3-1 9-15,-3-1 5 16,-5-1 11-16,3 0 3 15,-4-4 0-15,0-3 2 16,-3-3-1-16,0-2 5 16,-4-7 8-16,0 1 11 15,-2-5 10-15,-3-1-3 16,-5 0-5-16,-2 3-3 16,-5 1 3-16,0 1-3 0,0 1-2 15,-5 4 2-15,-8 3-5 16,-2 4-2-16,-2 3 6 15,0 1-5-15,-3 2 4 16,1 1-2-16,3 1 5 16,-4 2-8-16,2 1 5 15,0 2-10-15,2 2 9 16,-1 4-4-16,-2 0 8 16,0 2-3-16,2 5-1 15,-1-1-9-15,2 3-2 16,-5 3-6-16,3 0-1 15,3 0-1-15,-1 0-2 16,1 3-1-16,3 5 1 16,-3 2-1-16,6 3-2 15,-3 1-33-15,3 4-42 0,-3-2-78 16,-9 2-205-16</inkml:trace>
  <inkml:trace contextRef="#ctx0" brushRef="#br0" timeOffset="16410.696">6522 12551 120 0,'0'0'227'0,"0"0"-184"0,0 0 51 0,0 0-29 15,0 0-18-15,0 0-21 16,0 0 15-16,5 8 9 16,10-7-13-16,4-1-3 15,5 0-10-15,9 0 7 16,3 0-2-16,6 0-3 15,4 0-12-15,0 0 0 16,2-1-8-16,-5 1-1 16,-3 0-1-16,-1 0-2 15,-5 0 0-15,-1 0 3 0,0 0-1 16,0 0 4-16,1-3 1 16,3 1-2-16,-4-1-3 15,3 2-2-15,-6-2 0 16,-2 2-1-16,-8-1 3 15,-4 1-4-15,-7-1 1 16,-1 2 0-16,-3-1 0 16,-3 1 2-16,-2-1 0 15,0 1 3-15,0 0-2 16,0 0-4-16,0-2-38 16,0 1-76-16,-12-2-48 15,0-1-23-15,-1-2-223 0</inkml:trace>
  <inkml:trace contextRef="#ctx0" brushRef="#br0" timeOffset="16960.585">7251 12379 316 0,'0'0'88'0,"0"0"12"0,0 0 12 0,0 0-44 16,0 0-59-16,0 0 24 15,13 14-1-15,2 2 7 16,6-2 6-16,-1 3-12 16,0-3-12-16,-1-1-3 15,-1-2 2-15,-1 1-7 16,0-4-4-16,-6 1-6 0,8-1 3 16,-7-1-6-16,-1-1 3 15,-4-2-2-15,-1-3 0 16,-3 2 0-16,-1-3-1 15,-1 0 4-15,-1 0 5 16,0 0 49-16,0 0-13 16,-1 0-30-16,-5 0 7 15,-3 0-4-15,1 0 4 16,-1 0-1-16,-4 4-11 16,-2 7 3-16,4 8 6 15,-2 2-6-15,3 0 0 16,-1 3-3-16,4 0 5 0,2-2 4 15,-1 1-4 1,3-5-2-16,2-2-3 0,-1-3 2 16,-1-6-2-16,3-1-1 15,-1-4-3-15,1-2-4 16,0 0 4-16,0 0 2 16,0 0 3-16,0 0-3 15,0 0 1-15,0 0-3 16,0 0-1-16,0 0-5 15,0-1-39-15,0 0-49 16,0-2-68-16,0 0-213 16</inkml:trace>
  <inkml:trace contextRef="#ctx0" brushRef="#br0" timeOffset="18248.916">8014 12509 505 0,'0'0'24'0,"0"0"96"0,0 0-20 0,0 0-52 16,0 0 0-16,81-72 1 16,-56 72-16-16,2 0-6 15,-1 4-1-15,-1 12 4 16,-1 4-13-16,-4 3-8 16,-6 0 0-16,-3 5-2 15,-6 4-4-15,-5 0 4 16,0 3-2-16,-7-1-3 15,-11-2 0-15,-6 2-1 0,-3-9 0 16,-2-3 4-16,0-5-5 16,1-6-6-16,5-4 5 15,1-5 2-15,4-2 3 16,3 0-3-16,5 0 0 16,4-6 0-16,1-4-1 15,4 0 0-15,1-1 4 16,0-1-4-16,4 2 0 15,13-3 0-15,-2 1 0 16,1 0 2-16,1 3 1 16,0 1-3-16,0 2 4 15,4 3-2-15,-4 2 1 16,0 1 0-16,-2 0 0 0,0 0 3 16,-2 1 0-16,1 8-3 15,5-2-1-15,-4 3 4 16,1 0 0-16,-2-2-2 15,4 1-2-15,-5-3 1 16,2-1-2-16,-3-1 0 16,3-1-1-16,0-2-23 15,1-1-67-15,4 0-109 16,-3-8-260-16</inkml:trace>
  <inkml:trace contextRef="#ctx0" brushRef="#br0" timeOffset="18722.298">8566 12335 312 0,'0'0'60'0,"0"0"35"0,0 0-27 15,0 0-39-15,0 0-24 0,0 0 13 16,-3-3 38 0,3 8 15-16,0 1 6 0,0-1-5 15,0 1 0-15,0 2-3 16,3 2-11-16,2 1-4 15,2 6-6-15,1-2 3 16,-2 3-4-16,0-1-11 16,1 3-8-16,0 0-5 15,-2 1-4-15,4 0-5 16,-4-2-4-16,-1 4-4 16,2-1-3-16,-5-3 0 15,-1-1-1-15,0-1 0 0,0-5-1 16,0-1-1-1,0-4-11-15,3-5-45 0,-1 0-57 16,2-2-47-16,1 0-134 16,1-10-193-16</inkml:trace>
  <inkml:trace contextRef="#ctx0" brushRef="#br0" timeOffset="19037.888">8781 12457 549 0,'0'0'111'0,"0"0"36"15,0 0-41-15,0 0-71 16,0 0 47-16,0 0-39 0,43 4-3 16,-35 3-5-16,-5 0-3 15,0-2-4-15,-2-1-1 16,-1 0-6-16,0-2 2 15,0 0-8-15,0 3 0 16,-10-1-5-16,-5 0-6 16,1-1 0-16,-2-2-1 15,9-1-1-15,-1 0-2 16,2 0-11-16,2 0-21 16,4 0-30-16,0-4-64 15,0-7-172-15,12-3-349 16</inkml:trace>
  <inkml:trace contextRef="#ctx0" brushRef="#br0" timeOffset="19553.308">9021 12240 549 0,'0'0'148'0,"0"0"75"0,0 0-64 16,0 0-71-16,0 0-23 16,0 0-40-16,9-20-10 15,3 37 48-15,-3 1-19 16,0 6 7-16,-1 4-11 16,-1 1-8-16,-1 1-2 15,0 2-4-15,-1-4-9 16,-2 0-5-16,0-4-1 15,-3-4-3-15,0-2-2 0,1-2-2 16,-1-5 1-16,0-3-1 16,0 0-3-16,0-5 1 15,0-1-1-15,0 0 0 16,0-2 0-16,0 0 2 16,0 0 0-16,0 0-3 15,0 0-27-15,0 0-31 16,0-2-59-16,0-11-241 15</inkml:trace>
  <inkml:trace contextRef="#ctx0" brushRef="#br0" timeOffset="21542.321">7052 13598 319 0,'0'0'88'0,"0"0"4"0,0 0 13 0,0 0-13 16,0 0-27-16,0 0-10 16,88-33-8-16,-54 26 4 15,4 1-14-15,1 0-6 16,2 4-6-16,1 0-5 15,1 2-12-15,-1 0-1 16,3 0-5-16,1 2 0 16,2 2 2-16,-2-2 0 15,-4-2-4-15,2 0 0 0,-6 0-18 16,-5 0-23-16,-8 0-27 16,-5-2-49-16,-9-4-33 15,-9-1-46-15,-2 0-56 16</inkml:trace>
  <inkml:trace contextRef="#ctx0" brushRef="#br0" timeOffset="22066.453">7571 13389 368 0,'0'0'83'16,"0"0"64"-16,0 0-59 0,0 0-59 16,0 0 49-16,0 0-9 15,30 30-19-15,-12-17-3 16,3 1-5-16,0-2-15 16,0-1-7-16,3 0-10 15,-5-2-4-15,-1-2-2 16,0-2-2-16,-6-1 1 15,-1 0 0-15,-3-1-2 16,-5-1 0-16,2-2 1 16,-4 0-2-16,-1 0 2 15,2 0-1-15,-2 1 1 16,0 2 0-16,0-3-2 0,0 4-1 16,0 2 1-16,-3 2 2 15,-8 6 3-15,2 1-3 16,-3 3 5-16,3 0 4 15,0 4 2-15,-1-1 6 16,4-1-4-16,0-2 1 16,0 0 2-16,0-5-3 15,-1-2-8-15,2-1 2 16,2-9-5-16,0 4-1 16,3-5 0-16,0 0 1 15,0 0 0-15,0 0-4 16,0 0-1-16,0-10-74 15,0-4-40-15,0-6-194 0</inkml:trace>
  <inkml:trace contextRef="#ctx0" brushRef="#br0" timeOffset="23395.316">8352 13274 368 0,'0'0'155'0,"0"0"-14"0,0 0 3 15,0 0-35-15,0 0-40 0,0 0-18 16,0 0-6-16,0 0-26 16,0-1 5-16,0-4-7 15,0-1 0-15,0 1 5 16,0-2-7-16,0 3 4 16,0-1-1-16,0 4 4 15,0 1-5-15,0 0-13 16,1 0 0-16,8 0-3 15,-3 7 4-15,-2 0-2 16,1 0 0-16,-4 0 0 16,1 0-1-16,-2-2-1 15,0-1 1-15,0-1-2 16,0-3 4-16,-8 0 2 0,-1 0-4 16,-1 0 3-1,1-4-4-15,3-5-1 0,0 3 0 16,2 0 1-16,4 4 0 15,0 0 0-15,0 2-1 16,0 0-4-16,0 0 1 16,5 0 3-16,3 4 0 15,-2 2 0-15,-3 0 0 16,0-2 0-16,-3 1 0 16,0-4-10-16,0-1-7 15,0 0 6-15,0 0 10 16,0-4-1-16,0-5 1 15,-1-4 0-15,-4 2 0 0,2 1 1 16,3 3 2-16,0 4-1 16,0 1 4-16,0 2 1 15,0 0-5-15,0 0 0 16,9 5 0-16,0 2-1 16,-3 4 1-16,-2-2 0 15,-2-4-1-15,-1 1 1 16,1-4-2-16,-2-2 1 15,0 0 0-15,0 0 4 16,0-6-3-16,0-7-1 16,-2-1 0-16,2-2 0 15,0 2-1-15,2-1 1 0,10 3-2 16,4 6 2 0,3 3-1-16,3 3-2 0,1 0 3 15,3 16 0-15,-1 6 0 16,-2 6 2-16,-4 3 0 15,-7-1-1-15,1 0 1 16,-8 1-1-16,-5-1 0 16,0-4 0-16,0 1-1 15,-5-4 0-15,-11-4-2 16,1-1-4-16,-1-6-10 16,0-5 2-16,3-4-6 15,0-3 11-15,-5 0 9 16,7 0 0-16,-1-10 0 15,1-2 1-15,3 0 1 16,2-2-2-16,6 3-1 0,0-4 0 16,0 7 1-16,0-1 0 15,6 3 0-15,6 0 1 16,4 0 3-16,1 3 1 16,2 0 0-16,2 3 0 15,-1 0-4-15,-1 0 0 16,0 2 1-16,-2 5 1 15,-3 2-3-15,0 0 2 16,-2-2-2-16,0 0 1 16,-3-1 0-16,0-2 1 15,0-2-2-15,3-2-2 16,-2 0-46-16,5 0-81 0,-4-4-117 16,0-11-180-16</inkml:trace>
  <inkml:trace contextRef="#ctx0" brushRef="#br0" timeOffset="23800.78">8789 13095 372 0,'0'0'136'0,"0"0"12"0,0 0-26 16,0 0-56-16,0 0-51 15,0 0 49-15,13 21-4 16,-7-4 1-16,5 4-10 15,-1 0-12-15,-4 4 3 16,1-3-5-16,-2 3-10 16,1-2-12-16,-6 0-8 15,7-4-1-15,-4 1-2 0,2-2-3 16,-2 0 3 0,1-6-4-16,-1 1-13 0,0-6-42 15,0-2-47-15,1-5-67 16,-2 0-190-16</inkml:trace>
  <inkml:trace contextRef="#ctx0" brushRef="#br0" timeOffset="24138.892">8996 13192 420 0,'0'0'82'0,"0"0"54"15,0 0-31-15,0 0-23 16,0 0-14-16,0 0-21 16,48 27-5-16,-45-21 2 15,-3-2-10-15,0 0-2 16,0-3 6-16,0 2-3 15,0 0 1-15,-12-2-11 16,4 1-14-16,-1 0-8 16,2-2 1-16,-3 0-2 15,7 0-2-15,-5 0-19 16,8 0-53-16,-3 0-65 0,3-8-246 16</inkml:trace>
  <inkml:trace contextRef="#ctx0" brushRef="#br0" timeOffset="26176.749">9230 12997 122 0,'0'0'271'0,"0"0"-125"0,0 0-25 15,0 0-45-15,0 0-31 16,0 0 10-16,20-35-12 16,-12 28 8-16,0 5-6 15,4 0-12-15,-2-1 1 16,5 3-4-16,0 0 0 15,3 0-7-15,0 7-6 0,-3 7 0 16,3 3-1-16,-6 1-4 16,-3 4-8-16,-2 0 3 15,-5-1-1-15,-2 3-3 16,0-1 0-16,0 0 1 16,-3-3-1-16,-9 0-3 15,-2 1 6-15,-2-3-5 16,-1-1-1-16,0-1 0 15,2-3-1-15,0-4-11 16,6-4-7-16,-2 0 11 16,3-5 8-16,3 0 0 15,-4 0 2-15,9 0 1 16,-2 0-1-16,1-5-3 0,1 1 4 16,0 0-3-16,0 2 0 15,0-2-1-15,0 1 0 16,1 0 1-16,9 3 0 15,3 0 2-15,0 0 3 16,1 0 1-16,7 0 0 16,-4 2-2-16,0 3-2 15,1 1 2-15,-3-2 1 16,0-1 0-16,0-1-3 16,-1-2 1-16,0 0 0 15,2 0-3-15,1 0-2 16,4-12-71-16,-2-8-168 0</inkml:trace>
  <inkml:trace contextRef="#ctx0" brushRef="#br0" timeOffset="30423.438">9408 11807 418 0,'0'0'17'0,"0"0"65"0,0 0-12 0,0 0-15 15,0 0-13-15,0 0-12 16,0 0-1-16,88-68 0 16,-57 57 1-16,2 8 0 15,-6 3 0-15,1 10 1 16,-1 20-5-16,-6 15 1 15,-8 9-8-15,-5 5-13 0,-8 5 0 16,0-2-3-16,0-2-2 16,0-8 1-16,0-6 6 15,0-5 6-15,0-6 6 16,0-9 1-16,13 0-7 16,1-8-6-16,2-5 0 15,1 0-3-15,0-6 0 16,4-2 3-16,-1-4-3 15,-1-1 2-15,2 0-2 16,-2-6-1-16,2-5-2 16,-4-3 0-16,-4 3-1 15,1 0-1-15,-6 2 0 0,-5 4-3 16,-1 0 0 0,-2 5 1-16,0 0-2 0,0 0-7 15,0 7-14-15,-2 13 24 16,-6 6 0-16,0 6 1 15,2 3 0-15,3 0-1 16,3 1 1-16,0 0-1 16,0 2 1-16,0 2 0 15,0 1 6-15,8 0 5 16,-1 0-3-16,2-4 8 16,1 0-6-16,-1 3 5 15,5-2 5-15,-2-1-3 0,0 4 1 16,1-2-7-16,-1 2-2 15,1 1-1-15,-2-3 4 16,1-1-1-16,-2-4 0 16,-2-5 7-16,1 1-3 15,-1-6 0-15,3 0 1 16,-5-6-3-16,-3 0-2 16,0-2 4-16,-1-2-2 15,-2-1 3-15,0-2 0 16,0-1-9-16,0-1 1 15,0-1 3-15,-8 2-3 16,-3-2-2-16,-3 1 2 16,0 2-5-16,-7 0-3 15,-4 2 2-15,1-1-1 16,-9 1 3-16,-1-3-4 0,4-3-4 16,-1-5-9-16,7-2-16 15,0-7-63-15,0-25-86 16,-12-20-456-16</inkml:trace>
  <inkml:trace contextRef="#ctx0" brushRef="#br0" timeOffset="46910.777">13496 11983 236 0,'0'0'14'0,"0"0"-6"0,0 0 35 16,0 0 17-16,0 0 5 15,0 0-8-15,-80 0-12 16,80 0-17-16,0 0-20 15,0 2-7-15,19 6 9 16,10 3 1-16,16-3 2 0,9 2-5 16,9 0-2-16,3-1 0 15,2 1-3-15,-4 0 3 16,-3-2 0-16,-3 1-1 16,-7-4 1-16,-3 2 1 15,-6-3 1-15,-5-1 0 16,-3-2 1-16,-1-1 3 15,1 0-1-15,-1 0-4 16,-5 0-3-16,-2 0 0 16,-10-2-3-16,-7-1 3 0,-2 3-3 15,-7 0-1 1,0 0 1-16,0 0-1 0,-19 0-12 16,-9 3-85-16,-8 5-31 15,-4-1-114-15</inkml:trace>
  <inkml:trace contextRef="#ctx0" brushRef="#br0" timeOffset="47345.74">13700 12049 123 0,'0'0'6'0,"0"0"0"0,0 0 4 0,0 0 19 16,0 0 1-16,0 0 0 16,-27-3 38-16,30 8-6 15,12 0-7-15,6 1 5 16,7 1-17-16,10-3-16 16,8 5 17-16,7-2-3 15,7-2-7-15,3 2-13 16,-2 1 1-16,-4-3-8 15,-2 1-2-15,-3-2 3 16,-1 0-3-16,-3-2 2 16,-2 0 1-16,-9 0-1 15,-6-1 6-15,-11 1-4 0,-4-1-1 16,-8-1-6-16,-5 0 3 16,-3 0-1-16,3 0 0 15,-3 0 13 1,0 0 6-16,0 0-4 0,0 0-17 15,-3 0-9-15,-9 0-3 16,-4-1-62-16,-4 1-88 16,-11 0-109-16</inkml:trace>
  <inkml:trace contextRef="#ctx0" brushRef="#br0" timeOffset="49345.404">14112 12690 639 0,'0'0'50'0,"0"0"63"0,0 0-37 0,-8-82-36 16,22 59-26-1,8 2-9-15,5 3 3 0,3 5-6 16,0 7 1-16,-2 4 1 16,0 2-2-16,-4 8 1 15,-7 15-2-15,-7 8 0 16,-10 4 4-16,0 5-3 16,-4 5 1-16,-14-2-3 15,-5-3 1-15,-2-1 2 16,0-3-1-16,-2-4-1 15,3-5 1-15,0-7-2 16,3-5 1-16,3-5 0 16,-1-4 1-16,0-6 1 15,2 0-2-15,-1 0 2 0,6-6-2 16,3-8-1-16,2-1 10 16,5 1-10-16,2-2 0 15,0 1 0-15,0 2 0 16,14 3 0-16,-2 0 1 15,4 5 1-15,1-2 0 16,2 5 4-16,3 1 4 16,-1 1-1-16,2 0 3 15,-1 0 2-15,-4 7 2 16,4 1-3-16,-3-1 0 16,-2 2-4-16,-2-1-1 15,-2-1-3-15,1 0-4 16,-5-1 0-16,-2-1 0 0,-1-2 0 15,0 0-2-15,1-2-21 16,-2-1-54-16,3 0-62 16,1 0-134-16</inkml:trace>
  <inkml:trace contextRef="#ctx0" brushRef="#br0" timeOffset="49885.984">14610 12554 135 0,'0'0'363'0,"0"0"-336"0,0 0 58 0,0 0-28 16,0 0-34-16,0 0-9 15,-65 36-3-15,60-15 5 16,4 4 8-16,1 1 10 15,0 2-5-15,0-2 3 16,0 0 7-16,3-2-9 16,4-1-10-16,2-4-9 15,-2-5-1-15,2 2-2 16,3-2-7-16,-1-2 4 0,1-4-5 16,2-2 2-1,3-5 2-15,2-1-2 16,1 0 4-16,-1-2-5 15,2-13 2-15,-3-2-1 0,-3-6 0 16,-3 4 1-16,0-5-1 16,-5 0 0-16,-2 1 0 15,-4-2 7-15,-1 2 7 16,0 3 0-16,0 3-5 16,0 5-2-16,-9 2 2 15,0 2-4-15,-3 6-4 16,-1 2-3-16,-5 0 0 15,0 0 1-15,-3 12-1 16,2-2-1-16,2 3 1 16,3-3 2-16,2-1-2 15,2-1 0-15,5-3-9 0,3 2-63 16,2-6-80-16,0-1-155 16</inkml:trace>
  <inkml:trace contextRef="#ctx0" brushRef="#br0" timeOffset="50125.357">14932 12571 380 0,'0'0'404'0,"0"0"-330"0,0 0 64 0,0 0-84 16,0 0-33-16,0 0 9 0,5-1-4 15,-2 1-17-15,0 0-2 16,-2 0-6-16,-1 1 0 16,2-1-1-16,-2 0-4 15,0 0-58-15,5 0-93 16,-1 0-171-16</inkml:trace>
  <inkml:trace contextRef="#ctx0" brushRef="#br0" timeOffset="50703.376">15161 12417 617 0,'0'0'66'0,"0"0"60"16,0 0-21-16,0 0-60 15,0 0-24-15,0 0-9 16,-41 47 2-16,41-27 0 15,0 0 2-15,5 4-3 16,1-1-2-16,3 2-4 16,-2-1-2-16,-1-3-1 15,2-2-2-15,-2-3 1 16,4-5-1-16,-2-2-1 16,1-3 2-16,2-3-2 15,0-3 4-15,1 0-1 0,3 0-1 16,-2-3 1-1,4-12-2-15,-2 0-2 0,-1-2 1 16,-2-2 0-16,0 1 0 16,-3 0-1-16,-3-2 3 15,0 3-2-15,1-1 0 16,-4 1-1-16,0 1 5 16,-1-1 1-16,-2 1 3 15,0 1 2-15,0 1-4 16,0 3 2-16,0 0 5 15,-3 1-1-15,-7 3 0 16,-1-1-4-16,-4 4-2 0,-1 2 4 16,-2 0-1-1,2 2-2-15,-2 0 5 0,3 0 7 16,-3 0-5-16,3 0 1 16,0 0-3-16,3 4-4 15,-1-1-4-15,4 0-3 16,0 1-2-16,1-1 0 15,1-1-28-15,-2 0-69 16,-8-2-190-16</inkml:trace>
  <inkml:trace contextRef="#ctx0" brushRef="#br0" timeOffset="52524.489">15605 12307 491 0,'0'0'94'0,"0"0"48"0,0 0-35 0,0 0-91 15,0 0 54-15,0 0-22 16,0 0-6-16,24 84-10 16,-17-66-11-16,-4-1-12 15,2-4-4-15,-3-2-1 16,-1-1-1-16,-1-6-1 16,0-3 1-16,0-1 1 0,0 0-3 15,0 0 9-15,-6-6-1 16,-2-9-9-16,1-3-5 15,4 0-1-15,3-2 5 16,0 1 1-16,0 3-2 16,3 3 1-16,9 3 1 15,0 5 1-15,3 5-1 16,-2 0 0-16,4 0 0 16,-1 12 3-16,2 2 2 15,-4-1 0-15,0 1-4 0,-3-1 3 16,-2-2-1-16,-3-1-3 15,-2 0 0-15,-4-3 4 16,0-1-4-16,0-2 2 16,0-3-2-16,0-1 1 15,0 0 3-15,0 0 3 16,-1-10-1-16,-7-1-6 16,5-5 4-16,2-1-3 15,1 0 0-15,0 1 0 16,0 2-1-16,0 0 0 15,3 6 0-15,6 3 0 16,-2 2 0-16,1 1-1 16,-1 2 0-16,2 0 0 0,0 0 1 15,-1 9 1 1,2 0 1-16,0 1 3 0,-2 2-1 16,1 1 3-16,0-1 2 15,-2 1 2-15,2-2 5 16,-3-1-3-16,0 0-2 15,0-3-6-15,0-1-1 16,2-2-2-16,1-2 1 16,5-2 0-16,4 0-3 15,5 0-21-15,7-9-36 16,1-6-25-16,2-5-48 16,-2-7-94-16,-6-4-240 15</inkml:trace>
  <inkml:trace contextRef="#ctx0" brushRef="#br0" timeOffset="52889.804">16175 11947 331 0,'0'0'50'0,"0"0"96"0,0 0-53 16,0 0-32-16,0 0-19 15,0 0 13-15,-21 19-1 16,21-5 5-16,0 3-2 16,0 4-13-16,3-1 13 15,2 4-11-15,1 4-1 0,-2-1 0 16,1 3-4 0,-1 1-8-16,3 0-1 0,-2-2-4 15,0-2-1-15,-1-2-11 16,-1-3-5-16,2-4-4 15,-1-1-4-15,2-4-1 16,-3-2 1-16,1-4-3 16,-1-3 2-16,-1-1-2 15,-1-2-2-15,2-1-33 16,0 0-40-16,-1 0-48 16,-2-14-275-16</inkml:trace>
  <inkml:trace contextRef="#ctx0" brushRef="#br0" timeOffset="55916.448">14601 13418 303 0,'0'0'52'0,"0"0"44"0,0 0-8 16,0 0-28-16,0 0-3 0,0 0-32 16,0 0-12-1,-13 0 0-15,13 0 0 0,0-4-4 16,0-2-1-16,0 1 9 16,-2 0 9-16,2 0 1 15,-1 2-3-15,1 0 3 16,-2 0 12-16,2 3-9 15,0 0-8-15,0 0-14 16,0 0-7-16,0 0-1 16,0 0 4-16,0 0 0 15,0 0-4-15,0 5 2 16,0-1 2-16,0-1 0 16,-6-2 0-16,-1-1-2 15,-1 0 5-15,-1 0-2 16,1-7-4-16,2-3 5 0,-2 3-6 15,8 0 5-15,-2 3 19 16,2 2 10-16,0 2-1 16,0 0-24-16,0 0-8 15,0 2 1-15,7 6 1 16,-1 2-1-16,-2-1-2 16,-1 0 1-16,-1 1 0 15,-2-2 0-15,0-2 0 16,0-1 3-16,-5-4-1 15,-4-1-1-15,0 0 1 16,-1 0-1-16,1-6-1 16,3-4 1-16,3-1-1 0,3 0 1 15,0 1 0 1,1 0-2-16,13 2 0 0,2-1 0 16,8 3 0-16,0 2 3 15,1 3-1-15,1-1-1 16,-3 2 0-16,0 0-1 15,-7 2 0-15,2 10 0 16,-7 4 0-16,-5 5 1 16,-5 2-1-16,-1 2 1 15,0 2 0-15,-7 0-1 16,-11 1 1-16,0-1-1 16,-5-3 0-16,0-1 3 15,1-4-2-15,2-5-1 0,0-2 0 16,5-7 0-1,2-3-3-15,1-2 3 0,0 0-1 16,2-7 1-16,1-8-6 16,4 0 2-16,2 3 3 15,3-1-2-15,0 3 2 16,2 0-1-16,11 1 1 16,2 4 1-16,0-1-1 15,3 3 0-15,2 2 1 16,-1 1 0-16,0 0 1 15,1 0-1-15,-1 1 2 16,2 9-2-16,-3 2 2 0,-1-1-1 16,-4-1 0-1,-3 0 1-15,-1-1-2 0,-5 0 0 16,2-2 0-16,2-2-4 16,4-2-58-16,1-3-84 15,6 0-157-15,1-10-298 16</inkml:trace>
  <inkml:trace contextRef="#ctx0" brushRef="#br0" timeOffset="56366.566">14986 13357 464 0,'0'0'61'0,"0"0"-2"0,0 0 32 16,0 0-15-16,0 0-21 0,0 0-12 15,-15 86-3 1,21-69-11-16,6 0-8 0,-1-4-9 16,-1-2-2-16,2-3-2 15,-2 1-3-15,1-6-2 16,-1 0 0-16,1-2-1 16,2-1 0-16,1 0 3 15,3 0-3-15,-2-7-1 16,3-6 1-16,-3-1-1 15,-2-4 0-15,-4 3 1 16,-1-5-1-16,-5 1 1 16,-3 0-1-16,0 2 1 0,0 0 5 15,0-2 14 1,-12 8 9-16,-3 0-11 0,0 2-11 16,-3 5-3-16,2 4-3 15,-3 0-2-15,-1 0 0 16,4 11 0-16,1 2 0 15,3-2 0-15,3 4 1 16,4-4-1-16,5-4-1 16,0 0-31-16,0-4-62 15,15-3-93-15,5 0-166 16</inkml:trace>
  <inkml:trace contextRef="#ctx0" brushRef="#br0" timeOffset="56539.631">15319 13301 604 0,'0'0'125'0,"0"0"2"0,0 0-3 16,0 0-81-16,0 0-31 16,0 0-7-16,0 6-5 15,7-4-74-15,-1-2-214 16</inkml:trace>
  <inkml:trace contextRef="#ctx0" brushRef="#br0" timeOffset="57440.316">15604 13083 626 0,'0'0'82'16,"0"0"36"-16,0 0-22 16,0 0-50-16,0 0-3 15,0 0-13-15,49 2-3 16,-43 3-14-16,1 1-5 16,-4 3-1-16,-3-2-5 15,0 1-1-15,0 0 1 16,0-2 1-16,-7 0 4 0,-5-3-4 15,1-3-1-15,0 0 4 16,3 0-4-16,2-6 0 16,3-1 1-16,2 0 0 15,1 2 19-15,0 2 16 16,0 0-2-16,0 1-19 16,4 2-8-16,5 0-5 15,3 0 0-15,-1 0 0 16,-2 5-3-16,-2 2-1 15,-3 0 1-15,-2-1-3 16,-2 0 4-16,0 0-1 16,0-2-1-16,-5-1-1 0,-5-3-2 15,1 0 3-15,0-1 0 16,0-11 0-16,3-1-2 16,5-3 2-16,1-1 1 15,0 2-1-15,3 3 0 16,10 2 2-16,2 5-1 15,3 0 1-15,2 5-2 16,0 0 0-16,-1 0-3 16,-3 7 2-16,-3 7 1 15,-1 2 0-15,-3 4 2 16,-3 1-1-16,-2 1 0 16,-4 2-1-16,0 2 0 15,0-2 0-15,-12 1 1 16,-4-2 2-16,0-2-3 15,-3-4 2-15,2-4-2 0,-1-6 0 16,3-3 1 0,3-4 0-16,-1 0 0 0,3 0-1 15,0-9 0-15,6 0 0 16,-1-2-7-16,5 1 7 16,0 0-3-16,0 2 2 15,0 1-1-15,8 1 1 16,5 2 1-16,1 0-1 15,0 1 0-15,0 2 1 16,2-1 0-16,-1 2 0 16,0 0 0-16,0 0 1 15,-2 0-1-15,1 0 2 0,-2 3-2 16,1 3 1-16,-4-1-1 16,3-2 2-16,-3 0-2 15,2-3-2-15,2 0-36 16,2 0-101-16,3 0-91 15,1-10-271-15</inkml:trace>
  <inkml:trace contextRef="#ctx0" brushRef="#br0" timeOffset="58105.375">16056 12990 548 0,'0'0'165'0,"0"0"18"0,0 0-49 0,0 0-86 15,0 0-20-15,0 0 28 16,10 22-4-16,-4-5-11 16,2-2-2-16,-4-1-6 15,2-3-9-15,0-1-14 16,-2-4-3-16,-2 1-6 16,-2-3 3-16,2 0-3 15,-2-4 1-15,0 0-2 16,0 0 0-16,0 0 0 15,0-7-7-15,0-8 0 16,-2-2 2-16,2 0 4 16,0 2 1-16,0 2 0 0,0 4 0 15,6 4 0-15,2 3 0 16,3 2 0-16,3 0 0 16,-1 0 0-16,2 2 1 15,-3 10-1-15,1 1 0 16,-2 3 0-16,-3-1 1 15,-1-4-1-15,-3 3 1 16,-2-5-1-16,-1-5 0 16,-1 0-1-16,2-4-1 15,-2 0-7-15,0 0 8 16,0-4-4-16,0-12-10 16,0-3 9-16,1-2 3 15,2-2 2-15,2 2 1 16,1 4 0-16,3 2 0 15,-2 2 0-15,1 5-1 0,2 2 1 16,-1 4 0-16,-1 2 1 16,1 0 0-16,-1 0 1 15,1 5 2-15,0 8 1 16,0 0 1-16,-1 3 1 16,-2-1 1-16,0 0-4 15,-2-3 0-15,1-1-3 16,-1-2 1-16,0-3-1 15,1-1-1-15,0-3-22 16,2-2-48-16,2 0-44 16,0 0-49-16,0-14-125 15,-1-6-155-15</inkml:trace>
  <inkml:trace contextRef="#ctx0" brushRef="#br0" timeOffset="58413.546">16520 12605 522 0,'0'0'116'0,"0"0"20"0,0 0-33 16,0 0-83-16,0 0 44 16,0 0-7-16,0 55 7 15,4-26-8-15,2 3 8 16,-1 3-12-16,-2 0 12 0,1 1-12 15,-2-2-6-15,1-2-15 16,0-4-1-16,2-2-7 16,0-6-15-16,1-1-6 15,0-5 3-15,-1-5-4 16,-2-4-1-16,-3-2-3 16,3 0-29-16,-3-3-67 15,0 0-139-15,-17 0-570 16</inkml:trace>
  <inkml:trace contextRef="#ctx0" brushRef="#br0" timeOffset="60812.47">16442 11461 555 0,'0'0'14'0,"0"0"60"0,0 0-7 0,-37-74-9 15,37 56 15-15,4-2-43 16,19 2-13-16,2 2 11 16,11 2-14-16,0 6-6 15,1 5 3-15,-1 3 0 16,-6 8-5-16,-5 25-5 16,-7 12 3-16,-6 13-3 15,-6 9 2-15,-5 5-1 16,-1 1-1-16,0-7 0 0,0-5-1 15,0-4 1-15,0-4 1 16,3-6 7-16,4-4-6 16,1-7 9-16,3-7 1 15,2-5-3-15,2-3-2 16,4-6-6-16,-1-4 2 16,5-6 2-16,0-4 0 15,-1-1-2-15,0 0 1 16,-1 0-5-16,-6-8-7 15,-4-2-15-15,-3 2 3 16,-2 2-1-16,-4-1-2 16,1 3 1-16,-3 3 9 0,0-1 7 15,0 2-9 1,0 0-7-16,0 3-13 0,0 14 23 16,0 5 11-16,0 9 2 15,0 6-1-15,0 4-1 16,0 4 0-16,0 2 0 15,4 3 6-15,6 0 19 16,1-2 14-16,1 0-14 16,6 0-3-16,-3 1 0 15,4 5 2-15,0-2-3 16,-4 3 7-16,3-4-5 16,-6-3-3-16,1 1 7 15,-3-4 4-15,-3 5-6 0,-4-5-7 16,0-3 0-1,-1 1 1-15,-2-8 0 0,0-4 2 16,0-4-4-16,0-4 5 16,-2-4 3-16,-7-3-8 15,-2-3 3-15,-6-4 2 16,-5 0-5-16,-3-2-4 16,-5-3-8-16,-2 0-2 15,-2 0-3-15,-2-4-19 16,-2 0-48-16,3 0-68 15,-4-19-171-15</inkml:trace>
  <inkml:trace contextRef="#ctx0" brushRef="#br0" timeOffset="62265.372">14070 12341 371 0,'0'0'139'0,"0"0"-132"0,0 0 61 0,0 0 22 16,0 0-54-16,0 0-10 16,0 0-24-16,-83-25 1 15,78 55-1-15,5 9 7 16,0 11 20-16,3 17 7 15,16 13 9-15,4 5-17 16,4 4-7-16,3 0-6 16,-4-4 1-16,0-3-2 15,-6-6-4-15,-7-9-1 16,-6-6-3-16,-5-4 5 16,-2-7-5-16,0-1 2 15,-11-6-4-15,-4-5-1 16,-3-2-1-16,-1-7 0 15,-1-9 0-15,0-3 1 16,-3-8-1-16,2-4-1 0,-3-5 3 16,1 0-2-16,0 0-1 15,4-3-1-15,-1-5 0 16,5-4-4-16,2 4 2 16,7-1-1-16,3 1 3 15,3 2-4-15,0-1 4 16,12 3-3-16,9 1 0 15,7 3 3-15,5 0-2 16,3 0 2-16,3 17-1 16,1 0 0-16,-3 6 2 15,-2 2 0-15,-1 2 1 16,-1 6 2-16,1 0 1 0,-1 4-1 16,1 2 5-16,8-1-2 15,-3 2 12-15,1-1 2 16,3-3-1-16,-1-4 19 15,1-1-5-15,-1-8-18 16,-3-3-11-16,-3-5-1 16,4-5-2-16,-6-6 0 15,0-4-2-15,1 0-12 16,-1-3-69-16,-5-16-80 16,-9-8-272-16</inkml:trace>
  <inkml:trace contextRef="#ctx0" brushRef="#br0" timeOffset="67241.503">24205 2703 428 0,'0'0'15'0,"0"0"11"0,0 0 36 0,0 0-23 15,0 0-7-15,0 0 5 16,0 0 40-16,0 0 20 16,82 9-21-16,9-28-32 15,19-8 3-15,27-12-23 16,17-1-13-16,12-10 0 0,10 2-5 16,-7 0 7-16,-10 5-6 15,-10 8-1-15,-17 5 0 16,-16 7-5-16,-22 9 1 15,-23 2-4-15,-21 8 1 16,-19 4-30-16,-18 0-30 16,-13 0-70-16,-23 14-38 15,-29 5 87-15,-23 3-280 16</inkml:trace>
  <inkml:trace contextRef="#ctx0" brushRef="#br0" timeOffset="67706.297">24481 2832 341 0,'0'0'24'0,"0"0"-17"16,0 0 4-16,0 0 3 15,0 0 19-15,0 0 60 16,10 45 25-16,32-45-34 15,17-17-24-15,22-11-23 16,25-4 0-16,21-6 1 16,19-1-5-16,12 3-12 15,2 2-2-15,-3 1 3 0,-5 2-6 16,-12 2 4-16,-7 3 0 16,-16 2-1-16,-10 3 1 15,-15 4 1-15,-17 4-9 16,-15 3 1-16,-20 5 2 15,-16 2-4-15,-13 3 0 16,-8-3 3-16,-3 3 9 16,0 0 11-16,0 0-7 15,0 0-5-15,0 0-3 16,0 0 0-16,0 0-8 16,0 0-3-16,0 0-6 15,0 0 0-15,0 0-2 16,0 0-1-16,0 0-40 15,0 6-106-15,-7 6-70 16,-8 1-50-16,-4-4-357 0</inkml:trace>
  <inkml:trace contextRef="#ctx0" brushRef="#br0" timeOffset="71677.714">18197 12049 524 0,'0'0'72'0,"0"0"-28"0,0 0 47 0,0 0-1 16,0 0-33-16,0 0-20 15,0 0-22-15,-12 7-10 16,36-5 32-16,7-2-7 16,12 0 0-16,2 0-11 15,3 0-4-15,0 0-11 16,1-9-1-16,-9-2 0 0,-1-1-3 16,-14 0-20-16,-2-1-71 15,-13 1-125-15,-10-1-54 16,0-1-147-16</inkml:trace>
  <inkml:trace contextRef="#ctx0" brushRef="#br0" timeOffset="71960.948">18413 11817 622 0,'0'0'10'16,"0"0"8"-16,0 0 53 15,0 73 13-15,8-38-19 0,2 5 0 16,5-4-7-16,-3-2-14 16,1 0-13-16,-1-5 1 15,0 0-7-15,-1-4-16 16,-4-5 5-16,-1-1 0 16,-3-7-8-16,-3-5-3 15,2-5-1-15,0 0-1 16,-2-2-1-16,0 0-14 15,0 0-26-15,0-11-85 16,0-5-132-16,0 1-89 16</inkml:trace>
  <inkml:trace contextRef="#ctx0" brushRef="#br0" timeOffset="72365.451">18319 12275 469 0,'0'0'52'0,"0"0"46"16,0 0 13-16,0 0-31 16,0 0-11-16,0 0-38 15,-16 8-23-15,34-5 54 16,7-2-18-16,9-1 1 0,5 0-16 15,3 0-1 1,7 0 2-16,2 0-5 0,0-5-5 16,-4 0-4-16,0 0-1 15,-9 4-9-15,-8 1 0 16,-6 0-2-16,-5 0-2 16,-6 0 3-16,-2 0-4 15,-6 0 1-15,-2 0-2 16,-3 0 2-16,0 0-1 15,0 1 3-15,0-1-4 16,0 1-7-16,0-1-18 16,-5 4-39-16,-9-2-42 0,1-2-80 15,-4 0-344 1</inkml:trace>
  <inkml:trace contextRef="#ctx0" brushRef="#br0" timeOffset="72760.71">19081 11819 750 0,'0'0'39'0,"0"0"24"0,0 0 40 0,0 0-52 16,0 0-14-16,0 0 20 15,-46 52 7-15,46-22-19 0,0-1-16 16,15 5-6-16,-3-2 3 16,0 1-2-16,0 0 3 15,-3 1-1-15,-3-2-1 16,-1 1 4-16,-2-3-7 16,2-1 4-16,-3-3-5 15,-1-8 0-15,-1-3 2 16,0-7-9-16,0-2-1 15,0-3-4-15,0-3-2 16,0 0 3-16,0 0 0 16,0 0-2-16,0 0 0 15,0-10-8-15,0-4-8 0,0-4-52 16,-3-6-56-16,-21-9-216 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01:00.370"/>
    </inkml:context>
    <inkml:brush xml:id="br0">
      <inkml:brushProperty name="width" value="0.05292" units="cm"/>
      <inkml:brushProperty name="height" value="0.05292" units="cm"/>
      <inkml:brushProperty name="color" value="#FFC000"/>
    </inkml:brush>
  </inkml:definitions>
  <inkml:trace contextRef="#ctx0" brushRef="#br0">5848 13010 234 0,'0'0'0'0,"0"0"25"0,0 0 23 0,0 0 3 15,0 0 6-15,-80-41-20 16,69 37-6-16,3-2 8 16,-5 5-11-16,4-2-10 15,-7 3-2-15,5 0-4 16,-2 0-2-16,-5 0 1 16,3 3-7-16,-6 8 0 15,2 3 0-15,-1 3-1 0,-2 3-2 16,1 3 1-16,0 2 1 15,2 2 2-15,1 3 2 16,3-2-2-16,7 1 1 16,1 0 0-16,6 1 5 15,1 0 14-15,0 0-6 16,0-3 0-16,10 1-2 16,-4-4-1-16,8-1-5 15,2 1-1-15,-1-1 2 16,4 0-2-16,2 1-3 15,-1 0 3-15,3-1 6 16,-2-1-12-16,6-1 1 0,-4-1-2 16,2-3 1-16,2-4 0 15,-2-2-3-15,2-1 4 16,1-4-3-16,3-4-2 16,4-2 1-16,-1 0 4 15,-4-5-4-15,0-8 2 16,-2-1 0-16,-7-5 1 15,3-1 0-15,-5-4-2 16,-5-3 1-16,2 1-2 16,-5-2 2-16,-5-2-2 15,-2-1 0-15,-4 0 2 16,0-5-2-16,0 4 1 0,-4-1-4 16,-8 0 1-1,-6-1 1-15,-2 4 0 0,-2-2 0 16,0 4 1-16,-1 3 0 15,5 0 0-15,-1 4 1 16,1 2 0-16,0 2-2 16,0 1 0-16,2 5 0 15,-3 2 0-15,2 2 0 16,1 4 4-16,-1 3-1 16,-2 0-1-16,2 0-1 15,-2 2-1-15,0 9 0 16,2 1 0-16,-2 3 0 0,2 1 0 15,-2 0 0 1,4-2 0-16,-1 5 0 0,-1-3 0 16,-1-1 0-16,6-1 0 15,-4 0 0-15,5 3 0 16,0-5 0-16,0 3 0 16,2 1 0-16,2 2 0 15,-1 0 0-15,4 0 2 16,1 2 1-16,1 0-1 15,2 0 4-15,0 2 0 16,0 1 9-16,0 1-4 16,5 0 3-16,7 0 5 15,1 0-5-15,4-1-1 16,-1-3-4-16,1-1 0 0,0-2 0 16,-2-1 0-16,3-2-4 15,0-4-1-15,2 0 7 16,-1 0-4-16,-4-2-2 15,4-3 0-15,-1-2 2 16,0-3-4-16,1 0 2 16,2 0 0-16,3-3 0 15,-3-10-2-15,3 1 2 16,-6-4-2-16,4 0-2 16,-4-1 0-16,-6-1 0 15,3 3 0-15,-9 1 1 16,-3 1 3-16,-3-2 5 15,0-1 1-15,-2 1-3 0,-11-4-7 16,-2 2 4 0,-3-2-2-16,0-2-1 0,-3 1-1 15,-1-3-1-15,1 1 1 16,-4-1-1-16,-1 2-1 16,-2 2 1-16,7 3 0 15,-3 0 1-15,5 5-1 16,0 2 0-16,2 4 0 15,2 2 1-15,2 3-1 16,-5 0 2-16,6 0-2 16,-4 4 2-16,-1 10-2 15,-1 1 1-15,-3 6 1 16,0-1-1-16,2 3 0 0,2 0-1 16,-2-2 1-16,7-4-1 15,2-2 0-15,5-2 1 16,5-3-2-16,0-1-5 15,5-5-79-15,10-4-143 16,-8-3-421-16</inkml:trace>
  <inkml:trace contextRef="#ctx0" brushRef="#br0" timeOffset="21025.719">10315 12537 56 0,'0'0'118'0,"0"0"-105"0,0 0 32 0,0 0 1 15,0 0-12-15,0 0 0 16,0 0 1-16,-21-28-7 16,20 26 2-16,-4-1-1 0,2 1-7 15,-3 1 7 1,-3 0 1-16,2 1 0 15,-2 0-4-15,-2 0-15 0,-2 0-2 16,1 0 0-16,-1 0 2 16,-1 7 1-16,3 2-3 15,-2 3 2-15,1 3 2 16,2 4-2-16,2 6 1 16,1 4 1-16,4 5-3 15,3 0-2-15,0 0-1 16,0-1-3-16,0-1 3 15,0-1 0-15,3 0-1 0,6-1-3 16,1-5 0 0,8 1 0-16,0-4-1 0,0 1-2 15,1-1 3-15,2-3-1 16,-3-1-1-16,0-2-1 16,-1-3 5-16,0 0-5 15,-3-2 0-15,5-1-5 16,-1 0-9-16,5-1-11 15,-3-3-7-15,4-2 8 16,-3-3-2-16,0-1 2 16,-2 0 16-16,-7 0 4 15,5 0 4-15,-7 0 0 16,-2-7 1-16,2-1 2 0,-4-5-2 16,0-2 0-16,-1-1-1 15,-1-2 1-15,-1-2 0 16,-1-2 1-16,-2 0-1 15,0-2 3-15,0-1 7 16,0-1-6-16,-5 1-1 16,-7-2 5-16,-1 0 2 15,-4 2 0-15,-1 2 11 16,0-1 5-16,1 1 5 16,3 2-16-16,-2-1-1 15,2 1-2-15,-1 2-6 16,3-3 1-16,3 2 1 15,-2-1 0-15,3 4-2 16,-1 1-2-16,-1 2 8 0,2 3 13 16,-2 1-2-16,-2-1-7 15,3 4 0-15,-2-2-4 16,0 5 2-16,0 0 1 16,2 4-12-16,-1 0-1 15,-1 0-2-15,2 0-1 16,-1 0 2-16,7 0-2 15,0 0-2-15,0 3 2 16,1 1-1-16,2 2-4 16,0 1-68-16,0-3-131 15,0-3-313-15</inkml:trace>
  <inkml:trace contextRef="#ctx0" brushRef="#br0" timeOffset="35380.199">8322 15669 640 0,'0'0'0'0,"0"0"-1"0,0 0 1 0,-24 87 4 0,43-73 7 15,2-3 5 1,7-6 3-16,10-5 0 0,7 0-4 16,13-20 3-16,19-12-4 15,11-13 0-15,14-5-8 16,8-6-1-16,2 0-2 15,-6 6-3-15,-2 5-47 16,-11 7-119-16,-17 10-219 16</inkml:trace>
  <inkml:trace contextRef="#ctx0" brushRef="#br0" timeOffset="35899.521">9491 17098 562 0,'0'0'1'0,"0"0"-1"0,0 0 33 0,0 0 34 0,136-61-25 0,-36 4-20 0,28-15-19 16,26-12-3-16,7-9-106 15</inkml:trace>
  <inkml:trace contextRef="#ctx0" brushRef="#br0" timeOffset="59842.723">19542 16719 622 0,'0'0'179'0,"0"0"-179"0,0 0-3 0,0 0 3 0,0 0 9 0,0 0 3 0,0 0-9 16,8-6 1-16,-1 15 0 16,-4-2-4-16,2-3 0 15,0 0-32-15,-4-1-77 16,-1-3-141-16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02:15.722"/>
    </inkml:context>
    <inkml:brush xml:id="br0">
      <inkml:brushProperty name="width" value="0.05292" units="cm"/>
      <inkml:brushProperty name="height" value="0.05292" units="cm"/>
      <inkml:brushProperty name="color" value="#FFC000"/>
    </inkml:brush>
  </inkml:definitions>
  <inkml:trace contextRef="#ctx0" brushRef="#br0">13322 4714 409 0,'0'0'6'0,"-50"-103"-6"0,17 61 4 0,-4 3 13 16,-14 5 15-16,-7 2 8 15,-8 5 9-15,-4 7-21 16,-4 1 3-16,-7 5-6 16,-4 5 5-16,-11 7-10 0,-5 2-1 15,-11 1-8-15,-3 17 1 16,-4 8-7-16,-5 5 3 16,3 4-2-16,8 2 3 15,8 8-3-15,16 0 5 16,17 6-1-16,8 7 11 15,3 4 7-15,3 3-25 16,3 4 1-16,2 3-3 16,6 6 2-16,8 5 1 15,13 0 2-15,17-2-2 16,9-1 2-16,20 1-3 16,18 0 0-16,10-5 0 15,9-4-2-15,9-4 2 0,7 0 0 16,9-7-1-16,4-5 1 15,7-9-1-15,4-9 2 16,6-9-3-16,9-11-1 16,2-9 1-16,6-9-1 15,4 0 1-15,2-9-1 16,4-14 0-16,-4-7 2 16,-4-5 1-16,-3-5-1 15,-2-6-2-15,-5-7 3 16,-2-2-3-16,-7-2 0 15,-6-3 0-15,-7 0 0 0,-13-2 6 16,-16-3 3 0,-16-5 3-16,-14-2 3 15,-14-4 2-15,-16-6 5 0,-1 0 9 16,-21 1-8-16,-10 2 2 16,-5 3-4-16,-7-1-4 15,-6 2 1-15,-9 3 5 16,-7 8-15-16,-3 10 11 15,-7 5-5-15,1 6-2 16,-5 5-2-16,-4 6 3 16,0 5-7-16,-2 5-4 15,4 7-2-15,1 7 0 16,3 6 0-16,2 2 0 16,4 5 1-16,10 15-2 15,5 6-3-15,11 9-56 0,6 10-69 16,6 4-75-1,0-1-329-15</inkml:trace>
  <inkml:trace contextRef="#ctx0" brushRef="#br0" timeOffset="2751.959">12143 7499 468 0,'0'0'2'0,"0"0"3"15,0 0 1-15,0 0 2 16,0 0 6-16,-16-74 15 15,16 70-2-15,0 3-9 16,0-1 1-16,0 2-2 16,0 0-1-16,5 0-9 15,9 0 0-15,8 0 18 0,8 4-4 16,7 2 11-16,5-2-17 16,3 0-2-16,5-1-1 15,3 1 2-15,2 0-4 16,4 1-2-16,1-1-3 15,3 1-1-15,4 1 0 16,-1-2 1-16,0 2 5 16,0 0-4-16,0-3 1 15,3 4 1-15,-2-1-5 16,3 3 1-16,-3 0 0 16,-3-1-3-16,0 0 2 15,-1-1-3-15,-2 2 2 16,2-2 0-16,-2 2-1 15,2 0 0-15,-4-3-1 0,-2 5 2 16,-1-2-2-16,-3 0 2 16,1-1-2-16,-1 0 1 15,2-4 0-15,-1 1 1 16,3-4 1-16,3-1-1 16,1 0-1-16,1 0 1 15,3 0-1-15,-3 0 2 16,-1 0-3-16,1 0 1 15,0 0 0-15,4 0-1 16,2-3 1-16,1 0 1 0,0-1-1 16,-2 3 1-1,0 1 5-15,1 0 1 0,-2 0 2 16,-2 0 0-16,-1 0-1 16,-6 0 0-16,-5 1 1 15,0 3-3-15,0 1 2 16,-1 0 0-16,3 0 5 15,-3-3-5-15,-2 1 3 16,-3-1 0-16,-1-1 0 16,-2 1-4-16,-4-2 4 15,-2 2-1-15,-4-2 1 16,-3 0 4-16,-3 0 1 16,-2 0 0-16,-4 0 1 15,-1 0 0-15,-3 0-3 0,-3 0-2 16,-1 0-1-16,-5 0-3 15,-4 0 2-15,-2 0-6 16,-2 0 0-16,0 0 3 16,0 0 1-16,0 0 0 15,0 0 0-15,0 0-1 16,0 0-3-16,0 0-2 16,0 0-1-16,0 0-2 15,0 0-4-15,-19-2-44 16,-9 0-81-16,-13-6-140 15,-9-7-449-15</inkml:trace>
  <inkml:trace contextRef="#ctx0" brushRef="#br0" timeOffset="3517.501">17976 7371 502 0,'0'0'10'0,"0"0"-5"0,0 0 5 0,0 0 10 15,0 0 22-15,92 7 3 16,-38 0-5-16,13-1-7 16,5 0 6-16,8-5-4 15,3 1 7-15,3-2-16 0,2 0-8 16,0 0-5-16,-7 0 4 15,-2-3 3-15,-1 0 2 16,-6-1-6-16,-6-1-4 16,-8 1-5-16,-13 1-1 15,-9-1-3-15,-9 1 0 16,-11 0-2-16,-7 0 0 16,-7 1 1-16,-2 0 1 15,0 1 7-15,-8-2-10 16,-20 0-27-16,-11 2-78 15,-15 0-36-15,-4 1-68 16,-8 0-168-16</inkml:trace>
  <inkml:trace contextRef="#ctx0" brushRef="#br0" timeOffset="3940.721">18162 7468 133 0,'0'0'68'0,"0"0"-56"0,0 0 8 0,0 0 22 0,0 0 31 15,0 0 2-15,77 16-17 16,-36-14-10-1,7 1-4-15,7-2-1 0,5-1 1 16,7 0-3 0,5 0-5-16,4 0-4 0,-5 0 6 15,0 0-3-15,-6 0-6 16,-2 0 0-16,-8 0 5 16,-3-4-4-16,-6 1-7 15,-10 1-4-15,-3 0-5 16,-9-3 1-16,-6 2 0 15,-6 2-6-15,-8-1-4 16,-2 1 0-16,-2 1-2 0,0 0 3 16,0-1-6-1,-9-1-39-15,-18 1-203 0,-16-5-329 16</inkml:trace>
  <inkml:trace contextRef="#ctx0" brushRef="#br0" timeOffset="6011.986">20781 7014 579 0,'0'0'13'0,"0"0"31"15,-112-67 96-15,58 44-105 0,-1 3 16 16,3-2 5-16,1-1 0 16,2-2-36-16,3 0-2 15,-2-2 2-15,3 2-2 16,3 1-9-16,6-1-4 15,6 1-2-15,7-3-1 16,5 1-1-16,12-3 0 16,6 4 0-16,0 2 0 15,15 5-1-15,1 4-4 16,0 7-6-16,-2 7-3 16,1 0 2-16,-8 1-4 15,-1 19-6-15,-4 9 14 0,-2 12 5 16,0 6-2-1,-17 4-1-15,-3 4 3 0,0 0 0 16,5 1 2-16,2-2 0 16,8-1 0-16,5-6-1 15,0-10 0-15,4-2 1 16,12-7-1-16,2-5 1 16,4-6 0-16,5-6 0 15,0-3 1-15,0-8-1 16,2 0 3-16,-2 0-3 15,0-16 1-15,-1-4 0 16,-3-5-1-16,-3-4 0 16,-1-4 1-16,-1-6 0 15,-3-1-1-15,0-6 0 0,-3 6 0 16,1-2 1-16,-5 10-1 16,2 4 0-16,0 7 0 15,0 3 0-15,-3 7 0 16,1 2-7-16,5 6-85 15,-3 0-158-15,4 2-293 16</inkml:trace>
  <inkml:trace contextRef="#ctx0" brushRef="#br0" timeOffset="6337.152">21106 6625 522 0,'0'0'57'0,"0"0"-4"0,0 0 58 0,0 0-23 16,0 0-11-16,0 0-28 16,-58 90-4-16,58-59-2 15,0 2-10-15,3 1-8 16,3 2 2-16,-2 4-7 15,-4 0-4-15,0 2-6 16,0-4-4-16,0-3-5 16,-4-5 2-16,-2-3-1 0,0-8 0 15,3-3-2-15,3-6-45 16,0-9-54-16,0-1-108 16,21-7-238-16</inkml:trace>
  <inkml:trace contextRef="#ctx0" brushRef="#br0" timeOffset="6510.01">21375 6804 544 0,'0'0'210'0,"0"0"-124"16,0 0 36-16,0 0-78 0,0 0-22 15,0 0-18-15,-52-11-4 16,52 20-18-1,7-2-153-15,15-2-224 0</inkml:trace>
  <inkml:trace contextRef="#ctx0" brushRef="#br0" timeOffset="6995.238">21752 6743 568 0,'0'0'72'0,"0"0"78"15,0 0-6-15,0 0-53 16,-85-53-38-16,60 53-20 0,-5 0-20 16,-2 10-6-1,7 10-4-15,6 3-2 0,7 4 5 16,9 2-5-16,3-3 1 16,0 2-2-16,10-3 3 15,7-6-3-15,1-5 0 16,4-7 0-16,-3-5-28 15,4-2-8-15,-1-6-6 16,-1-11 14-16,-1-5 16 16,-3-2 2-16,-2-2 10 15,0 4 0-15,-4 1 1 16,-1 5 0-16,-4 4 0 16,-3 5 11-16,-2 5 9 0,-1 2 7 15,0 0-23 1,3 8 0-16,-1 13 10 0,-2 7 18 15,2 4 5-15,-2 4-4 16,0 7-3-16,0 2-11 16,0-1 4-16,0-2-4 15,-8-2-5-15,-1-6-2 16,-1-2-9-16,2-7-1 16,1-2-1-16,4-5-2 15,1-4-18-15,2-3-55 16,0-5-89-16,0-6-124 15</inkml:trace>
  <inkml:trace contextRef="#ctx0" brushRef="#br0" timeOffset="7567.406">22091 6835 704 0,'0'0'96'0,"0"0"14"0,0 0-33 0,0 0-22 16,0 0-17-16,0 0-1 15,94-69-5-15,-70 75-7 16,-4 12-4-16,-4 3 0 16,-6 4-1-16,-9 4-6 15,-1-1-6-15,0-1-5 16,-13 1 0-16,-4-5-1 0,4-6-1 15,3-3 1 1,-1-6-2-16,7-3 0 0,1 0 1 16,3-4-1-16,0-1-1 15,0 0-2-15,0 0 2 16,0 0-4-16,15 0 2 16,1 0 0-16,0-1 3 15,4-1-1-15,-1 2 1 16,1 0-1-16,-4 0 0 15,-1 9 1-15,0 4 0 16,-3 1 4-16,-3 3 5 0,-3 0 2 16,-5 2 6-1,-1 1 7-15,0 3 10 0,0-2-4 16,-3 0-3-16,-10 2-4 16,-5 0 1-16,-6-4-2 15,-3 1 2-15,-4-2-11 16,-8-1 0-16,2 0-4 15,-5-3-5-15,-4-3-1 16,5-2-2-16,5-4-1 16,8 1-1-16,9-6-39 15,8 0-69-15,7 0-118 16,4-17-496-16</inkml:trace>
  <inkml:trace contextRef="#ctx0" brushRef="#br0" timeOffset="8164.219">20611 7540 452 0,'0'0'23'0,"0"0"14"0,0 0 71 16,83 2-28-16,-42-2-12 16,8 0-12-16,3 0-22 15,3 0-9-15,4 0-4 16,5-2-3-16,1-3-11 16,8 1-3-16,1 0-2 15,1 1 1-15,0 1-3 16,-2 1 2-16,3 1 1 15,-5 0-2-15,-4 0 0 0,-5 0 1 16,-5 0 0-16,-2 0 0 16,-3 0 11-16,-2 0 10 15,2 1 8-15,-5 2-10 16,-5-1-3-16,-4-1-5 16,-5 0-4-16,-5 1 0 15,-1-2 4-15,-7 0-2 16,-4 0-6-16,-6 0 2 15,-7 0-3-15,-3 0-1 16,0 0 3-16,-18 0-6 0,-18 0-106 16,-17-2-194-16</inkml:trace>
  <inkml:trace contextRef="#ctx0" brushRef="#br0" timeOffset="8674.326">20840 7632 207 0,'0'0'7'0,"0"0"50"0,0 0 17 16,110 9-9-16,-76-9-5 15,4 0-15-15,3 0-10 16,8 0-3-16,-1 0 3 15,4 0-2-15,3 0 3 16,2 0-6-16,3 0-11 16,4-2-7-16,1 1-1 0,-1-2-3 15,1 2 2-15,-4-1-1 16,-5-1 8-16,-3 2 9 16,-3-2-2-16,-2-1 5 15,-2 2 5-15,-8-3-3 16,-2-1-10-16,-9 4-6 15,-8-1-6-15,-10 0-4 16,-3 2 1-16,-6-1-4 16,0 1-2-16,-6 0-45 15,-19-4-278-15</inkml:trace>
  <inkml:trace contextRef="#ctx0" brushRef="#br0" timeOffset="10980.949">8086 14946 165 0,'0'0'147'0,"0"0"-2"16,0 0-34-16,0 0-31 15,0 0-8-15,0 0-15 0,0 0-24 16,4 0-9-16,-2 0-10 16,-2 0-4-16,0 0-5 15,0 0-2-15,0 0-2 16,0 0-1-16,1 0-2 16,2 0-1-16,0 6-33 15,0 3-119-15,-3-5-122 16</inkml:trace>
  <inkml:trace contextRef="#ctx0" brushRef="#br0" timeOffset="15847.621">17528 9812 374 0,'0'0'26'0,"0"0"-26"0,0 0-4 0,0 0 4 16,0 0 1-16,0 0 37 15,0 0 16-15,10 17-36 0,9-8 34 16,6-2-31-1,6 0 1-15,11 1-2 0,10 0 3 16,8-1 6-16,6 1-9 16,-1-2 6-16,6-1-9 15,0-2-5-15,4-1 0 16,7 0-1-16,1-2 6 16,7 0-3-16,0 0 1 15,2 0 0-15,2 0-4 16,-1 0-4-16,-9 0 2 15,-3 0 6-15,-9 0 0 16,-10 0 0-16,-8 4 0 0,-11-3 2 16,-10 1-4-16,-9 0-1 15,-12-2 1-15,-6 2-6 16,-5 0 0-16,-1-2 8 16,0 0 9-16,0 1 3 15,0-1-4-15,0 0-3 16,0 0-2-16,0 0-6 15,0 0-5-15,0 0 1 16,0 0-6-16,0 0 0 16,0 0 4-16,0 0-6 15,0 0 1-15,0 0-1 16,0 0-1-16,0 0-21 16,0 0-68-16,0 0-141 15,-4 0-109-15</inkml:trace>
  <inkml:trace contextRef="#ctx0" brushRef="#br0" timeOffset="16759.799">20586 9429 365 0,'0'0'87'0,"0"0"-71"0,0 0 28 0,-97-75 12 16,64 50-7-16,-3-5 22 15,-2-4-18-15,4-3 0 16,3-2 2-16,4 2-9 16,3 2-19-16,5 1-14 15,4 6 0-15,4 1-3 16,7 3-6-16,4 0 2 16,0 6-6-16,3 2 0 15,12 3-1-15,1 6-8 16,-1 5-6-16,0 2 1 15,-5 0 0-15,-1 9-7 16,-4 10 5-16,-5 1 0 0,0 5-2 16,0 0 5-16,-14 1 8 15,-2 1 3-15,0-2 2 16,-2 2 1-16,1-2-1 16,-2 4 1-16,5-3 0 15,6 1-1-15,0-1 4 16,8-5 1-16,0-3-2 15,0-3-3-15,5-3 2 16,12-4 0-16,6-3 5 16,4-4 0-16,7-1-2 15,3 0 0-15,4-1-1 16,-4-9-1-16,3-6-2 16,-3-3 2-16,2-1 2 15,0-7 0-15,-3 1 3 16,-5-3 2-16,-2-1 7 0,-5 0 9 15,-5 1-1-15,-4 1 4 16,-4 5 4-16,-3 2 1 16,-3 3-1-16,1 0-4 15,-3 3-1-15,-2 5-7 16,1 2-6-16,0 2-3 16,0 4-4-16,-1 2-4 15,-1 0-4-15,0 0-7 16,0 6-48-16,6 10-10 15,2 0-74-15,1 0-166 16</inkml:trace>
  <inkml:trace contextRef="#ctx0" brushRef="#br0" timeOffset="17787.415">21412 8940 636 0,'0'0'67'0,"0"0"76"16,0 0-45-16,0 0-24 16,0 0-42-16,0 0-17 15,0-15-11-15,0 15-2 0,5 0 10 16,-1 0 1-1,-1 0-8-15,-2 1-2 0,-1-1 0 16,0 0 1-16,0 0 0 16,0 0 4-16,0 0 4 15,0 0 8-15,0 0-12 16,-4-1-5-16,1 0 2 16,2 1 2-16,1 0-2 15,-2 0-5-15,2 0 0 16,0 0-12-16,0 2 10 15,0 7 1-15,0 0 2 16,0 0 0-16,0 0 0 16,0-2 0-16,-1-4 0 15,-1-1-1-15,-1-2-7 0,0 0 1 16,-3 0 5-16,1-5 0 16,-2-7-8-16,3 1 7 15,-1 2 2-15,5 1 2 16,-1 4 5-16,-1 4 12 15,2 0-3-15,0 0-9 16,0 0-7-16,0 0-9 16,0 8 9-16,0 2 1 15,0-1 0-15,0-1 0 16,0-4 0-16,0 1-1 16,0-5-5-16,0 0 5 15,-4 0 0-15,-1-3 5 0,-1-9-5 16,-1-3-2-16,5 0-4 15,2 1 6 1,0-1 0-16,2 5 0 0,13 3 7 16,0 4 1-16,2 3-7 15,3 0-1-15,1 12 1 16,-2 11 1-16,-1 4 1 16,-6 3-3-16,-3 3 2 15,-9 0-2-15,0 2 2 16,0 3-2-16,-14-2 0 15,-11 3 3-15,-5-2-3 16,-6-4-9-16,-5-3 6 16,0-12-6-16,3-7-8 15,5-7 2-15,4-4 14 0,4 0 1 16,4-8 0-16,6-9 1 16,8-3 2-16,7-2 1 15,0-1-3-15,0-1 2 16,15 1-3-16,4 8 2 15,4 1-2-15,4 3-2 16,-1 3 2-16,1 6 0 16,-2 2-1-16,-1 0 1 15,-6 2-1-15,3 11 0 16,-4 6 1-16,-3 1 0 16,-1-1 2-16,-2 6 1 15,0-2-1-15,-1 0 0 0,2-2-1 16,-1-3-1-16,-2-7 0 15,1 2-13-15,0-7-58 16,5 1-47-16,0-7-86 16,5 0-113-16</inkml:trace>
  <inkml:trace contextRef="#ctx0" brushRef="#br0" timeOffset="18162.315">21707 9032 726 0,'0'0'55'0,"0"0"76"0,0 0-100 16,0 0 3-16,0 0 1 15,-33 102-16-15,33-68-5 0,0 1-4 16,8-4-2-16,8-5-6 16,-4-4-1-16,3-5 1 15,0-6 0-15,-3-2 2 16,6-7-2-16,-3-2-2 15,0 0 0-15,-5 0-3 16,-1-11 3-16,0-7 1 16,-3-3 3-16,-3-6-2 15,-3-2-2-15,0-1 8 16,0 5 3-16,0 2-1 16,-6 7 8-16,2 2 4 15,0 8-5-15,0 0-13 16,3 5 2-16,-1 0-6 0,1 1-8 15,-2 0-41-15,-2 0-18 16,1 1-25-16,-2 4-78 16,1-4-138-16</inkml:trace>
  <inkml:trace contextRef="#ctx0" brushRef="#br0" timeOffset="18860.118">21778 9139 579 0,'0'0'136'0,"0"0"34"0,0 0-79 0,0 0-72 0,0 0 35 16,0 0-17-1,-23 82-7-15,20-63-2 0,3-4 0 16,0-3-4-16,0-8-10 16,0 1 0-16,0-5 1 15,7 0 12-15,5-8 9 16,-1-9-20-16,1-3-9 16,-2 2-3-16,-7-2 0 15,2 1 0-15,-4 3-1 16,1 6-2-16,-2 4 7 15,0 3-2-15,0 3-2 16,0 0-2-16,-11 6-2 0,-1 11 1 16,1-2 0-1,1 1-1-15,6-4 3 0,1-2-2 16,1-4-1-16,1-3-2 16,1-3 2-16,0 0 6 15,0 0 2-15,0 0 9 16,3-9-14-16,3 4-1 15,-3-2 0-15,-2-1 1 16,1 5-1-16,0-4 0 16,-2 5-2-16,3 0 2 15,-3 2-2-15,0-4-1 16,0 4 0-16,1 0-7 0,4 0-35 16,6 0-47-1,3 0-59-15,2 0-102 16,8-3-355-16</inkml:trace>
  <inkml:trace contextRef="#ctx0" brushRef="#br0" timeOffset="19347.434">22286 8939 701 0,'0'0'74'0,"0"0"59"0,0 0-64 16,0 0-21-16,0 0-2 16,0 0-10-16,-89 79-8 0,77-45 5 15,0 2-15-15,6 3-8 16,-3 2-4-16,5-4-3 16,-1 1 0-16,4-10-2 15,1-2-1-15,0-9 1 16,0-1-1-16,0-6-13 15,1-1-3-15,11-7-10 16,3-2 14-16,4 0 3 16,2-11 4-16,3-10-7 15,3-4 12-15,-2-5 2 16,2-6-2-16,-6-3 3 16,-2-5-2-16,-7 4 1 15,0-3 6-15,-9 5 13 0,-3 3 11 16,0 2 1-1,-9 4 4-15,-10 5-15 0,-3 4-13 16,-7 4-5-16,2 6-1 16,-1 7-2-16,-2 3 0 15,5 0-1-15,1 12-1 16,12 5-5-16,2 3-32 16,10 2-72-16,0-3-116 15,17-3-206-15</inkml:trace>
  <inkml:trace contextRef="#ctx0" brushRef="#br0" timeOffset="19789.923">22634 8925 828 0,'0'0'30'0,"0"0"40"0,0 0-19 15,0 0-3-15,-90 67-7 16,84-41-16-16,6 2-5 16,0 1-5-16,6-4-3 15,8 0-3-15,10-5-2 16,-1-1 0-16,4-6-3 16,-1-2-3-16,-5-6 1 15,-1-1 0-15,-3-1-1 16,-5-3 0-16,-5 5 0 0,-2-2-1 15,2 0 0-15,-7 1 0 16,3 1 0-16,-3 0 0 16,0 3 6-16,0 2 6 15,-10-2 6-15,-5 6-3 16,-4-1-1-16,-3 1-1 16,-3-3-2-16,-5 0 1 15,-4 1-3-15,1-1-3 16,2-4-3-16,7-2-1 15,6-4-2-15,8-1-5 16,10 0-45-16,0-10-102 16,0-9-129-16,13-9-219 0</inkml:trace>
  <inkml:trace contextRef="#ctx0" brushRef="#br0" timeOffset="19972.935">22625 8901 385 0,'0'0'418'16,"0"0"-312"-16,0 0 35 16,89-26-55-16,-50 23-15 15,2 2-42-15,0 0-17 16,5 0-8-16,-2-2-4 16,3 0-45-16,0-3-131 0,5-7-310 15</inkml:trace>
  <inkml:trace contextRef="#ctx0" brushRef="#br0" timeOffset="23926.438">20100 12388 323 0,'0'0'38'0,"0"0"-7"0,0 0 58 0,0 0 8 0,0 0-6 16,0 0-9-16,0 0-8 16,44-58-25-16,-44 48-11 15,0 2-12-15,0-1-16 16,-11-2-3-16,-13-2-5 15,-1-1 1-15,-8-3-2 16,-3 1 3-16,2-5-3 16,-2 0 1-16,6-2-1 15,4 3-1-15,6 0 0 16,7 0 2-16,4 3 1 0,5 0-2 16,4 2-1-16,0 3 0 15,0 4 1-15,0-1-1 16,8 5-5-16,0 3 4 15,4 1 0-15,-1 0 0 16,0 0-2-16,-2 8 0 16,1 6 1-16,-4 2 2 15,-6 8-2-15,0 1 1 16,0 5 1-16,0 6 1 16,-11 1-1-16,-3 4 2 15,3 0 2-15,-2 0 1 0,3 0 0 16,4-2 1-16,0 1-2 15,6-3 6-15,0 1-2 16,0-6-6-16,0-6 1 16,10-7 3-16,1-5-3 15,3-4 1-15,2-6 0 16,3-1 2-16,6-3 4 16,1 0-6-16,4-13-2 15,4-9 0-15,-3-1-1 16,3-8-1-16,-4 1 1 15,-1-1 0-15,-2-2 0 16,-5-1-1-16,-1 2 0 16,-6-4 0-16,-2 0 1 15,-5 0 0-15,-2 1-1 16,-2 4 3-16,1 4 2 0,-4 3 5 16,2 5-2-16,-3 4 3 15,0 0-7-15,3 7-2 16,-3 3 0-16,0 2 1 15,0 3-3-15,0 0-3 16,0 0-3-16,0 0-38 16,0 8-30-16,0 1-134 15,-13-3-148-15</inkml:trace>
  <inkml:trace contextRef="#ctx0" brushRef="#br0" timeOffset="24809.177">21658 12069 517 0,'0'0'20'0,"0"0"39"0,0 0 55 15,0 0-14-15,0 0-14 16,0 0-16-16,0 0-35 0,13-65-31 16,-11 87 11-1,-1 7 23-15,-1 5-5 0,0 2-5 16,0 1 4-16,0 0-3 16,0 0-12-16,0-4-3 15,0 0-5-15,0-3 1 16,0-7-9-16,-3 0 2 15,2-7-1-15,-5 1 1 16,5-6-3-16,-1-4-2 16,-1-3-72-16,3-4-57 15,0 0-121-15,5-10-201 16</inkml:trace>
  <inkml:trace contextRef="#ctx0" brushRef="#br0" timeOffset="24987.401">22004 12243 848 0,'0'0'2'0,"0"0"8"16,0 0 46-16,0 0-34 16,0 0-22-16,0 0-8 15,-19 0-88-15,14 0-142 16,5-3-273-16</inkml:trace>
  <inkml:trace contextRef="#ctx0" brushRef="#br0" timeOffset="25513.087">22508 12086 701 0,'0'0'10'15,"0"0"-10"-15,0 0 30 16,-80-48-4-16,47 48-10 16,-4 0-2-16,-2 8 8 15,4 11 10-15,7 3 1 16,7 1 10-16,11-1-15 16,4 0-3-16,6-1-4 0,0-3-11 15,3-4-10-15,12-4 12 16,9-3-9-16,1-5 2 15,5-2-5-15,1 0-14 16,1-5-4-16,-4-7 3 16,-5-3 15-16,0 0 2 15,1 0-1-15,-7 0-1 16,0 3 2-16,-4 0-2 16,-3 5 1-16,-6 3 1 15,-1 1 2-15,-1 3 8 16,-2 0-3-16,1 0-6 15,2 11-1-15,-1 9 21 16,1 3-1-16,-2 3 3 0,-1 3-2 16,0 2-5-16,0-2 2 15,0 0-8-15,0-3-6 16,0-6-4-16,0 2 1 16,0-6 0-16,0 0-1 15,0-3-2-15,0-5-35 16,12 3-45-16,5-6-102 15,5-5-31-15,2 0-137 16</inkml:trace>
  <inkml:trace contextRef="#ctx0" brushRef="#br0" timeOffset="26009.053">23041 12096 631 0,'0'0'10'0,"0"0"5"0,0 0 41 16,0 0-3-16,0 0-33 16,0 0-13-16,-91-27-1 15,57 45 2-15,7 2 2 16,3 0 13-16,9 0 1 16,6-3-6-16,8-2-5 15,1-3-6-15,0 0-7 16,6-4 5-16,10-1-2 15,3-4-3-15,7-1-12 16,-1-2-20-16,-1 0-22 16,2 0 45-16,0-7 1 0,-2-3 7 15,-3 0 0-15,-1 0 1 16,-4 1 1-16,-4-1 0 16,-5 7 0-16,-1 0 7 15,-3 3 3-15,-3 0 7 16,0 0-7-16,2 10 23 15,-1 6 12-15,5 11-13 16,-4 6 18-16,4 2-5 16,-3 3-3-16,-2 3-3 15,4 1-4-15,-1 1-3 16,-3 1-9-16,-1-2-8 16,0-7-5-16,2-4-6 0,-2-8-3 15,0-7 0 1,7-3-1-16,-2-7-1 0,-2-6-139 15,-3-6-304-15</inkml:trace>
  <inkml:trace contextRef="#ctx0" brushRef="#br0" timeOffset="27825.453">23768 12218 474 0,'0'0'7'0,"0"0"27"0,0 0 26 0,0 0-50 16,0 0-10-16,0 0 17 15,0 0 8-15,-69 57-17 16,69-42 7-16,0-3-9 16,0-5-2-16,10-4-4 15,4-3-8-15,1 0-23 0,-2-3-18 16,-1-9-21-1,-3-2 1-15,-3-2 3 16,-1 3 15-16,-5 2 37 0,0 2 14 16,0 3 13-16,0 5 33 15,0 1 30-15,0 0-48 16,0 16-24-16,0 12 49 16,-8 13 3-16,5 13 6 15,-4 15-19-15,5 5 4 16,2 1-10-16,0-5-4 15,2-5 8-15,8-2 6 16,2-4-3-16,0-2-15 16,-6-7-15-16,2-6 4 0,-5-6 7 15,-3-9-16 1,0-8-3-16,0-1 1 0,0-10 1 16,-3-4 1-1,-11-6 10-15,-2 0 9 0,-4-8-9 16,1-20-5-16,3-2 17 15,7-16-2-15,6-11-9 16,3-10 3-16,3-10-13 16,22-14-4-16,12-12-6 15,14-5 0-15,8-4-80 16,7 0-112-16,-3-3-477 16</inkml:trace>
  <inkml:trace contextRef="#ctx0" brushRef="#br0" timeOffset="44724.793">11459 5770 521 0,'0'0'1'0,"0"0"2"0,0 0 1 16,0 0 3-16,0 0 11 15,0 0 4-15,0 0 4 16,0 0 0-16,0 0-16 16,-42-45-10-16,42 45 0 15,14 2 4-15,7 11 18 16,10 4 11-16,9 0-9 0,8 0-7 16,9 0-4-1,5-2-5-15,5-2 0 0,11 3 2 16,6-1-2-16,4-1 4 15,9 2 5-15,1-1 1 16,8-2 0-16,-1 0-10 16,3-1-1-16,0-1 0 15,-1 2 5-15,-2-1 3 16,1-1-4-16,6 0 1 16,2-2-6-16,3-1 5 15,-2-2 5-15,-2-4-6 16,-7-1-5-16,-6-1 2 0,-16 1-4 15,-13-1 0-15,-15 1 2 16,-15 1-4 0,-13-2 0-16,-13 0 1 0,-10 1-1 15,-5-1 2-15,0 0-3 16,-3 0-6-16,-25 0-4 16,-23-8-127-16,-25-5-121 15,-23 2-162-15</inkml:trace>
  <inkml:trace contextRef="#ctx0" brushRef="#br0" timeOffset="45352.934">11204 5895 323 0,'0'0'25'0,"0"0"-18"0,0 0 23 0,0 0 27 16,0 0 8-16,0 0-56 15,-30-36 3-15,54 52 10 16,7 6 13-16,16 3 7 15,11-2 1-15,15-7 6 16,12 1-15-16,9-2-4 0,12-5 0 16,9-2-2-16,9-3-6 15,5-4-8-15,4 3-3 16,-4-3-6-16,-3 4 0 16,-3 1 3-16,-2 2 3 15,1 1 0-15,0 1 6 16,2 0-2-16,0-5-3 15,1 0-5-15,-1-2 5 16,-6-3 2-16,-6 0-7 16,-9 3-2-16,-14 0-3 0,-11 0 1 15,-13 1 1 1,-11-1 1-16,-9 0 3 0,-11 0-4 16,-6 1 7-16,-8-2-5 15,-5 0 1-15,-6-1-3 16,-6 1-1-16,0-1-1 15,-3-1-2-15,0 0 1 16,0 0 0-16,0 0 2 16,0 0-2-16,0 1 2 15,0-1 3-15,0 0-6 16,-3 0-10-16,-11 0-4 16,-17-5-25-16,-21-11-140 15,-23-6-83-15,-20-10-284 16</inkml:trace>
  <inkml:trace contextRef="#ctx0" brushRef="#br0" timeOffset="45915.537">11295 5666 352 0,'0'0'50'0,"0"0"-10"0,0 0-34 15,0 0 9-15,0 0 3 16,0 0 36-16,105-7-10 15,-50 16-31-15,6 4-5 16,6 4 6-16,6 0 4 16,11 3 13-16,11 2-3 15,8-1 0-15,5 0-12 16,5 0-4-16,-4-2-7 16,7 1 7-16,4 1 2 15,-6-1 2-15,-5 1-8 16,-4 0-1-16,-8-3-3 15,-2-1 2-15,1-3 7 16,-1-2 3-16,1-4 1 0,-4-3-5 16,-1-5-8-16,-3 0 10 15,-7 0-3-15,-7 0-3 16,-11 0 1-16,-12 0 3 16,-12 0-1-16,-11 0 1 15,-11 0 1-15,-9 0 3 16,-5 0-8-16,-1 0 1 15,-2 0 1-15,0 0-2 16,0 0-8-16,-3-5-7 16,-26-6-115-16,-20-9-329 15</inkml:trace>
  <inkml:trace contextRef="#ctx0" brushRef="#br0" timeOffset="48795.603">17706 12979 575 0,'0'0'0'0,"0"0"-13"0,0 0 12 0,0 0-2 16,0 0 3-16,0 0 11 15,0 0 12-15,0 0 10 16,134 31 6-16,-53-31 7 15,14 0-6-15,14 0-12 16,3-1-6-16,7-4-1 16,-2-2-10-16,-5 0-3 15,-3 1 0-15,-9 1-4 16,-8 1 2-16,-8 0-1 16,-13 2 1-16,-9-1 2 15,-13 2-1-15,-11-2 0 16,-14 0 0-16,-9 3-4 15,-12-1-1-15,-3 1-2 0,0-3-7 16,-10 3-12-16,-26 0-35 16,-24 0-120-16,-20 0-112 15</inkml:trace>
  <inkml:trace contextRef="#ctx0" brushRef="#br0" timeOffset="49222.924">17651 13234 336 0,'0'0'5'0,"0"0"6"0,0 0-11 15,0 0 35-15,115 0 13 16,-60 0 9-16,12 0-6 16,9 0-16-16,14-2-6 15,7-1 5-15,5 1-15 16,3-3-5-16,-2-1-2 16,6 1 0-16,-5-4 0 15,-3 5-4-15,-7-3-3 16,-3 1 2-16,-11 0 2 0,-6-1-2 15,-8 0 5-15,-10-1-6 16,-9-1-2-16,-11 1 2 16,-11 1-5-16,-12 3 1 15,-10 0 5-15,-3 1-7 16,0 0 2-16,-17 0-15 16,-18 3-44-16,-14 0-112 15,-20 0-91-15</inkml:trace>
  <inkml:trace contextRef="#ctx0" brushRef="#br0" timeOffset="50184.331">17687 13178 353 0,'0'0'2'0,"0"0"15"0,0 0 18 16,116 22 8-16,-55-20 6 15,6-2-7-15,11 0-19 16,4 0-5-16,9 0 9 15,6-2 2-15,-3-3-5 0,3-3-8 16,-5-2-3-16,-1 1 3 16,-3-1-3-16,-2 2 3 15,-8 3-1-15,-4-3-2 16,-7 3-2-16,-10-1-5 16,-10 2-1-16,-14 1 3 15,-12 0-2-15,-6 2 1 16,-9-2 4-16,-3 3 4 15,-3 0-2-15,0 0 1 16,0 0-2-16,0 0-4 16,0 0 0-16,0 0-7 15,0 0 5-15,0 0-4 16,0 0-1-16,0 0 6 0,0 0-3 16,0 0-1-1,0-2 0-15,0 2-2 0,0-1 1 16,0 1-1-16,0 0-1 15,0 0 3-15,0 0-2 16,0 0-1-16,0 0 0 16,0 0 0-16,0 0 0 15,0 0 0-15,0 0 2 16,0 0-2-16,0 0 0 16,0 0 1-16,0 0-2 0,0 0 2 15,0 0-1-15,0 0 0 16,0 0 1-16,0 0-2 15,0 0 3-15,0 0-1 16,0 0 0-16,0 0-1 16,0 0 2-16,0 0-2 15,0 0 0-15,0 0 0 16,0 0 0-16,0 0 1 16,0 0-1-16,0 0 0 15,0 0-3-15,0 0 3 16,0 0-1-16,0 0 0 15,0 0 1-15,0 0-2 16,0 0 2-16,0 0 0 16,0 0 0-16,0 0 0 15,0 0 0-15,0 0 2 16,0 0-2-16,0 0 0 0,0 0-2 16,0 0 2-16,0 0 0 15,0 0-1-15,0 0-7 16,0 0-3-16,0 0 0 15,0 0-4-15,0 0 2 16,0 0-8-16,0 0-6 16,0 0-16-16,0 0-33 15,0-3-35-15,0-7-86 16</inkml:trace>
  <inkml:trace contextRef="#ctx0" brushRef="#br0" timeOffset="59752.592">13324 4735 678 0,'0'0'0'0,"0"0"4"0,0 0 2 16,0 0 5-16,0 0 8 15,0 0 15-15,0 0 5 16,0 0 11-16,124 23-17 15,-32-54-16-15,16-9-9 16,8 0-2-16,5-5 1 0,-6 3-3 16,-11 6-2-1,-14 2 0-15,-20 8-2 0,-12 9 3 16,-16 2-3-16,-15 7-16 16,-12 2-38-16,-12 2-46 15,-3 4 30-15,0 0-21 16,-24 0-13-16,-10 0-100 15,-7 0 0-15</inkml:trace>
  <inkml:trace contextRef="#ctx0" brushRef="#br0" timeOffset="59972.067">14161 4414 66 0,'0'0'72'0,"0"0"5"16,0 0 99-16,0 0-131 16,0 0-16-16,0 0-7 15,54-54 22-15,-33 51 8 16,3 3 6-16,-1 0-13 0,1 2-5 15,-1 12 3-15,-2 5-10 16,-4 3-7-16,-5 3-5 16,-3 0-11-16,-4 4 5 15,-3-5-15-15,-2 0 3 16,0-5-3-16,0 0-1 16,-2-6-40-16,0-5-72 15,2-8-148-15</inkml:trace>
  <inkml:trace contextRef="#ctx0" brushRef="#br0" timeOffset="60423.034">14937 4153 710 0,'0'0'8'0,"0"0"80"16,0 0-5-16,0 0-62 15,0 0-17-15,-80 34 14 16,72-2-1-16,8-1-2 16,0 1 8-16,6-2-4 15,7-6-5-15,1 0-2 16,2-5-5-16,-1-7-2 16,3-7-1-16,2-3-1 0,3-2 2 15,3-4 7-15,0-13-9 16,1-7 0-1,0-1 7-15,-3-5-6 0,-2 1 1 16,-4 0 8-16,-6 1 0 16,-7 1 3-16,-5 5 3 15,0 2 3-15,-9 1-8 16,-9 4-4-16,-2 4-10 16,-3 4 0-16,-4 7 2 15,-5 0 1-15,0 0 0 16,-3 5 0-16,4 6-3 15,7 0-2-15,10-2 2 16,10-2-12-16,4-1-37 0,0 0-36 16,15-6-193-1,10 0-87-15</inkml:trace>
  <inkml:trace contextRef="#ctx0" brushRef="#br0" timeOffset="60732.128">15419 4069 768 0,'0'0'60'0,"0"0"25"0,0 0-16 16,0 0-44-16,0 0 7 16,0 0 6-16,3 40-15 15,0-35-3-15,-2-1 3 0,-1-1 1 16,0-3-3-16,0 2-1 15,0-2 1-15,0 0 1 16,0 0 7-16,0 0 2 16,0 0-2-16,0 0-3 15,0 0-14-15,-3 0-11 16,0 0-1-16,2 0-2 16,-1 0-28-16,2 0-62 15,0 0-87-15,0 0-238 16</inkml:trace>
  <inkml:trace contextRef="#ctx0" brushRef="#br0" timeOffset="61352.975">14148 4268 544 0,'0'0'31'0,"0"0"4"0,0 0 91 0,0 0-62 15,0 0-4-15,0 0-7 16,8 6-7-16,28-17-1 16,11-8-16-16,8-2-20 15,0 0-3-15,-4 0-6 16,-9 3-3-16,-13 1-56 16,-9 2-108-16,-11 1-16 0,-9 3-5 15,0-2-81 1</inkml:trace>
  <inkml:trace contextRef="#ctx0" brushRef="#br0" timeOffset="61607.505">14355 4025 275 0,'0'0'101'0,"0"0"20"15,0 0 15-15,0 0-20 16,0 0-24-16,0 0-27 16,-22-16-32-16,22 23-33 15,0 12 16-15,13 10 23 16,2 3 11-16,6 3-5 15,3 1-2-15,-1 0-9 16,2-3-2-16,-3-6-4 16,-3-1-4-16,-5-3-12 0,-1-4-7 15,-6-4-1 1,1-2 0-16,-5-4 1 0,0-2-5 16,-1-2-21-16,-2-1-78 15,0-4-58-15,-2 0-180 16</inkml:trace>
  <inkml:trace contextRef="#ctx0" brushRef="#br0" timeOffset="61820.019">14364 4535 571 0,'0'0'137'0,"0"0"-87"15,0 0 70-15,0 0-45 16,0 0-25-16,79-4-29 16,-37-13-14-16,4 0-7 15,-3 0-19-15,5-2-114 16,-6-1-219-16</inkml:trace>
  <inkml:trace contextRef="#ctx0" brushRef="#br0" timeOffset="62553.131">15724 3863 557 0,'0'0'82'0,"0"0"4"0,0 0 24 15,0 0-49-15,0 0-18 16,0 0-13-16,-56 26 8 16,53 2 4-16,3 0-9 0,0 5-11 15,0-5-2-15,3 0-8 16,7-4-3-16,4-5-6 16,2-3-2-16,3-6 4 15,3-6-1-15,1-4-3 16,3 0 5-16,0-11 3 15,1-8-9-15,0-6 9 16,-3-4-6-16,-3-2 1 16,-3-5 0-16,-6 1-2 15,-8 1 6-15,-4 2 2 16,0 5 5-16,-1 6 1 16,-11 5-1-16,-4 6-6 15,-4 10-9-15,-4 0 1 0,-6 7-2 16,2 11 2-1,3 3-2-15,7-2 1 0,9-1-2 16,6-2-17-16,3-4-73 16,6-5-92-16,18-7-121 15,6 0-23-15</inkml:trace>
  <inkml:trace contextRef="#ctx0" brushRef="#br0" timeOffset="62800.005">16129 3530 671 0,'0'0'84'0,"0"0"108"0,0 0-24 15,0 0-68-15,0 0-85 0,0 0-7 16,23 16 4-16,-9 19 36 16,1 5 8-16,-2 0-17 15,4 0-13-15,-2-3-9 16,-3-2-9-16,1-2-4 15,-2-4-2-15,-2-2-1 16,1 0-1-16,-4-3-4 16,-1 2-69-16,-5-4-156 15,0-8-299-15</inkml:trace>
  <inkml:trace contextRef="#ctx0" brushRef="#br0" timeOffset="73833.174">19138 11582 10 0,'0'0'313'0,"-7"-78"-297"0,-4 35 24 0,-6-3 14 0,1 2-2 0,-6-2-9 16,-3 4-14-16,-5 7-9 16,-1 1-1-16,-5 0 10 15,-5 6-14-15,-2-1-8 16,1 2 8-16,-5 1-5 15,3 6 7-15,-6 5 0 16,2-1-3-16,-4 5 1 16,-2 8-5-16,5 2-2 15,-5 1 1-15,1 0-2 16,-3 1 1-16,-9 9-2 16,5 3 0-16,-3 2 0 15,5 6 0-15,-2-1 2 16,2 7 1-16,-5 3 0 15,-2 5-2-15,-2-1-1 16,-2 2 0-16,5-3 8 0,0 5-2 16,9 0 1-16,5 0 8 15,7 3-4-15,7-2-2 16,5 2-5-16,6 0-1 16,2 2-1-16,5 2 1 15,4 4-3-15,1 3-2 16,3 3 2-16,0 3 0 15,5 0-1-15,-1-3-1 16,6-3 2-16,0-2-4 16,0-2 0-16,0-1 2 15,0 0-3-15,6-1 2 16,0-1-2-16,4 0 1 0,1-1 2 16,4 2-2-16,3 4 2 15,6 0-2-15,5 0 1 16,3-3 1-16,4-2 0 15,-1-5-1-15,3 3-1 16,0-3 0-16,0 3-1 16,-1 0 0-16,2 0 0 15,4-2 0-15,-1 0 2 16,4-6-1-16,-4-3-2 16,3-3 1-16,-4-1 0 15,1-6 0-15,3-4 0 16,6-4-1-16,8-8 3 15,6-1-2-15,2-5 2 0,-2 0-3 16,-1 0 0 0,-3-10 0-16,1-5 1 0,0-3-1 15,-2-4 1-15,3-2 1 16,-2-3-2-16,-4-1 2 16,3-3-1-16,-4 1 0 15,-2-5-1-15,1 2 1 16,-4-4 0-16,-2 1 0 15,-3-1-1-15,-4 2 1 16,-5-1-1-16,-2-4 0 16,-2-1 4-16,-2-4-3 15,-3 0 0-15,-1-3-1 0,-3-2 1 16,-5 3-1-16,2-5 1 16,-5-2-1-16,-2-3 1 15,-6-1-1-15,-4 2 0 16,0 1 0-16,-4-2 1 15,0 4 1-15,0-4-1 16,-13 4 4-16,-4-4 2 16,-3 4-3-16,-6 1 5 15,-3 0-5-15,-1 2 1 16,0 0 0-16,-5-2 2 16,6 2 1-16,-6-3 3 15,-1 5-3-15,-1 6 1 0,-4 4-2 16,-3 5 0-1,4 5 4-15,-2 4-11 16,2 3 3-16,-1 5-2 0,-5 5-1 16,1 10 1-16,-1 1-1 15,3 0-1-15,5 17-26 16,3 6-72-16,4 2-71 16,-1-3-187-16</inkml:trace>
  <inkml:trace contextRef="#ctx0" brushRef="#br0" timeOffset="76928.16">23342 11648 33 0,'0'0'545'0,"-9"-95"-534"0,-10 49-10 16,-5-3 2-16,-8-2 3 16,-7 2 7-16,-9 1 13 15,-3 4-14-15,-7 6-1 16,-6 2-8-16,-4 4 2 0,-7 1 1 16,-6 5 3-16,0 1-3 15,-7 5 0-15,-1 5-2 16,-5 7 2-16,-2 4-1 15,-1 4-4-15,-1 0 2 16,-8 16-3-16,2 2 4 16,-5 5-3-16,4 3-1 15,5 2 0-15,8 6 0 16,2 1 1-16,13 6 0 16,5 8 3-16,8 6 0 0,3 7-1 15,6 5 6 1,6 1 0-16,8 5-5 0,11 5 5 15,14 2 5-15,2 3-1 16,11 3 2-16,3-1-2 16,0 4 5-16,15-2 1 15,8 2-3-15,13 2 0 16,7-1-7-16,5-7 1 16,7-4-4-16,11-7 4 15,8-5-3-15,7-2 4 16,11-4 2-16,2-5-7 15,7-4 3-15,-1-9-2 16,-3-9 0-16,4-1 0 16,-6-11-4-16,3-5-2 15,-1-8 1-15,2-7 0 0,1-2 2 16,0 0-4 0,-4-8 2-16,0-8-2 0,-5-4 2 15,-10-3-2-15,1-4 4 16,-9-4-2-16,0-4-1 15,-3-9 0-15,-6-1-1 16,-6-6 1-16,-5-1-1 16,-12-3 0-16,0-5 1 15,-3-2 2-15,-6-6-2 16,-8-5 2-16,1 4 0 16,-4 0 4-16,-7 3 0 15,-7-2 1-15,-3-3 2 16,-4 1 4-16,0-1-5 15,-13-1 1-15,-11 1 7 16,-5-1-9-16,-7 3-1 0,-5 2 2 16,-2 5-3-16,-6 7 1 15,0 1 7-15,-4 5-12 16,-2 4 3-16,0 4-3 16,-2 2 0-16,3 4-1 15,2 7 1-15,-1 8-1 16,-1-1 0-16,-6 6 0 15,-1 1-1-15,-8 5 0 16,-1 5 0-16,0 4 0 16,-7 4-27-16,-3 13-133 0,-11-10-224 15</inkml:trace>
  <inkml:trace contextRef="#ctx0" brushRef="#br0" timeOffset="79160.004">17211 9920 91 0,'0'0'268'0,"0"0"-266"0,-84-41 2 16,66 37 4-16,6 0 22 16,8 1 26-16,4 3 4 15,0 0-36-15,6 0-22 16,27 4 33-16,19 3-6 16,28-4-5-16,25-3 3 15,16 0-12-15,7 0-4 16,-1 0 3-16,-9 0-6 15,-12 0 3-15,-4 1-7 16,-5 6-2-16,-6 2 2 0,-1-3-3 16,-8-3-1-16,0-1 3 15,5 2-2-15,-1-3 1 16,-2 2 1-16,-1-1-1 16,-10-1 0-16,-12 2-1 15,-13 1-1-15,-12-2 0 16,-15 0 0-16,-10 1-10 15,-11-1-4-15,0 1-57 16,-11 1 7-16,-23 2 27 16,-20-6-195-16</inkml:trace>
  <inkml:trace contextRef="#ctx0" brushRef="#br0" timeOffset="79580.022">17639 9940 250 0,'0'0'2'0,"0"0"8"0,88 5-2 16,-29-5 26-16,8 0 32 15,4 2-5-15,4 1-10 0,6 1-22 16,3 2-1-16,2 1-4 16,1 0-8-16,4 0 2 15,9-2 4-15,4 1-2 16,8-1 1-16,-1 3-7 16,-2-2-4-16,-12 3-4 15,-11-1 1-15,-11-5-4 16,-8 2 7-16,-7-1-1 15,-7-4-5-15,-8 0 4 16,-6 0-4-16,-11 0-2 16,-8 0 2-16,-9 0-4 15,-6 0 0-15,-2 0 0 0,0 0-30 16,1 0-112-16,7-4-134 16</inkml:trace>
  <inkml:trace contextRef="#ctx0" brushRef="#br0" timeOffset="80174.089">21349 9719 459 0,'0'0'12'0,"0"0"-4"0,0 0 37 0,0 0 17 0,0 0-32 15,0 0-25-15,58-1 50 16,21 1-23-16,20 0-17 16,7 0-5-16,4 0-2 15,-4 0-3-15,-3 0-2 16,2-1 1-16,-4-5 0 16,-3-1-3-16,-8 2 1 15,-6-4 0-15,-14 5 1 16,-13-1-3-16,-18 3 1 15,-9 1 0-15,-19-3 0 0,-8 4-1 16,-3 0-48 0,-18 0-55-16,-27 0-26 0,-19 0-226 15</inkml:trace>
  <inkml:trace contextRef="#ctx0" brushRef="#br0" timeOffset="80496.448">21706 9838 230 0,'0'0'289'15,"0"0"-286"-15,0 0 25 0,0 0 41 16,117 7-9-16,-65-7 0 16,10 0-18-1,11 0-1-15,6 0-4 0,9 0-10 16,5 0-4-16,1 0 2 15,0-1-6-15,-5-1-3 16,-7 2-4-16,-12 0-4 16,-7 0-1-16,-14 0-2 15,-14 0-3-15,-12 0-2 16,-12 0 1-16,-10 0 2 16,-1 0-3-16,0 0-1 15,-23 0-4-15,-19 0-36 16,-21 0-88-16,-14-3-163 15</inkml:trace>
  <inkml:trace contextRef="#ctx0" brushRef="#br0" timeOffset="81253.087">18316 7503 535 0,'0'0'40'0,"0"0"-36"0,0 0 14 16,0 0 16-16,0 0-32 16,0 0 46-16,78 12 7 15,-2-12-24-15,15 0-7 16,10 0-10-16,4 0-4 0,1-2-1 16,-3-2 11-1,-3 4-3-15,-2 0-2 0,-6 0 0 16,-5 0-5-16,-6 0 1 15,-7 0 5-15,-7-1-4 16,-13-3 2-16,-6-1 3 16,-11-1-2-16,-12-1-5 15,-7 4 0-15,-10 0 1 16,-5 0-3-16,-3 0-1 16,1 3 2-16,1-4-7 15,-2 2-2-15,0 2-15 16,0 0-66-16,0 0-117 0,0 0-72 15</inkml:trace>
  <inkml:trace contextRef="#ctx0" brushRef="#br0" timeOffset="81644.51">21764 7916 42 0,'0'0'680'0,"0"0"-680"0,0 0-16 0,0 0 16 0,0 0 17 16,94 10 9-16,-36-10-14 15,5 0-7-15,-2 1 1 16,-6-1-6-16,-6 2-5 0,-8 1-39 15,-7-2-109-15,-11-1-155 16</inkml:trace>
  <inkml:trace contextRef="#ctx0" brushRef="#br0" timeOffset="95358.193">18004 13191 322 0,'0'0'5'0,"-79"-23"-5"0,51 19 7 0,6 4 17 16,8 0 9-16,8 0 5 15,6 0-8-15,0 0-26 16,15 4 17-16,23 5 31 16,20-6-22-16,24 1-7 15,18-3-6-15,13 1-4 16,8-1-1-16,0 2-7 16,2 1 6-16,-3 1 1 15,-7 2-5-15,-2 2-2 16,-11 0 0-16,-9-4 0 15,-8 0 3-15,-5-3 0 16,-4-2 1-16,-5 0-2 16,-6 0 0-16,-7 0-4 15,-12 0 1-15,-7-2-3 0,-15-1 1 16,-10 1 3-16,-7 2-5 16,-5 0-28-16,-8 0-90 15,-27 0 38-15,-15 4-149 16</inkml:trace>
  <inkml:trace contextRef="#ctx0" brushRef="#br0" timeOffset="95845.426">17961 13325 389 0,'0'0'0'0,"0"0"-19"0,0 0 19 0,0 0 9 0,127 0 6 16,-51 0 16-16,5 0 0 15,13 0-5-15,4-6 4 16,2 1 1-16,0-1-6 15,-4 1-4-15,-7 5 2 16,-7 0-2-16,-6 0 2 16,-5 0-4-16,-5 0-2 15,-9 0-2-15,-11 0-2 0,-11 0-2 16,-6 0 2-16,-6 0-2 16,-13 0-4-16,-4 0 5 15,-3 0 0-15,-3 0 8 16,0 0 8-16,0 0 1 15,0 0-7-15,0 0-6 16,0-2-10-16,0-2-4 16,0 1 1-16,0 0-2 15,0 2 0-15,0-1-1 16,0 2-4-16,0 0-45 0,0 0-68 16,3 0-68-16,2 5-94 15</inkml:trace>
  <inkml:trace contextRef="#ctx0" brushRef="#br0" timeOffset="96714.155">20802 13275 351 0,'0'0'0'0,"0"0"3"0,115-1 8 0,-47 1 27 15,10 0 9-15,16 0-5 16,7 0-6-16,10 0-7 16,-1 0-6-16,-1 0 6 15,-9 4 2-15,-6-2 14 16,-3 2-9-16,-3-3-3 15,-5-1-1-15,-2 0-10 16,-5 0 10-16,0-5-7 16,-4-2-7-16,-2-2-1 15,-6 0-8-15,-9 2 0 16,-10 0-1-16,-6 3 1 0,-15 1 0 16,-2 2-3-1,-11 0 0-15,-6 1-1 0,-3 0-5 16,-2 0 1-1,0 0 3-15,0 0-4 0,0 0 0 16,-13 0 10-16,-2 0-7 16,-3 0-3-16,1 3-11 15,-1-1-56-15,-4 2-33 16,-8 0-12-16,-4-3-45 16,-9-1-30-16,-14 0-25 15</inkml:trace>
  <inkml:trace contextRef="#ctx0" brushRef="#br0" timeOffset="97219.148">21328 13318 392 0,'0'0'5'0,"0"0"-5"0,0 0 7 0,0 0 21 15,0 0-6-15,0 0 7 16,26 14 39-16,20-4-32 16,9-5-2-16,11 2 7 15,5 1-3-15,8-1-10 16,2-2-2-16,7 1 1 16,-1-1-9-16,-4 0 14 0,-5-2-4 15,-11 0-2 1,-4-3 1-16,-7 0-4 0,-4 0 3 15,-3 0-5-15,-2 0 5 16,-7 0-7-16,-3-5-4 16,-4 1 5-16,-7 0-6 15,-5 0-1-15,1 1-2 16,-10 0 1-16,-2 2-6 16,-8-1 0-16,-2 1-3 15,0 1 4-15,0-1 1 16,0 1 0-16,0 0-3 15,0 0 1-15,0-6 2 0,-7 6-6 16,-2-2-1-16,2 1 1 16,0-1-2-16,0-1-9 15,-4 1-31-15,-2-3-26 16,-8 4-28-16,-6-2-62 16,-6 2-63-16,-9-7-65 15</inkml:trace>
  <inkml:trace contextRef="#ctx0" brushRef="#br0" timeOffset="101399.894">13411 11612 335 0,'0'0'18'0,"38"-101"2"0,-15 47-3 0,-2-3 11 0,-4 3 6 16,-7 1 11-16,-9 6-3 15,-1 5-3-15,-6 2-3 16,-13 4-17-16,-8 2-4 16,-6 4-1-16,-6-3 3 15,-8 10-4-15,-9 0-6 16,-12 2 2-16,-7 4 1 15,-5 3-9-15,-4 7 1 16,-6 3-2-16,-5 4 1 0,-8 0-1 16,-12 6 0-1,-7 6 3-15,-2 5-2 0,0 4-1 16,5 3 1-16,5 5 1 16,11 4-2-16,8 4 1 15,10 3 0-15,7 2 1 16,8 4-2-16,3 4 4 15,6 8 0-15,4 5 0 16,5 5 2-16,13 1 0 16,3 4 2-16,16 2 1 15,6 7 1-15,11 2 1 16,3 1-4-16,6 1 1 0,22 1 0 16,5-3 2-1,11 2-5-15,5-3 4 0,6 1-6 16,3 0 8-16,-1-3-10 15,13-7 7-15,0-3-4 16,12-9 2-16,10-3-2 16,10-9 2-16,16-4-3 15,6-7-2-15,7-4-1 16,2-9 2-16,-4-6 1 16,-5-7-2-16,-7-7 1 15,1-6 1-15,-5 0-2 16,-2-16 4-16,-3-11-5 15,-6-8 0-15,-2-10 0 16,-8-7 1-16,-5-2 0 16,-8-7-1-16,-10-5 1 0,-10-10 0 15,-8-4 1-15,-9-4 0 16,-9-2 2-16,-5 0 6 16,-7-3 2-16,-9-2 2 15,-8-2 0-15,-4-2-2 16,0 5 10-16,-18-2-1 15,-9 9 5-15,-7 1-13 16,-9 1 1-16,-5 2-6 16,-7 6-1-16,-3 5-1 15,-6 10 0-15,-4 10-2 16,-4 2 2-16,-3 7-2 16,0 9-2-16,-1 3 1 0,1 5 3 15,1 7-5-15,2 0 1 16,3 6-2-16,5 2 0 15,8 3-1-15,4 1 0 16,1 3 1-16,6-1 2 16,5-1-1-16,5 1 1 15,8-1-1-15,8 2-1 16,9 0 1-16,1 0 0 16,9 0 0-16,-3 0-1 15,3 0 0-15,0 0-2 16,0 0 1-16,9 3 1 15,10 10 0-15,7 7-29 16,6-1-98-16,-8-3-178 0</inkml:trace>
  <inkml:trace contextRef="#ctx0" brushRef="#br0" timeOffset="102469.741">8507 15914 706 0,'0'0'0'0,"0"0"0"0,0 0 0 0,0 0 2 0,22-71 1 16,0 62-3-16,-5 8-8 0,-7 1-49 16,-10 4-51-16,0 14-127 15</inkml:trace>
  <inkml:trace contextRef="#ctx0" brushRef="#br0" timeOffset="116473.255">20421 15161 517 0,'0'0'14'0,"0"0"0"0,0 0 19 0,0 0 24 0,0 0-15 16,0 0-16-16,0 0-14 15,0 0-8-15,0 1-4 16,0 5-6-16,0 2-62 16,0 5-7-16,0 2-49 15,-9 0-105-15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04:32.527"/>
    </inkml:context>
    <inkml:brush xml:id="br0">
      <inkml:brushProperty name="width" value="0.05292" units="cm"/>
      <inkml:brushProperty name="height" value="0.05292" units="cm"/>
      <inkml:brushProperty name="color" value="#FFC000"/>
    </inkml:brush>
  </inkml:definitions>
  <inkml:trace contextRef="#ctx0" brushRef="#br0">16236 6900 462 0,'0'0'160'0,"0"0"-148"0,0 0 20 0,0 0 7 0,0 0-15 16,0 0-3-16,0 0 38 15,96 28-18-15,-38-21-13 16,11 2-1-16,8-5-8 16,4 0-5-16,1-2-4 15,6-2-4-15,3 0-5 16,4 0 4-16,1 0-4 16,-8-9-1-16,-6-2 1 15,-13-1 2-15,-10 3-3 16,-15 0 1-16,-13 4-1 15,-12-1 1-15,-10 3-1 16,-7 1-3-16,-2-1-10 16,0-2-28-16,0-2-45 0,-17-1-166 15,-5-4-50-15</inkml:trace>
  <inkml:trace contextRef="#ctx0" brushRef="#br0" timeOffset="459.959">17188 6746 205 0,'0'0'345'16,"0"0"-334"-16,0 0 47 15,0 0-22-15,0 0-6 16,0 0 40-16,51 21-26 16,-24-6-13-16,-3-3-5 0,4 4-8 15,2-5 2 1,1 1-5-16,-2-2-5 0,-4-1-5 15,-3-2-3-15,-5-1 0 16,-4 1-1-16,-4-4-1 16,-6 0 0-16,-3-3 0 15,0 0 3-15,0 1 0 16,0 5-2-16,0 5 3 16,-12 3 38-16,-7 5 6 15,-5 3-13-15,0 2-6 16,-5 3 6-16,0 1-6 15,-1-2-2-15,3 3-3 16,3-4-4-16,5-2-1 0,4-3-5 16,3-3-6-16,2-4 1 15,2-4-4-15,7-2-1 16,-2-4-1-16,3-2-1 16,0-1 0-16,0 0 4 15,0 0 3-15,0-5-9 16,4-10-20-16,14-7-82 15,12-5-69-15,4-6-138 16</inkml:trace>
  <inkml:trace contextRef="#ctx0" brushRef="#br0" timeOffset="2003.192">18944 6389 518 0,'0'0'127'0,"0"0"-65"0,0 0 62 16,0 0-12-16,0 0-26 0,0 0-62 16,0 0-18-1,2 24 55-15,5 16-10 0,0 3-8 16,-3 1-6-16,0 0-12 16,-2-1-9-16,-2-3-5 15,3-3 0-15,-2-3-6 16,1-6-2-16,-2-4 1 15,4-5-4-15,-4-6 1 16,3-2-2-16,-3-6-7 16,2-4-52-16,0-1-57 15,1 0-56-15,0-16-245 16</inkml:trace>
  <inkml:trace contextRef="#ctx0" brushRef="#br0" timeOffset="2579.656">19311 6441 617 0,'0'0'11'0,"0"0"81"16,0 0-2-16,0 0-5 15,0 0-25-15,0 0-14 16,97-62-22-16,-74 62-12 16,-4 2-6-16,-3 13 1 0,-2 5-6 15,-10 7 0-15,-4 1 3 16,0 1 2-16,-16 2-6 16,-8-2 8-16,-3-1-5 15,0-4 0-15,0-2-3 16,5-6 0-16,7-3 0 15,2-3 1-15,4-2 0 16,6-5 0-16,0-1 1 16,3-2 0-16,0 0-1 15,0 0 9-15,0 0 14 16,0-5-18-16,9-3-5 16,3-2 0-16,3 6 0 0,4-2 0 15,5 2 1-15,1 1-1 16,1 2 2-16,0 1 0 15,-3 0 2-15,-1 0-1 16,-1 0 1-16,1 0-2 16,-5 0 2-16,1 4-1 15,-5-1 1-15,3 1-2 16,-2-3-3-16,1 2 0 16,-5-2 2-16,1-1-2 15,-1 0 1-15,-2 0-1 16,-2 0-7-16,-2 0-57 15,-1 0-58-15,0-8-213 16</inkml:trace>
  <inkml:trace contextRef="#ctx0" brushRef="#br0" timeOffset="3165.587">19911 6346 527 0,'0'0'104'0,"0"0"15"0,0 0-8 0,0 0-15 16,0 0-37-16,51-73-22 0,-29 73 1 16,-1 0-4-1,-3 6-12-15,1 12-4 0,-7 1-5 16,-6 1 0-16,-3 0-4 15,-3 2-4-15,0-3 0 16,-7 0 0-16,-10-3-1 16,1-4 0-16,2 0-3 15,3-7 1-15,2 0-1 16,4-4 0-16,2-1 1 16,2 0-1-16,1 0 1 15,0 0-2-15,0-3-14 16,6-4 2-16,9 0 9 15,4 1 1-15,0 2 2 16,2 3 0-16,-1 1-1 16,0 0-2-16,-1 0 3 0,-3 7 0 15,-1 4 3-15,-4 3 2 16,-1 1 2-16,-6 1 0 16,1 0 0-16,-5 2 1 15,0-1-1-15,0-2 2 16,-9 2 0-16,-8-2-2 15,-2 0 4-15,-4-1-5 16,-5-2-2-16,0 0-1 16,0-4 1-16,2-2-4 15,5-6 1-15,3 0-1 16,6 0-13-16,5-4-28 16,7-10-71-16,0-12-106 0,1-3-426 15</inkml:trace>
  <inkml:trace contextRef="#ctx0" brushRef="#br0" timeOffset="3645.535">20486 6291 693 0,'0'0'26'0,"0"0"109"0,0 0-54 0,0 0-45 16,0 0-4-16,0 0-3 0,-27 90 3 16,27-65-7-1,3 2-6-15,2-3-11 0,1-2-5 16,-6-2 1-16,0-1-1 16,0-2 0-16,0-5 1 15,-6-2-4-15,-2-2-8 16,-3-3-5-16,5-4-1 15,-4-1 12-15,5 0 2 16,-1 0 1-16,3 0-1 16,0-1 0-16,0-4 1 15,3-1-1-15,0 1 0 16,0 1-9-16,0-1 4 0,0 1 5 16,9-1 5-1,11 4-1-15,1-1-2 16,4 2 1-16,5 0 3 0,1 0-3 15,4 0-2-15,0 0 2 16,1 0-2-16,-2 0-1 16,-6 0-9-16,-5 0-30 15,-5 0-74-15,-6-1-33 16,-5-3-87-16,-2-3-172 16</inkml:trace>
  <inkml:trace contextRef="#ctx0" brushRef="#br0" timeOffset="3931.096">20713 6331 604 0,'0'0'42'0,"0"0"110"0,0 0-22 16,0 0-64-16,0 0-47 15,0 0-17-15,-11 25 41 16,17-4-10-16,6 2 10 15,-5 1 3-15,4 1-12 16,-3-3-19-16,1 5-9 16,-3-3-1-16,-2 0 4 15,0-3-4-15,-4 0-3 16,0-7 0-16,0 2-2 16,0-5-18-16,0-4-49 15,0-3-52-15,0-4-134 0,7 0-199 16</inkml:trace>
  <inkml:trace contextRef="#ctx0" brushRef="#br0" timeOffset="4409.916">21209 6195 450 0,'0'0'146'0,"0"0"-23"15,0 0-50-15,0 0-22 16,0 0-4-16,0 0-5 0,-58 55-8 16,58-37-6-16,4-2-4 15,11-4-5-15,8-1-5 16,0-2 0-16,3-2-2 16,0-2-6-16,-1 1-3 15,2-2-1-15,-5-2 1 16,-3 2 0-16,-4 0 1 15,0-2 1-15,-5 4 5 16,-2-2 2-16,0 3 1 16,-4-1-4-16,0 4 8 15,-4-1 2-15,0 1-2 16,0-2 6-16,0 5-10 0,-7 0 2 16,-7-2 1-1,-3 2-1-15,-3-2-3 0,-2 2 1 16,-3-2-4-16,2 0 0 15,-2-2-6-15,-1-1 0 16,2-2-1-16,5-3 0 16,6 0 0-16,0-3 1 15,-1 0-3-15,6-3-15 16,1-11-38-16,2-5-55 16,0-9-78-16,5-5-275 15</inkml:trace>
  <inkml:trace contextRef="#ctx0" brushRef="#br0" timeOffset="4569.099">21229 6113 712 0,'0'0'69'0,"0"0"95"0,0 0-77 16,107-56-38-16,-65 44-36 15,1 1-9-15,2 2-4 16,0 1-61-16,-2-4-313 15</inkml:trace>
  <inkml:trace contextRef="#ctx0" brushRef="#br0" timeOffset="10610.9">22151 6117 357 0,'0'0'97'0,"0"0"-86"0,0 0 55 0,0 0 14 16,0 0-12-16,0 0-27 16,0 0-2-16,0 0-13 15,50 1-6-15,-9-2 9 0,9-7-7 16,7 1-13-1,5-3 0-15,6 1-3 0,0 1-1 16,1 0 0-16,-1 3 0 16,-7 2-5-16,-3 0 1 15,-3 0 0-15,-5 0 2 16,-2-1-2-16,0 1-1 16,-3-1 2-16,-4 1 1 15,-3 1-3-15,-7-1 0 16,-10 3 0-16,-6-3 0 15,-12 3-5-15,-3 0-31 16,0 0-39-16,0 0-1 16,-11-3-95-16,-8-5-193 15</inkml:trace>
  <inkml:trace contextRef="#ctx0" brushRef="#br0" timeOffset="11189.953">23019 5831 364 0,'0'0'134'0,"0"0"-103"16,0 0 51-16,0 0-9 15,0 0-24-15,0 0-47 16,15-19 17-16,7 33 15 16,5-1-7-16,1-2-7 15,4 2-4-15,2-5-2 16,-1 1-7-16,-4-5-3 15,1 0 0-15,-6-4-1 16,-4 0-1-16,-5 0-1 0,-7 0 2 16,0 0 1-16,-7 0 0 15,-1 0 4-15,0-4-4 16,0-3-4-16,0 1 9 16,0 3 13-16,-6 2-8 15,0 1-2-15,-4 0-6 16,0 0-3-16,-4 10 0 15,-2 7 7-15,2 6 4 16,-2 2 6-16,2 3 1 16,0 2 2-16,3-2 3 15,-2 1-6-15,2 0-6 0,1-2 7 16,3-2-4-16,1-4-5 16,3-4 0-16,-1-2 2 15,1-6-4-15,2-4 2 16,-1 0-3-16,2-4 1 15,0-1 5-15,0 0 15 16,0 0 11-16,0 0-10 16,0 0-6-16,0-4-15 15,0 0-10-15,0 0 1 16,0 0 0-16,0 2-1 16,0 1-6-16,0 0-36 15,0-1-35-15,5-1-63 0,9-5-124 16,8-8-360-1</inkml:trace>
  <inkml:trace contextRef="#ctx0" brushRef="#br0" timeOffset="13264.617">24264 5709 609 0,'0'0'38'0,"0"0"77"0,0 0-21 16,0 0-7-16,0 0-14 15,0 0-46-15,7-28-27 16,0 54 23-16,0 7 10 16,1 1-2-16,-4 0-9 15,1-3-13-15,1-4-3 16,-3-5-3-16,3-6-1 0,-3-6-1 16,-3-4 1-16,3-4 1 15,-3-2 1-15,1 0-3 16,1 0 5-16,2 0 2 15,1-5 2-15,2-7-10 16,8 1 1-16,0-1-1 16,7 2 0-16,5 1 0 15,3 1 0-15,1 3 0 16,-1 2 0-16,-3 3-3 16,0 0 3-16,-5 0 0 0,4 10 1 15,-4 1 1 1,-3 1-2-16,-4-1 3 0,0 3-3 15,-4-2 2-15,-7-1 1 16,1 0 0-16,-5 0 3 16,0 0 2-16,0 2 1 15,-9 1 5-15,-9 1-4 16,-5-1-1-16,-2 2-3 16,-5-2 2-16,-4 2-4 15,-3-3 1-15,2 0-2 16,1-3 0-16,3-2 0 15,-1-1-3-15,6-4 0 16,4-2 1-16,5-1 1 16,3 0-2-16,4 0-21 15,7-5-31-15,3-9-71 0,0-5-117 16,3-5-269 0</inkml:trace>
  <inkml:trace contextRef="#ctx0" brushRef="#br0" timeOffset="13592.074">24327 5692 584 0,'0'0'54'0,"0"0"67"0,0 0-74 15,0 0 45-15,108-7-25 0,-59 0-18 16,3 0-12-16,-4-4-9 16,-2 4-4-16,-6-3-3 15,-4-1-7-15,-7 5-1 16,-9 0-5-16,-9 1-1 16,-7 1-3-16,-4 4-1 15,0-1-3-15,0 1 1 16,0 0-4-16,-12 0-20 15,-2 0-76-15,2 0-89 16,5 0-131-16</inkml:trace>
  <inkml:trace contextRef="#ctx0" brushRef="#br0" timeOffset="14302.065">24803 5418 477 0,'0'0'96'0,"0"0"-26"16,-85-31 47-16,48 30-44 16,3 1-12-16,-2 0-18 15,-2 0-10-15,-1 0-4 16,-1 6-3-16,-3 5-9 16,1 3-6-16,-2 3-4 15,3 1-1-15,-2 8-2 16,4 1-2-16,-1 6 0 0,2-1 2 15,0 2 3 1,4 6 2-16,2 0 0 0,4 2 4 16,5 2 3-16,4 6-2 15,8-2-5-15,4 1-3 16,7-5-1-16,0 2-1 16,7-1 1-16,12 0 0 15,3-1-1-15,8 0 1 16,1-5 6-16,3-2-5 15,7-6 2-15,3-7 0 16,4-6-1-16,6-4-7 16,4-6 7-16,3-3-4 15,0-5-3-15,2 0 1 0,-2 0-1 16,-1-15 2 0,-1-3-2-16,3-6 1 0,-1-5 1 15,-3-1-1-15,-1-4 1 16,-6-1 4-16,-5-2 4 15,-4 1 3-15,-8-1 7 16,-3-2 0-16,-5-2-2 16,-6-4 3-16,-5-5-3 15,-3 4-2-15,-7-2 1 16,-5 4-3-16,0 4-2 16,0 4-2-16,-14 3-6 15,-2 2-3-15,-3 2 1 16,-1 0-1-16,-1 2 1 0,0 8-2 15,1 5 1-15,0 1-1 16,-1 3 0-16,0 2 0 16,-3 5 0-16,-1 0-1 15,1 3 1-15,-3 0-1 16,9 0-1-16,-1 4-15 16,1 2-29-16,8 0-53 15,2-2-57-15,8-4-238 16</inkml:trace>
  <inkml:trace contextRef="#ctx0" brushRef="#br0" timeOffset="15102.944">26205 5456 733 0,'0'0'44'0,"0"0"79"0,0 0-40 0,0 0-2 16,-3-74-34-16,-23 74-28 15,-9 0-7-15,-6 4-2 16,2 13 6-16,3 3 8 16,6 2 1-16,9 3-9 15,11 0-7-15,7-3-3 16,3-1-3-16,0-5 0 15,12-3-2-15,9-6-1 16,4 1 10-16,2-4-5 16,1-2-3-16,0-1 2 15,-3-1-2-15,0 3-1 0,-3 0-1 16,-4 1 0-16,-3 1 0 16,-6 2 0-16,-3 2-1 15,-3 0-1-15,-3 1 1 16,0-2 1-16,-12 4 1 15,-6-5 5-15,-9 2-5 16,2-5 2-16,0-2-2 16,2-2 1-16,7 0-2 15,1 0-5-15,6-8 3 16,6-5 0-16,3-3-8 16,0 2-1-16,22-3 8 15,6-1 3-15,5 2 0 0,5 4-1 16,-1-3 1-1,2 3 0-15,-1 0 1 0,-2 1-1 16,-4 7 1-16,-4-2 1 16,-4 6-1-16,-5 0 2 15,-2 0 1-15,-7 0 0 16,-4 9 3-16,-1 3-1 16,-5 2-1-16,0 2 3 15,0-2 0-15,-6 3 0 16,-5-2-4-16,-2-2-1 15,-1-1-3-15,1-2-20 16,3-5-49-16,0-2-86 16,6-3-200-16</inkml:trace>
  <inkml:trace contextRef="#ctx0" brushRef="#br0" timeOffset="15921.785">26631 5411 790 0,'0'0'103'0,"0"0"42"0,0 0-79 0,0 0-27 15,0 0-35-15,0 0-1 16,16-8-2-16,-10 8-1 16,1 0-13-16,-5 0-12 15,-2 0 21-15,0 0-4 16,-12 0-7-16,-4 6 14 0,-4 6 1 15,5 5 4 1,1 1 5-16,6 0 5 0,5 0 6 16,3-3-3-16,1-1-1 15,16-4-1-15,7-3-2 16,3-7-3-16,0 0-3 16,-2 0-3-16,-1-14-1 15,-6-1 0-15,-4-1-3 16,-6-3-6-16,-5 1 2 15,-1 0 0-15,-2 1 2 16,0 5 0-16,0 0 2 16,0 8 2-16,0 3-2 15,0 1-1-15,0 0-7 0,0 11-5 16,0 11 13-16,0 3 4 16,0 10-2-16,0 3-1 15,6 4-1-15,1 4 6 16,5 2 6-16,1 0 16 15,2 4-3-15,0 3 5 16,1-2-5-16,3 0-5 16,1-3 1-16,-2-6-8 15,-3-3 0-15,-6-4-6 16,-2-6-3-16,-5-4-1 16,-2-4-3-16,0-4 2 15,0-8-3-15,-10-3 2 0,-7-4 2 16,-7-4-1-1,-1 0-2-15,-3 0 0 0,-1-8-9 16,4-7 4-16,-2-5 3 16,5-4 0-16,1-4 2 15,7-6 2-15,5-3-2 16,5-7 2-16,4 0-1 16,2 0 0-16,14-5 2 15,9 6-2-15,3 0 2 16,1 6-2-16,1 5 1 15,-1 5 4-15,-4 7-5 16,-3 4-1-16,-6 9 4 16,-7 2-3-16,-3 1-1 15,-6 2-1-15,0 2-1 16,0 0-6-16,0 0-31 0,0 0-15 16,-6 7-32-16,3-7-109 15,3 0-395-15</inkml:trace>
  <inkml:trace contextRef="#ctx0" brushRef="#br0" timeOffset="16367.06">27550 5190 814 0,'0'0'111'0,"0"0"24"0,0 0-77 0,-34-86-8 0,23 70-26 16,0 3-3-16,1 2-7 16,1 6-9-16,2 3-3 15,1 2-2-15,-3 0-1 16,1 13-2-16,1 8 3 16,1 4 0-16,4 4 2 15,2 0 5-15,0 4 6 16,0 1 4-16,9-1 4 15,5 3 8-15,2-4 1 16,-2 2-1-16,0-3-10 16,-1-2-3-16,-3 1-10 15,0-3-1-15,-4-3-2 0,-1 0 1 16,0-7-4-16,-1-3 2 16,-3-2 1-16,1-7-2 15,-2 1-1-15,1-2-3 16,-1-4-15-16,0 0-7 15,0 0 1-15,0-10-46 16,-3-7-21-16,-12-5-73 16,-1 0-179-16,-5 1-217 15</inkml:trace>
  <inkml:trace contextRef="#ctx0" brushRef="#br0" timeOffset="16770.897">27365 5410 539 0,'0'0'93'16,"0"0"28"-16,88-24-69 0,-47 16-25 16,1 0-20-16,3 1-4 15,-3-1-3-15,-5 0-3 16,-2-3-47-16,-9 2-13 16,-5-2 3-16,-7 0 30 15,-7 3 26-15,-3 0 4 16,-4-1 7-16,0 0 47 15,0 4 3-15,0-1 3 16,0 0 23-16,0 6 2 16,0 0-19-16,0 0-10 15,0 0-39-15,0 5-14 16,0 7 8-16,2 8 21 0,2 2 1 16,3 4 2-16,-3 3-5 15,1 0-6-15,-2-1 0 16,-2-1-15-16,3 0 0 15,-4-4-6-15,0-4-1 16,0-6-2-16,0-2-1 16,0-6-26-16,0-1-28 15,0-4-43-15,0 0-9 16,-1-13-188-16,-6-11-413 16</inkml:trace>
  <inkml:trace contextRef="#ctx0" brushRef="#br0" timeOffset="16892.04">27783 5229 597 0,'0'0'51'16,"0"0"84"-16,0 0-88 15,0 0-47-15,0 0-48 16,0 0-209-16</inkml:trace>
  <inkml:trace contextRef="#ctx0" brushRef="#br0" timeOffset="17571.109">28162 5250 167 0,'0'0'569'0,"0"0"-391"16,0 0-36-16,0 0-25 15,0 0-56-15,-80-39-27 0,50 39-12 16,1 16-9-16,6 2-5 16,10 7-7-16,4-1 1 15,9 2-2-15,0-4 0 16,0 1 2-16,10-6-2 15,4-7 0-15,4-5-3 16,0-5-7-16,1 0-16 16,5-1-7-16,-6-15-5 15,0-2-1-15,-5-3 12 16,-1-3 10-16,-6 3 12 16,-1 1 5-16,-2 3 0 15,-3 5 0-15,0 6 15 16,1 2 13-16,-1 4 4 0,3 0-19 15,3 2-13-15,-2 13 0 16,5 7 0-16,2 6 2 16,-1 3-1-16,1 4 1 15,-2 4 3-15,-1-1 4 16,-2 1 5-16,1 3 4 16,-1-3 6-16,1 1-11 15,3-3-4-15,-2-2-8 16,-4-4 6-16,-1-1-5 15,-3-5 2-15,0-5 5 16,0-5-4-16,0-3 3 16,-6-4-3-16,-6-6-3 15,-4-2 4-15,-2 0-5 16,-6-4-1-16,0-12-2 0,2-4-4 16,5-3 0-16,4-4 6 15,9-2 1-15,4 1-1 16,0-3 1-16,4-2-1 15,19 0 6-15,5 0 2 16,6-1-1-16,1 5 1 16,0-1 0-16,0 7 11 15,-5 1-3-15,-2 1-6 16,-4 3-1-16,-4 2 1 16,-6 3-5-16,-5 6-4 0,-6 2-1 15,-2 5-2 1,-1 0-46-16,0 0-54 0,0-2-135 15</inkml:trace>
  <inkml:trace contextRef="#ctx0" brushRef="#br0" timeOffset="18923.659">10592 13909 435 0,'0'0'9'0,"0"0"-3"0,0 0 7 0,0 0 8 15,0 0-3-15,0 0-8 16,0 0-5-16,-6 3-5 16,6 1 4-16,3 2-4 15,8-1-37-15,-2 1-116 16</inkml:trace>
  <inkml:trace contextRef="#ctx0" brushRef="#br0" timeOffset="30757.551">19665 7879 371 0,'0'0'44'0,"0"0"55"0,0 0 21 0,0 0-44 0,0 0-24 16,0 0-15-16,-6-4-13 16,6 4-13-16,0 0-10 15,0 0-1-15,0 0 0 16,2 0 22-16,-2 2-12 15,4 3 1-15,-4-1-3 16,0 0 1-16,0 1-3 0,0-3 2 16,0-2 1-16,-6 0 0 15,0 0 2-15,0 0-6 16,3-5 3-16,1 3 3 16,1-2 9-16,1 4-1 15,0 0 6-15,0 0-15 16,0 0-10-16,0 0 0 15,0 10 2-15,0 0 5 16,0-1-1-16,0 0-5 16,0-4 2-16,0 1-2 15,0-5 5-15,0 3-2 16,0-4 1-16,0 0 4 16,-12 0-5-16,3 0-1 0,-1-7 3 15,-1-1-5 1,7 2 1-16,-1 2-1 0,2 2 3 15,3 2 8-15,0 0-2 16,0 0-10-16,0 0-6 16,0 0 5-16,0 3 1 15,3 3 2-15,0-3-1 16,-1-1-1-16,-2 0 3 16,0-2-2-16,0 0 1 15,0 0 8-15,0 0 1 16,0-12-11-16,-2-2 0 15,-1-3 1-15,3 2 2 0,0 1-2 16,0 3-1 0,16 1 7-16,3 7 0 0,3 3 4 15,8 0-2-15,0 11-2 16,2 9-1-16,1 2-2 16,-6 5-1-16,0 0-2 15,-9 0 1-15,-6 1-2 16,-11 4 1-16,-1-1 0 15,-10 3 1-15,-14-4 0 16,-11-3 1-16,-1-5 0 16,0-7-1-16,0-7-2 15,3-8-3-15,3 0-5 16,3-1 3-16,8-16 2 16,4-5 3-16,7 3 0 0,7-2 1 15,1 2-1-15,0 5-4 16,10 2 2-16,8 4 1 15,0 4 1-15,5 4 1 16,-3 0 1-16,5 0-1 16,-2 10-1-16,0 1 1 15,0 9 1-15,-1 2 2 16,1-2 0-16,-2 4-1 16,-3-4 1-16,1-1 1 15,-1-4-1-15,-3-2-1 16,1-2 0-16,-5-6 0 0,3 0-1 15,-3-4 2 1,-2-1-1-16,6 0-1 0,-4 0-2 16,4 0-32-16,3-8-49 15,-3-5-73-15,-1-4-155 16</inkml:trace>
  <inkml:trace contextRef="#ctx0" brushRef="#br0" timeOffset="31035.735">20086 7985 648 0,'0'0'85'0,"0"0"27"0,0 0-3 0,0 0-76 16,0 0 21-16,0 0 3 0,22 31-13 15,-15-21-11 1,3-3-12-16,-5-1-10 0,-5-3-5 15,0 0-3-15,0-1 0 16,0 2 5-16,-10-4 4 16,-5 0-5-16,0 0-7 15,3 0-15-15,3 0-20 16,3-13-43-16,6-7-60 16,0 0-160-16,9-4-315 15</inkml:trace>
  <inkml:trace contextRef="#ctx0" brushRef="#br0" timeOffset="31500.057">20287 7843 708 0,'0'0'102'15,"0"0"23"-15,0 0-73 16,0 0-44-16,0 0 22 15,0 0 37-15,37 74-37 16,-31-44-8-16,-1 0-1 16,-4-3-10-16,2 1-2 15,-3-3-2-15,0-1-5 16,0-3 0-16,0-5-1 16,0-7 3-16,0-3-4 0,0-4-15 15,0-2 3-15,-7 0 11 16,1 0 1-16,0-8-2 15,0 1 0-15,2-2 2 16,2 2 1-16,2 0-1 16,0 2 1-16,0-1-1 15,0 4-1-15,12 2 0 16,0 0 1-16,7 0 0 16,-1 0 0-16,1 0 1 15,4 0-1-15,-2 4 0 16,1 0 0-16,5 1 0 15,-2-1 1-15,2-4-1 16,0 0-3-16,-4 0-49 0,-3 0-39 16,-5-3-18-16,2-9-74 15,-11-2-71-15</inkml:trace>
  <inkml:trace contextRef="#ctx0" brushRef="#br0" timeOffset="31774.306">20548 7868 682 0,'0'0'29'0,"0"0"-11"0,0 0 88 16,0 0-9-16,-1 77-24 0,7-53 1 15,4 1-10-15,-3 3-21 16,-1 1-6-16,1 1-1 15,-3 1-10-15,-1-1-16 16,-3-2-4-16,0-4-4 16,3-4 0-16,-3-5-2 15,1-4-32-15,-1-4-60 16,5-4-81-16,-4-3-183 16</inkml:trace>
  <inkml:trace contextRef="#ctx0" brushRef="#br0" timeOffset="32278.683">20849 7806 663 0,'0'0'30'15,"0"0"86"-15,0 0 4 16,0 0-60-16,0 0-25 15,0 0-6-15,81-10-10 16,-72 31 3-16,-3 2-8 16,-5 1 1-16,-1-3-6 0,0 0-4 15,-3-3 2 1,-4-6-4-16,1-1 0 0,2-6-2 16,2-4-2-1,2-1-1-15,0 0-8 0,0 0 2 16,7 0 2-16,12 0 5 15,4-7-2-15,1 1 3 16,-3 2 0-16,0 3 0 16,-3 1 0-16,-3 0 0 15,0 0 7-15,-5 1-4 16,1 8 2-16,-4 2 1 16,0 3-1-16,-4 4 5 15,-3-2 2-15,0 4 4 16,0 3 2-16,-16 0-7 0,-5 1 9 15,-6 0-11 1,-7-3 0-16,-1-2-3 0,1-3-3 16,2-4-1-16,8-4-2 15,3-4-24-15,9-4-28 16,3 0-25-16,9-18-115 16,0-15-299-16</inkml:trace>
  <inkml:trace contextRef="#ctx0" brushRef="#br0" timeOffset="32707.515">21339 7735 568 0,'0'0'74'0,"0"0"49"0,0 0-54 15,0 0-17-15,0 0-4 16,0 0-21-16,-35 67 6 15,35-48-3-15,8 4-8 16,10-6 2-16,1-4-3 16,1-4-6-16,-2-2-5 15,1-2-4-15,-4-3-1 16,0 4-1-16,-3-3-2 16,-5 1-2-16,2-1 0 15,-3 3 0-15,0 0 0 16,-3-1 1-16,1 1 0 15,-2 5 4-15,-2-1 1 0,0 2 7 16,0 0 4-16,0-1 2 16,-12 3-3-16,-3 2 5 15,-4-2-7-15,-2 1-2 16,-2-5-5-16,-2 1-1 16,1-2-4-16,1-2-2 15,4-5-1-15,3-2-35 16,6 0-49-16,0-8-31 15,5-10-152-15,0-7-247 16</inkml:trace>
  <inkml:trace contextRef="#ctx0" brushRef="#br0" timeOffset="32857.811">21366 7732 727 0,'0'0'35'16,"0"0"120"-16,82-57-85 15,-47 38-41-15,1 2-25 16,2 3-4-16,-1 2-42 16,-3-1-184-16</inkml:trace>
  <inkml:trace contextRef="#ctx0" brushRef="#br0" timeOffset="33794.766">22579 7710 495 0,'0'0'36'0,"0"0"-31"15,0 0 29-15,0 0 24 0,0 0 4 16,0 0-22-16,-57 4-17 15,57-4-12-15,16 0 28 16,16 0 33-16,7 0-17 16,13 0-24-16,4-3-12 15,11-1-8-15,1-1 6 16,2-2 2-16,6 0-4 16,-6 0-5-16,3 0-4 15,-4-1-4-15,-10 3 1 16,-9-2 1-16,-10 2 0 15,0 0 4-15,-6-1 0 16,-2 0-4-16,-8 1-2 0,-6 2-2 16,-8 0 2-16,-9 1-1 15,2 2-1-15,-3-2-3 16,0-1-23-16,0-2-36 16,-14 0-92-16,0-2-35 15,-2-1-110-15</inkml:trace>
  <inkml:trace contextRef="#ctx0" brushRef="#br0" timeOffset="34245.328">23389 7476 543 0,'0'0'33'0,"0"0"98"0,0 0-99 15,0 0-6-15,0 0 36 16,0 0 6-16,41 44-13 15,-9-35-31-15,1-2-14 16,2-3-1-16,4-1 0 16,-3-3-6-16,0 0 0 15,-6 0 1-15,-8 0-4 16,1 0 0-16,-6 0-1 16,-6 0-5-16,-5 0 0 15,-3-1 6-15,-3-1 4 16,0 2 3-16,0 0 11 15,0 0 21-15,0 0-17 0,-11 0-12 16,-9 13-7 0,-3 4 11-16,-2 9 13 0,-1-1 0 15,1 3 0-15,1 1 4 16,3-3-8-16,0 1-3 16,5-4-7-16,1-2 0 15,7-6-8-15,0-2-2 16,3-3-3-16,4-3 3 15,1-6-3-15,0-1-9 16,0 0-28-16,0 0-22 16,0 0-47-16,11-10-61 15,6-9-383-15</inkml:trace>
  <inkml:trace contextRef="#ctx0" brushRef="#br0" timeOffset="41492.571">25089 7075 584 0,'0'0'10'0,"0"0"46"0,0 106 0 0,0-59 11 0,0-3-15 16,0 2-24-16,-1 0-13 15,-1-4-7-15,-5-9-4 0,4-1-1 16,-1-9 0-16,1-9 0 16,3-3-3-16,0-9-12 15,-2-2 11-15,-1 0 1 16,-1 0 0-16,-7-7-11 15,5-7 2-15,-1 3 4 16,-1-1 5-16,5 3 0 16,-1 2 3-16,4 3 5 15,0 3 8-15,0-1-8 16,21 2-4-16,9 0 3 16,6 0 3-16,4 0-1 15,0 0 1-15,2 0-4 16,-1 0-4-16,0-1 0 15,-5-5 0-15,-2 0-2 0,-9 1 0 16,-5-2-39-16,-10 0-60 16,-5-4-91-16,-5-2-150 15</inkml:trace>
  <inkml:trace contextRef="#ctx0" brushRef="#br0" timeOffset="41775.773">25315 7215 547 0,'0'0'56'16,"0"0"-9"-16,0 0-16 15,0 0 57-15,0 0-13 16,10 84-7-16,1-47-9 0,-2 5 14 16,0 2-22-16,1 0-9 15,-3-3 3-15,0-3-19 16,-3-3-14-16,-2-4-3 15,-1-4-6-15,-1-6-1 16,0-5 0-16,0-5-2 16,0-7-22-16,0-1-37 15,6-3-22-15,0-3 3 16,3-15-109-16,0-8-63 16,-3-7-234-16</inkml:trace>
  <inkml:trace contextRef="#ctx0" brushRef="#br0" timeOffset="42484.456">25404 6827 556 0,'0'0'20'0,"0"0"74"15,-97-55-11-15,63 43-31 16,-3 3-18-16,3 4 2 15,-4 4-11-15,2 1 2 16,-3 0-4-16,-1 14-6 16,3 7 0-16,0 6 2 15,1 4 7-15,0 9-5 0,0 4-3 16,5 11 10-16,4 1-6 16,0-1-5-16,8 1 2 15,8-4-7-15,5-1 2 16,6 0 0-16,0 0-8 15,12-3-4-15,8 0 0 16,2-3 2-16,5-3-4 16,3-4 0-16,0 0 3 15,4-2-3-15,2-5 1 16,5-3 1-16,4-4 0 16,3-6-2-16,3-4 1 15,1-3 2-15,2-6-1 0,-3-3-1 16,-2-2-2-1,0 0 1-15,-6-2 0 0,-2-8-7 16,-1-4 3-16,-2-2 1 16,-3-2 1-16,2-4-2 15,-4-1 2-15,1-5 2 16,-2-1 0-16,-4-3 0 16,-3-2-3-16,-2-6 3 15,-4 1 0-15,-4-6 1 16,-6-3 1-16,-3 0-2 15,-6 0 0-15,0 3 0 16,-4 1 1-16,-10 6 2 16,-4 0 1-16,-1 3 3 15,-4 4 3-15,0 5-4 16,4 3-2-16,0 6 1 0,0 1-1 16,4 7-4-1,-3 2-1-15,4 4 1 0,4 3 1 16,1 0-1-16,6 0-4 15,-1 0-20-15,4 2-56 16,0 5-42-16,19-1-118 16,12-6-219-16</inkml:trace>
  <inkml:trace contextRef="#ctx0" brushRef="#br0" timeOffset="43261.832">26792 6856 157 0,'0'0'592'0,"0"0"-534"0,0 0 76 16,0 0-74-16,0 0-4 15,0 0-35-15,-67-54-15 16,53 54-4-16,-1 2-2 16,-5 12 1-16,-3 6 0 15,1 4 2-15,-1 5-1 0,4 4-1 16,7 1 3-16,7 3-1 16,5-4-1-16,0-3 4 15,8-4 0-15,13-6-3 16,3-2 3-16,1-6-3 15,2-2-1-15,-3-3 3 16,-3-1-3-16,-5 0 4 16,-3-2 2-16,-2 1-2 15,-5 0 0-15,-3 3-3 16,-3-1 2-16,0 3-4 16,0 1 8-16,-4 1-3 15,-17-1 4-15,-3 0-2 0,-8 1-4 16,-1-3-1-16,1 0 0 15,-1-5-3-15,7-2 1 16,4-2 0-16,8 0 2 16,6 0-3-16,5-4 7 15,3-7 1-15,0-4-6 16,1-2-2-16,16-3 1 16,4-1-2-16,6-2 2 15,1 2-2-15,2 0 0 16,0 3 1-16,-2 3 0 15,0 3 0-15,-3 4 0 16,-5 2 0-16,-2 3 3 16,-3 3-3-16,-2 0-2 15,-1 3 1-15,3 11 1 16,-3 3 3-16,1 3-2 0,1 4 9 16,-2-2-3-16,1 0 4 15,-2 1 5-15,-4-1-7 16,-1-4-2-16,-3-3-3 15,-3 0-2-15,0-6 0 16,0 1-1-16,0-6-2 16,0-2-10-16,-2-2-46 15,-3 0-39-15,-3-9-121 16,1-9-300-16</inkml:trace>
  <inkml:trace contextRef="#ctx0" brushRef="#br0" timeOffset="43411.916">26941 6840 694 0,'0'0'48'0,"0"0"34"0,0 0-73 16,0 0-9-16,0 0-12 16,99 6-130-16,-67 1-228 15</inkml:trace>
  <inkml:trace contextRef="#ctx0" brushRef="#br0" timeOffset="44130.992">27280 6853 572 0,'0'0'142'0,"0"0"41"15,0 0-75-15,0 0-11 0,0 0-32 16,0 0-37-16,-75-35-7 16,53 57-9-16,1 6-2 15,6 8-4 1,6 4 4-16,9 1-6 0,0-2 2 15,0-5-1-15,9-7-4 16,6-8 1-16,4-9 2 16,1-8-3-16,5-2-1 15,2-6-6-15,-2-14-12 16,0-5-9-16,-5-5-5 16,-4-3-18-16,-4-2 15 15,-7-3-1-15,0 6 7 0,-4 7 12 16,-1 6 14-1,0 11 3-15,0 3 5 0,0 4 19 16,0 1-7-16,0 1-14 16,0 18-3-16,3 5 12 15,0 10 1-15,-3 6-2 16,1 5-1-16,2 3 4 16,2-1 0-16,4 3 25 15,5 1 1-15,6 1-1 16,2 0 1-16,5 2-18 15,1-3-10-15,-2-4-2 16,-3-2-4-16,-6-6-6 16,-3-3 3-16,-7-4-1 15,-3-9 0-15,-4 2-1 16,0-7 2-16,0-4-1 0,0-4-1 16,-7 0 1-1,-6-6-1-15,-2-3 2 0,-8-1-3 16,-2 0-3-16,-2 0-4 15,-3-10 4-15,-1-6-4 16,0-4 2-16,1-4 5 16,0-4 0-16,7-5 0 15,3-2 0-15,7-2 1 16,6-1-1-16,7-1 2 16,0-4 1-16,3 0 1 15,21-3 4-15,6 0-5 16,6 3-2-16,1 5-1 15,2 7 1-15,-5 6-1 0,-3 5 1 16,-4 8-2-16,-1 3 0 16,-5 5-34-16,4 1-62 15,5-1-118-15,4-6-414 16</inkml:trace>
  <inkml:trace contextRef="#ctx0" brushRef="#br0" timeOffset="44566.492">28199 6546 806 0,'0'0'59'0,"0"0"48"0,0 0-72 0,0 0-14 15,0 0-18-15,0 0-1 16,-84-40 0-16,78 40-2 15,-2 3 0-15,0 9 1 16,0 3 2-16,2 2 0 16,-2 4 8-16,3 0 8 15,2 5 6-15,3 2 4 16,0 0-1-16,0 3-2 16,3 1 0-16,9 1 7 15,-3-2-2-15,3 4-7 0,0-1-5 16,-2 2-4-1,1-3-6-15,-1 2-4 0,-1-6 0 16,-3-1-3-16,3-4-2 16,-3-4 1-16,0-3 0 15,0-5-1-15,0-1 0 16,0-3-17-16,-5-4-10 16,-1-3-19-16,0-1-12 15,0 0-27-15,0-4-54 16,-4-14-155-16,-2-6-250 15</inkml:trace>
  <inkml:trace contextRef="#ctx0" brushRef="#br0" timeOffset="45038.431">28026 6853 268 0,'0'0'220'0,"0"0"-186"0,0 0 28 0,0 0-29 16,113-7-10-16,-64 0-16 15,2 1-6-15,-4-5-1 16,-6 0-48-16,-10-1-28 16,-5-3-25-16,-7 3-34 15,-7-1 37-15,-8 1 64 16,-4 3 34-16,0-1 49 0,0 5 49 15,-7 0 35-15,-2 4-5 16,2 1-17-16,2 0-19 16,-1 0-32-16,5 0-17 15,-1 6-4-15,2 7-2 16,0 3-5-16,0 0 3 16,0 6-2-16,0 1 2 15,0 2-2-15,0 2-4 16,3-2-9-16,3 3 0 15,-3-1-1-15,0-4-13 16,2 2 0-16,-1-7 0 16,2-2-2-16,1-3-3 15,0-5-1-15,-1-2-2 0,1-4-35 16,2-2-27-16,-3 0-44 16,0-8-116-16,-3-10-246 15</inkml:trace>
  <inkml:trace contextRef="#ctx0" brushRef="#br0" timeOffset="45192.777">28443 6618 625 0,'0'0'30'0,"0"0"49"15,0 0-38-15,0 0-41 16,0 0-96-16,0 0-222 0</inkml:trace>
  <inkml:trace contextRef="#ctx0" brushRef="#br0" timeOffset="46066.237">28747 6627 720 0,'0'0'173'15,"0"0"-31"-15,0 0-43 16,0 0-37-16,-94-28-39 15,72 37-9-15,6 11-3 16,5 5-7-16,4 5 0 16,4 0-1-16,3-1 3 15,0-1-4-15,0-5-1 16,6 1 0-16,8-8 0 0,3-6-1 16,5-7-9-16,4-3-19 15,1 0-20-15,-3-13-37 16,0-6 11-16,-8-4 0 15,-1-1-9-15,-6-1 32 16,-4 1 23-16,-2 1 16 16,-3 5 12-16,0 2 16 15,0 8 27-15,0 4 40 16,0 1-21-16,0 2-1 16,0 1-28-16,0 0-33 15,0 7 4-15,6 8-3 16,1 6 9-16,-4-1 1 0,4 5 10 15,-2 1 10-15,-1 4-1 16,1 3-8-16,1 4-4 16,0 7 3-16,1 0-12 15,2-1 2-15,1 1-3 16,1-6-1-16,-2 0-4 16,0-4-2-16,-2-4 3 15,-1-2-2-15,0-2 0 16,-3-4 0-16,2-2-1 15,-1-2 4-15,-1-4-3 16,0-2-2-16,-1-2 1 16,-2-3 0-16,1-3-1 15,-1-1 1-15,0-2-1 16,0-1 0-16,0 0 1 16,0 0-1-16,-6-3-3 0,-7-9-4 15,-4-1-1-15,-2-3-7 16,-3-2-2-16,1-2 0 15,-2-1 4-15,4-2 5 16,2-1 7-16,3-1 1 16,3-3 2-16,4 1-2 15,4 1 10-15,3-6 7 16,0 5 3-16,6-4-1 16,16-1-3-16,4 0-11 15,8 5 9-15,1 1 3 0,3 3-1 16,2 4 0-1,-2 0 3-15,0 3 7 0,-7 5 9 16,-4-1-5-16,-4 3 3 16,-5 2 2-16,-8 1-9 15,-5 3-9-15,0-1-1 16,-5 4-6-16,0-1-3 16,0 1-7-16,0 0-5 15,0 0-24-15,-10 0-57 16,-8 0-55-16,-6 0-154 15</inkml:trace>
  <inkml:trace contextRef="#ctx0" brushRef="#br0" timeOffset="53142.98">9857 14071 444 0,'0'0'4'0,"-36"-89"0"0,12 41 15 15,-6-4 20-15,-7-4 26 16,-2-1-21-16,-7 1-3 16,0 11-19-16,-11 5-11 15,-10 10-7-15,-12 11 0 16,-6 6 0-16,-9 11-4 16,1 2 0-16,-7 1 1 15,-4 17 3-15,-8 9-2 0,0 8 4 16,0 3-1-16,2 6 0 15,10 2 3-15,7 4 0 16,8-1 5-16,6 2 4 16,5 1-3-16,5 5-1 15,12 4 4-15,8 2-2 16,12 3-3-16,4 5-1 16,6 2 1-16,11 8 3 15,8 4 0-15,8 1 1 16,6 8-5-16,24 3-1 15,10-1-1-15,11-6 0 16,13-8-3-16,11-9-1 16,11-9 0-16,7-6 1 15,4-5-2-15,12-10 1 16,3-4 0-16,9-10-1 0,2-8-1 16,6-5 0-16,0-11 0 15,1-5-1-15,-3-3 0 16,0-22 4-16,-6-10-4 15,-8-11-2-15,-13-7 1 16,-6-6-1-16,-9-5 0 16,-13-6 3-16,-11-5-1 15,-6-10-2-15,-10-7 2 16,-7-1-1-16,-8-1-1 16,-7 3 1-16,-8 5-1 15,-8 3 1-15,-4 3 0 0,-3 1-1 16,0 3-2-1,-13 2 2-15,-11 4 1 0,-6 0-1 16,-6 9 0-16,-5-5 0 16,-7 4 2-16,-9 5 4 15,-1 4-1-15,-9 7 1 16,-5 9 3-16,-2 2 4 16,2 5 3-16,-4 4-10 15,10 7 3-15,-1 5-5 16,4 7-1-16,4 5-3 15,4 2 0-15,5 0 2 16,12 2-2-16,2 8 0 16,6 2-4-16,2 5-15 15,-2 3-58-15,0 5-72 16,-9 1-105-16,-12-3-292 0</inkml:trace>
  <inkml:trace contextRef="#ctx0" brushRef="#br0" timeOffset="54746.708">10582 16134 494 0,'0'0'3'0,"0"0"7"0,0 0 26 0,0 0-7 0,0 0-24 16,0 0 17-16,42 24 22 15,22-12-11-15,13-2-13 16,13-6-5-16,13 3 1 16,6-6 1-16,15 1 7 15,1-2-8-15,-1 0-3 0,-2 0-3 16,-10 0 1-16,-10-4-6 16,-8-2 0-1,-11 0 0-15,-9-2-2 0,-15-4 2 16,-7 3-2-16,-16-3 2 15,-9 2-3-15,-14 3 0 16,-13 0 2-16,0 0-4 16,-21 3-74-16,-21 1-75 15,-23 3-78-15</inkml:trace>
  <inkml:trace contextRef="#ctx0" brushRef="#br0" timeOffset="55226.424">10757 16261 566 0,'0'0'0'0,"0"0"-8"16,0 0-9-16,0 0 17 15,0 0 7-15,104 37 15 16,-50-24-5-16,7-2-1 15,15-1 12-15,7-2 20 16,11-5-1-16,11 1 3 16,7-1-11-16,1-1-17 15,-4 2-8-15,2 0-6 0,-4-1-4 16,-1-1 4-16,0-2 6 16,-8 0 6-16,-7 0-1 15,-10-2 6-15,-11-1-3 16,-14 0 3-16,-9 1 6 15,-14-1-2-15,-6 1-7 16,-11 1-6-16,-12 1-3 16,-1 0-5-16,-3 0 2 15,0 0 1-15,0 0-9 16,0 0 1-16,0 0-1 16,0 0 0-16,0 0-1 15,0 0 1-15,0 0-2 16,0 0 1-16,0 0-3 0,0 0 0 15,0 0-43-15,0-2-38 16,0-3-45-16,-6-7-144 16</inkml:trace>
  <inkml:trace contextRef="#ctx0" brushRef="#br0" timeOffset="57704.97">13108 12405 698 0,'0'0'7'0,"0"0"0"0,0 0-4 0,-88 30-2 0,88-28-1 16,0-2 2-16,31 0 25 16,29 0 9-16,25-14-8 15,28-9-9-15,23-9 2 16,9-3-3-16,7-2-6 15,0 2 9-15,-6 2 1 16,-8 4-9-16,-3-3-2 16,-10 6-2-16,-7-1-3 15,-7 3-3-15,-14 0-2 16,-9 2 0-16,-14 6 0 16,-23 2 0-16,-18 5-1 15,-18 3-19-15,-15 3-24 16,0 0-73-16,-21 0-24 15,-10-1-58-15,-8-2-40 0</inkml:trace>
  <inkml:trace contextRef="#ctx0" brushRef="#br0" timeOffset="58043.014">14553 11932 224 0,'0'0'60'16,"0"0"-9"-16,0 0 37 15,0 0-8-15,0 0-14 16,0 0 5-16,-70-11-55 15,93 11-10-15,11 8 29 16,11-1 7-16,6-1-23 16,2-4-8-16,4 0-5 15,-2-1-3-15,-7 1 1 16,-2 1-3-16,-12 0 0 0,-8 2-1 16,-11 2 0-16,-8 2-1 15,-2 4 1-15,-5 3 2 16,0 4 16-16,0 1 11 15,-12 6 1-15,-3 3 4 16,-3-1 0-16,4 3-7 16,-3-2-10-16,-1 0-8 15,0-5-2-15,0-2-5 16,6-6-2-16,0-6-17 16,12-6-92-16,0-5-129 0,4-3-311 15</inkml:trace>
  <inkml:trace contextRef="#ctx0" brushRef="#br0" timeOffset="58535.405">15293 11832 656 0,'0'0'47'0,"0"0"-42"16,0 0 29-16,0 0 13 15,0 0-10-15,0 0-15 16,72-54-10-16,-53 70-1 16,-4 6 9-16,-1 3-2 15,-5 3 1-15,-5 1-4 0,-4-2-7 16,0 3-1-16,0-3-6 16,-3-5 1-16,-10-2 1 15,4-6 3-15,1-6-2 16,4-3-4-16,2-5-9 15,2 1 1-15,0-1 8 16,0 0 0-16,2 0 5 16,11 0-5-16,4-6 0 15,1 2 0-15,1 3 0 16,-1 1 2-16,1 0-2 16,2 0 1-16,-6 5 3 15,-2 7 7-15,-2 2-3 16,-6 0 5-16,-4 3-1 15,-1 1 5-15,-1 2 9 0,-19 0-6 16,-5-2-2-16,-7 2-4 16,-2-1-7-16,3-7-4 15,2-4-3-15,10-5 0 16,10-3-29-16,6 0-33 16,3-8-41-16,3-15-223 15</inkml:trace>
  <inkml:trace contextRef="#ctx0" brushRef="#br0" timeOffset="59459.977">16171 11537 285 0,'0'0'73'0,"0"0"36"0,0 0-79 0,0 0 34 16,0 0-25-16,0 0-6 16,-75-54-4-16,54 54-2 15,4 10-2-15,0 8 3 16,5 8-11-16,5 5-1 16,4 0-14-16,3 2 11 15,0-3-11-15,0-1 9 16,10-3-11-16,3-2 13 15,1-6-6-15,1-7 3 16,-3-3-6-16,-2-6-1 0,-6-2-3 16,-1 0-19-16,-3 0 17 15,0-4-15-15,0-8 5 16,-1-4-13-16,-5 3-18 16,-1 0 2-16,5 3-16 15,1 2 3-15,1 2-17 16,0 0 56-16,0 2 9 15,0 1 6-15,0 0 18 16,0 0 33-16,0-2 6 16,0 0 15-16,0 1 1 15,0-2-19-15,-3 1-5 0,-2 2-4 16,2 0 2-16,0 2-19 16,0 1-17-16,-1 0-10 15,-4 6 3-15,-1 10 1 16,3 9 4-16,2 4-4 15,2-1 10-15,2 1-1 16,0-2 0-16,8-4-1 16,7-4 2-16,6-2-1 15,4-4-5-15,2-1 1 16,1 1-3-16,-2-1-2 16,-4 4-1-16,-4-1-1 15,-8 3 1-15,-5-1-2 16,-5-1 2-16,0 1-1 15,-11-3 5-15,-12-1 8 0,-6-4-12 16,3-4 4-16,1-5-7 16,6 0 2-16,4 0 3 15,8-14-5-15,4-4-1 16,3-8-10-16,1-6-18 16,20-4-10-16,6 0-17 15,1 2 19-15,2 6 19 16,-3 6 13-16,0 6 4 15,-5 6 0-15,-3 4 6 16,-2 6 9-16,-1 0 1 16,-2 2-1-16,1 12 12 15,-3 3-4-15,-2 2 3 16,-1-2-3-16,-4 0-11 0,-4-2-5 16,4-4-4-16,-5-4 0 15,0-3-3-15,0-4-11 16,0 0-52-16,1 0-3 15,2-15-149-15,5-7-184 16</inkml:trace>
  <inkml:trace contextRef="#ctx0" brushRef="#br0" timeOffset="60044.715">16654 11610 430 0,'0'0'290'0,"0"0"-159"0,0 0 8 0,0 0-61 15,0 0-31-15,0 0-37 16,-9-35-2-16,-18 40-4 16,-4 17-3-16,1 5 1 15,9 1-2-15,11 0-2 16,8 3 2-16,2-5 0 16,0-4 0-16,17-8 3 15,2-8-2-15,6-6-1 16,-1 0-19-16,0-8-19 15,-3-9 1-15,-4-5 7 16,-4 0 14-16,-6-1 9 16,-1 5 7-16,-4 1 0 15,-2 7 1-15,0 6 6 0,0 4 5 16,0 0-12-16,0 16 3 16,0 10-3-1,0 12 10-15,0 7-1 0,0 9 6 16,0 4 7-16,0 3 12 15,5-3 3-15,6-1 4 16,1-4 6-16,3-5-9 16,-1-4-12-16,-4-4-3 15,-1-3-2-15,-5-3-11 16,-4-6-5-16,0-6 3 16,0-5-5-16,0-8-1 15,-9-4-1-15,-5-5 0 16,0 0-1-16,-2-1-2 15,4-16 0-15,-2-7-5 0,2-8 4 16,8-5-3-16,1-7-1 16,3-1 0-16,0-4 2 15,7 1-9-15,14-2-17 16,6 0-2-16,3-4-40 16,7-2-31-16,5-2-60 15,6 1-219-15</inkml:trace>
  <inkml:trace contextRef="#ctx0" brushRef="#br0" timeOffset="60426.43">17591 11162 558 0,'0'0'19'0,"3"-81"71"0,-3 50 9 0,-12 7-33 15,-13 6-2-15,-7 6-41 16,-5 4-15-16,-2 7-5 15,1 1 2-15,5 0-4 16,6 17 2-16,9 7 13 16,2 2 0-16,8 13 4 15,4 3 4-15,4 3-1 16,0 5 2-16,0 1-3 16,7 5-1-16,5 0 2 15,-2 4-12-15,2-2 3 16,2-2-7-16,-2-3 13 0,0-4-7 15,-2-3 0-15,-4-4 0 16,0-8-11-16,-4-4 0 16,1-12 1-16,-3-7-3 15,1-8-4-15,1-3-38 16,-2-6 12-16,0-15-68 16,0-6-39-16,0-4-51 15,-2-2-94-15,-2-4-120 16</inkml:trace>
  <inkml:trace contextRef="#ctx0" brushRef="#br0" timeOffset="60660.064">17397 11548 175 0,'0'0'165'0,"0"0"-23"15,0 0-32-15,0 0-16 0,0 0-15 16,0 0-22-16,75-75 2 16,-47 74-3-16,-1 1-31 15,-2 0-7-15,-1 1-3 16,-3 15 15-16,-2 1-12 15,-5 3-8-15,-2-5 4 16,-3 4 1-16,-3-6-6 16,-6-3 0-16,0-1-5 15,0-3-4-15,0-4-2 16,0-2-42-16,0 0-61 16,0 0-53-16,0-7-246 15</inkml:trace>
  <inkml:trace contextRef="#ctx0" brushRef="#br0" timeOffset="61206.665">17997 11337 706 0,'0'0'76'16,"0"0"65"-16,0 0-83 15,0 0-17-15,-99-8-28 16,76 31-4-16,5 8-4 15,6 1-1-15,10 4-1 16,2-5 3-16,9-6-2 16,9-6-3-16,0-11-1 15,6-5-4-15,-3-3-9 16,0-4-13-16,-1-13-17 0,-2-7-2 16,-3-1 15-16,-6 1 8 15,0 1 16-15,-7 6 6 16,-1 10 1-16,-1 4 4 15,0 3 16-15,0 7-21 16,0 19 0-16,0 12 7 16,0 5 3-16,0 7-3 15,0-1-1-15,3 6 9 16,1 1 5-16,4 5 18 16,0 0-2-16,5-2 20 0,-3-5-6 15,4-5 4 1,1-6-18-16,-3-5-11 15,-5-8-2-15,-3-7-6 0,-4-7-9 16,0-9 7-16,0-5 7 16,-8-2 11-16,-7-8-7 15,-3-12-10-15,1-9 9 16,6-9-4-16,6-11 0 16,5-10-6-16,0-12-7 15,16-16-6-15,14-10-2 16,11-16-19-16,11-7-47 15,2-12-85-15,5-15-223 16</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05:48.980"/>
    </inkml:context>
    <inkml:brush xml:id="br0">
      <inkml:brushProperty name="width" value="0.05292" units="cm"/>
      <inkml:brushProperty name="height" value="0.05292" units="cm"/>
      <inkml:brushProperty name="color" value="#FFC000"/>
    </inkml:brush>
  </inkml:definitions>
  <inkml:trace contextRef="#ctx0" brushRef="#br0">10964 5695 297 0,'0'0'66'0,"0"0"-44"0,0 0 3 0,0 0 6 16,0 0-14-16,0 0 10 15,0 0-7-15,0 0 4 16,28 2 17-16,-11-1-11 16,8 4-4-16,3-3-2 15,4 2 8-15,4 2 4 16,5-1-11-16,1 1-8 15,4 0-8-15,2-2 4 16,3 3-3-16,0 0 1 16,1 0-4-16,-2 1 1 15,0-3-3-15,-4-4 0 16,0 3 2-16,-1-1 7 16,0 1 3-16,2 0-9 0,-2 2-4 15,-2 0-2-15,-2 0 3 16,-1 1-4-16,-1-2 1 15,-4 1-1-15,3-2-1 16,-2 2 2-16,-2-2 1 16,-1 1 0-16,5-4 3 15,0 2-2-15,-1-3 4 16,7 1 0-16,-3 0-4 16,-2-1 1-16,1 2-3 15,0-1 0-15,1 1 0 16,-2-2 5-16,5 1-6 15,0 0 2-15,-1 0-2 0,5 1 5 16,-1 1-4 0,-3 0-2-16,1 0 3 0,1-1-2 15,-1-2-1-15,2 2 2 16,5-2-1-16,-1 0-1 16,1 0 1-16,-1 0 0 15,-5 0-1-15,2 0 0 16,-5 0 0-16,-2 0 0 15,3 0 1-15,-2 0-1 16,4 0 1-16,-1 0 2 16,0 0 1-16,-3 0-2 15,0 0-2-15,2 0 1 0,-2 0 2 16,-3 0-1-16,4 0 1 16,-3 0-1-16,1 0 0 15,0 0 0-15,1 0 1 16,-1 0 6-16,-3 0-6 15,-2 0 7-15,0 0 2 16,-3 0 3-16,0 2-2 16,-2 0 2-16,-3-1-2 15,-4-1-1-15,-6 2 4 16,-3-2-2-16,-6 0 1 16,-5 0-7-16,-2 0-4 15,-2 0 1-15,0 0-5 16,0 0-5-16,-21 0-27 15,-24 0-75-15,-20 0-285 16</inkml:trace>
  <inkml:trace contextRef="#ctx0" brushRef="#br0" timeOffset="6287.284">23443 4436 142 0,'0'0'217'0,"0"0"-205"0,0 0 62 15,-84-19 8-15,69 19-25 0,-1 0-13 16,1 0-2-16,2 0-6 15,-3 0-7-15,1 1-7 16,1 5-2-16,-7 7 1 16,0 2-5-16,-5 1 2 15,1 6 0-15,1 2-6 16,6 3 10-16,3 1-1 16,6-1 0-16,3 2-10 15,5-2 0-15,1 1 3 16,0-2-7-16,0-5-7 15,4-1 0-15,8-3 1 16,2 0-1-16,-2-3 2 16,4-3 7-16,1 0-6 0,-1-3-3 15,6-1-1-15,1-1 1 16,-4-1-4-16,5-3 9 16,-5 0-2-16,2-1-3 15,-1-1 2-15,-4 0-2 16,-1 0-8-16,3 0 1 15,-2-3 7-15,1-7 2 16,2-2 0-16,-2-4 0 16,-1 2 0-16,-3-4 2 15,1-2 0-15,-4-3 1 16,-2 5 10-16,0-4 5 16,-5-1-1-16,-3 2-2 0,0-2 0 15,0 4-4-15,0-1-2 16,0 0 0-16,0 4-4 15,0 1 2-15,-3 1 1 16,-1 0 1-16,0 1 3 16,-2 3-2-16,1-3-1 15,1 3-5-15,-1 2 2 16,-1 0 0-16,0 0-3 16,2 0 4-16,-1 1-1 15,-1 2-6-15,0-1 2 16,-1 0-1-16,0 3-3 15,0-1 5-15,0 0-2 16,0 4 3-16,2 0 0 0,1 0-3 16,-1 0 2-1,2 0-2-15,-3 0-2 0,1 0-1 16,-2 0 1-16,3 0-1 16,-1 0 0-16,1 2-1 15,-1 4 0-15,2 0 0 16,-1 0-1-16,4 1 2 15,0-1-4-15,0 3-8 16,0 0-31-16,0-2-49 16,16 0-96-16,2-5-321 15</inkml:trace>
  <inkml:trace contextRef="#ctx0" brushRef="#br0" timeOffset="6780.012">23820 4574 359 0,'0'0'130'0,"0"0"-23"0,0 0 27 0,0 0-41 0,0 0-44 16,0 0-18-16,0 3 5 16,3 0 12-16,-2-1-5 15,-1-2-1-15,0 0-2 16,0 0-4-16,0 0-3 15,0 0 2-15,0 0-5 16,0 0 3-16,0 0-4 16,0 0-1-16,0 0 2 15,0 0 5-15,0 0-10 16,0 0 0-16,0 0-1 16,0 0-4-16,0 0-11 0,0 0-5 15,0 0 0-15,0 0-2 16,0 0-2-16,0 0 0 15,0 0-9-15,0 0-32 16,0 0-59-16,9 0-94 16,-3 0-280-16</inkml:trace>
  <inkml:trace contextRef="#ctx0" brushRef="#br0" timeOffset="7603.833">24285 4461 415 0,'0'0'50'0,"0"0"44"0,0 0-24 16,0 0-14-16,0 0-4 15,0 0 8-15,-47-6 0 16,39 6-23-16,-2 0-6 0,-2 2 3 16,1 5-4-1,0 5-4-15,-2 2-2 0,1 2-6 16,1-1 2-16,2 0-1 15,1 4-7-15,-1-2-1 16,5 0-4-16,2 1 1 16,2 5-2-16,0-1-1 15,0-2 2-15,0-2-5 16,0-1-2-16,0-1 1 16,6-4 0-16,3 0-1 15,0-2-3-15,0-3 3 16,6 0 3-16,0-1 3 15,1-4 0-15,2 1-2 16,-1-3 0-16,2 0 0 16,-3 0-3-16,4 0-1 0,-5 0 2 15,3-8-2 1,3-4 2-16,0-2 0 0,-1-2-1 16,1 1 0-16,-1-4 2 15,-4 1-3-15,-1 0 2 16,-4-2 0-16,-1 5 2 15,-6-1 1-15,-2 1 2 16,-2 1 13-16,0 1 7 16,0-1-11-16,0 2-4 15,-2 0-6-15,-4 0 1 16,-2 3 1-16,2 1 0 16,-2-1-2-16,-1 0 5 15,-3 1 3-15,3 0-10 0,-3 3-3 16,0 1 7-16,5 0-4 15,-4-1-2-15,0 2-1 16,3-2-1-16,0 4 0 16,-2-3-1-16,1 3 1 15,3 0 2-15,-1 0-2 16,-1 1-2-16,4 0-20 16,1 0-24-16,0 0-33 15,1 0-28-15,2 0-45 16,0 0-174-16</inkml:trace>
  <inkml:trace contextRef="#ctx0" brushRef="#br0" timeOffset="8309.761">24738 4449 130 0,'0'0'307'0,"0"0"-237"0,0 0 68 16,0 0-44-16,0 0-40 0,0 0-20 16,-47 8-13-16,43-1-4 15,-5 2 1-15,-3 4-2 16,4 3 11-16,-3 0-5 15,0 2 2-15,0 5-3 16,3-2 1-16,2 3-8 16,6-1-3-16,0-1 5 15,0-2-10-15,0-3-3 16,0-1-2-16,13-7-2 16,-1 1 6-16,6-6-3 15,1-2 9-15,4-2-2 16,3 0-6-16,4 0 1 15,-1 0-2-15,-1-7 0 16,-4-4 1-16,0-3-2 16,-3-1 1-16,-6-1 1 0,-1 1-1 15,-4-2 1 1,-1 1 0-16,-2-1 1 0,-3 0 0 16,1-2 3-16,-2 3 5 15,-2-3 10-15,-1 2 1 16,0 0 1-16,0-1-3 15,0 1-9-15,-7 1-5 16,-5 2-1-16,5 3 2 16,-4 1 0-16,-2 1-1 15,-1 2-1-15,-2 3-4 16,-2 1 4-16,-3 2-4 16,0 1-2-16,2 0 0 15,-2 0 0-15,1 0 0 16,7 4 0-16,1 2 0 0,2-1-1 15,2 0 0-15,4-1 1 16,-1 0-1-16,2 2-3 16,2 0-2-16,1 2-40 15,0-1-92-15,1-1-155 16,14-3-373-16</inkml:trace>
  <inkml:trace contextRef="#ctx0" brushRef="#br0" timeOffset="9022.769">25310 4445 93 0,'0'0'438'0,"0"0"-389"0,0 0 72 0,0 0-28 16,0 0-45-16,0 0 7 16,74-31 3-16,-61 31-20 0,-3 0-11 15,-1 10-3-15,2 5 3 16,-2 3-5-16,-3 2-1 15,0 3-4-15,-3-2 3 16,-3 3-8-16,0 0-1 16,0-1-6-16,-14 2 7 15,-2-4-3-15,-5-3 0 16,-5-1 1-16,0-4 1 16,3-3-6-16,1-1 0 15,-2-5-3-15,3-4 1 16,3 0 3-16,2 0-6 15,2 0 4-15,4-3-2 16,3-1 0-16,3 0-1 16,0 1 5-16,4-2-3 0,0 1-2 15,0 0-1 1,0 1 0-16,9-1 0 0,6-2 3 16,0 1 2-16,1 1-4 15,-1 0 1-15,1 4 2 16,-2 0 3-16,2 0-4 15,-2 0 0-15,-4 0 0 16,7 0 1-16,-5 10-2 16,1 0 0-16,-2 0 0 15,-4 2 0-15,5 0 1 16,-2-1 1-16,1 0-3 16,-2-1 5-16,0 0-3 15,-3-4-3-15,1 0 1 16,0 1-1-16,1-1-2 0,-2-4-29 15,0-2-32-15,6 0-71 16,-3 0-82-16,0-7-311 16</inkml:trace>
  <inkml:trace contextRef="#ctx0" brushRef="#br0" timeOffset="9511.785">25786 4408 389 0,'0'0'114'0,"0"0"37"0,0 0-46 15,0 0-20-15,0 0-45 16,0 0-14-16,0-3-12 15,0 3-12-15,0 3 4 16,0 7 31-16,0 1 7 16,0 3 2-16,0 2-3 15,0 1-3-15,0 1 3 16,0-1-14-16,0 0-4 0,0 0-7 16,0-2-3-1,0 5-5-15,-3 2 1 0,2 1 0 16,-2 1 6-16,0 0-4 15,0-1 1-15,1-5-1 16,1-2 1-16,-1-5-9 16,2-4 5-16,0-3-5 15,0-1-4-15,0-3 2 16,0 0 5-16,-1 0-1 16,1 0 2-16,0 0-6 15,0-3 0-15,0-4-3 16,0-3-14-16,0 0-53 15,0 1-55-15,0-1-127 16,0-1-420-16</inkml:trace>
  <inkml:trace contextRef="#ctx0" brushRef="#br0" timeOffset="10215.484">26156 4461 645 0,'0'0'74'0,"0"0"68"0,0 0-65 0,0 0-46 0,0 0 10 16,0 0 5-16,-26 52-1 16,24-35-10-16,1-2-1 15,1-1-6-15,0-4-10 16,0-3-3-16,0-1-7 16,0-6-2-16,0 0 0 15,0 0 0-15,0 0 4 16,1 0 2-16,9 0 0 15,4 0-9-15,4-6-2 16,1 2 0-16,2 1-1 0,0 0 0 16,0 1 0-1,0 2 0-15,-1 0 1 0,-3 0-1 16,1 0 2-16,-3 0 4 16,0 6-3-16,-3-2 2 15,-2 4 3-15,-1-1 3 16,-3 0-3-16,0 4-1 15,-1-1 1-15,-1 0-1 16,-3 2 1-16,1 1 0 16,-2-3-3-16,0 1 0 15,0-2-3-15,0 1 3 16,0-2-4-16,-7 2 6 16,-2-3-1-16,-2 3 0 15,-4 0 3-15,0-2-6 0,-6-1 3 16,1 3-4-16,0-2 1 15,-2-1 1-15,1-2-3 16,4-2 1-16,0-1 0 16,4 0 0-16,0-2-2 15,6 0 0-15,-1 0 0 16,2-3-16-16,3-6-38 16,0-6-42-16,3-3-101 15,0-6-175-15</inkml:trace>
  <inkml:trace contextRef="#ctx0" brushRef="#br0" timeOffset="10532.592">26244 4384 443 0,'0'0'108'0,"0"0"71"16,0 0-31-16,0 0-38 15,0 0-30-15,87 1-11 16,-63-1-19-16,-2 0-10 16,2 0-15-16,-2 0-8 0,-1 0-1 15,-1 0-11-15,-1 0-3 16,-4 0-2-16,0 0 0 15,-3 0-1-15,0 2-41 16,-2 2-67-16,-2-4-112 16,3 0-464-16</inkml:trace>
  <inkml:trace contextRef="#ctx0" brushRef="#br0" timeOffset="17054.861">25303 5005 496 0,'0'0'35'0,"0"0"26"0,0 0 13 0,0 0-19 16,0 0-4-16,0 0 2 15,0 0-20-15,0 0-26 16,-7 3-3-16,18 1-2 15,10 4 27-15,11 1-10 16,5 1 0-16,6-1-3 16,-1-3 0-16,3 3-5 15,4-6 2-15,-1 1 1 16,5 0-3-16,-3-3 0 16,0-1-2-16,-5 0 4 15,0 0 1-15,-3 0-2 0,4 0 2 16,0 0-7-16,3 0 2 15,3-2-1-15,-1-3-4 16,1 3 0-16,-3 0 1 16,-5 2 0-16,-4 0 1 15,-5 0 1-15,-7 0 1 16,-6 0 3-16,-5 0-4 16,-7 0-2-16,-4 2-2 15,-3-2 0-15,-1 0-3 16,-2 0 3-16,0 0-2 15,0 0 1-15,0 0-2 16,0 0-4-16,0 0-6 0,-6 0-18 16,-14 0-34-16,-8 0-68 15,-11-2-61-15,-9-5-191 16</inkml:trace>
  <inkml:trace contextRef="#ctx0" brushRef="#br0" timeOffset="17640.184">25442 5048 204 0,'0'0'64'0,"0"0"-49"0,0 0 62 0,0 0-5 15,0 0-10-15,0 0 1 16,59 18-8-16,-44-14-13 15,2 0 14-15,2-3-11 0,4 3 9 16,6-4-9 0,10 0-4-16,6 3-19 0,1-3 4 15,-1 0-9-15,-2 2-3 16,2-1-4-16,-6-1 1 16,0 3-3-16,4-2-1 15,0-1-3-15,6 0 5 16,5 0 5-16,0 0-6 15,1 0 1-15,0 0-3 16,-1 0-1-16,-8 0-5 16,-3 0 3-16,-6 0-2 15,-4 0 1-15,-4 0-1 16,-10 3 0-16,-3 0-1 0,-8-1 0 16,-6 0 0-1,-2-2 0-15,0 3-5 0,0-3-7 16,0 0-33-16,-16 0-29 15,-7 0 36-15,-10 0-139 16,-9-5-95-16</inkml:trace>
  <inkml:trace contextRef="#ctx0" brushRef="#br0" timeOffset="18203.542">25434 5054 199 0,'0'0'128'0,"0"0"-53"0,0 0 37 0,0 0-64 15,0 0-18-15,0 0-3 16,17 9 4-16,-4-6 9 16,-1 1 1-16,9 0 8 15,4 1 4-15,6-5-1 16,4 3-5-16,5-1-12 16,6-2-10-16,-1 0 0 0,1 0 3 15,4 0-9-15,2 0-6 16,4-9-6-16,7 4 12 15,3-5-6-15,1 3-3 16,2 2 5-16,-5-3-8 16,1 5-2-16,-9-2 3 15,-4 5-3-15,-9 0-3 16,-7 0 4-16,-10 0-4 16,-7 0-2-16,-6 0 2 15,-4 0-1-15,-5 0 0 16,0 3 1-16,-4-2-2 15,0 0 5-15,0-1-4 0,0 0 3 16,0 0 0-16,0 0 1 16,0 0-3-16,0 0-2 15,0 0-12-15,-2 0-43 16,-16 0-51-16,-7 0-90 16,-17-1-177-16</inkml:trace>
  <inkml:trace contextRef="#ctx0" brushRef="#br0" timeOffset="18635.572">25542 5082 272 0,'0'0'96'0,"0"0"-25"0,0 0-14 15,0 0 9-15,0 0-25 16,0 0 1-16,79 3 1 16,-46 0 0-16,7-2-1 15,9 1 7-15,9-2 3 16,3 0-12-16,5 0-8 15,1 0 1-15,0 0-2 16,-1 0-16-16,-5 0-3 0,-4 0-5 16,-7 0 5-16,-6 0-1 15,-8 0-2-15,-6-3 3 16,-11 0-3-16,-7-3 1 16,-5 6-3-16,-7-4 5 15,0 2-1-15,0-1-11 16,0-3-9-16,-12 1-45 15,-13-2-40-15,-11-2-73 16,-9-2-179-16</inkml:trace>
  <inkml:trace contextRef="#ctx0" brushRef="#br0" timeOffset="19258.101">25345 5037 295 0,'0'0'40'0,"0"0"87"0,0 0-13 0,0 0-29 15,0 0-5-15,0 0-12 16,45 9-16-16,-31-6-13 16,-2 0-10-16,3-1 2 15,0 3 8-15,3-1-8 16,6-1-4-16,4-1 2 0,6-2 1 16,7 0 3-1,2 0-11-15,6 0-4 16,0-4 6-16,-5-1-1 0,-4-1-8 15,-5 2-2-15,-4 0-1 16,-6 1-2-16,-3 0-2 16,-5 0-1-16,-2 3-6 15,-6 0 0-15,1 0 0 16,-4 0-1-16,-1 0-1 16,-2 0-1-16,-2 0-3 15,-1 0-5-15,0 0-27 16,0 0-53-16,-4 0-20 15,-14 0 14-15,-9 0-126 16,-7 0-138-16</inkml:trace>
  <inkml:trace contextRef="#ctx0" brushRef="#br0" timeOffset="19522.813">25230 5042 272 0,'0'0'141'0,"0"0"-56"0,0 0 73 0,0 0-31 15,115 37-26-15,-63-37-24 16,3 3-21-16,12-3-35 15,0 0-14-15,10-3-7 16,9-6-54-16,5-12-215 16</inkml:trace>
  <inkml:trace contextRef="#ctx0" brushRef="#br0" timeOffset="39651.854">25900 5221 585 0,'0'0'20'0,"0"0"101"16,0 0-20-16,0 0-22 15,0 0-24-15,0 0-37 16,0 0-18-16,0 3 8 16,0 18 20-16,0 5 12 15,6 6-1-15,1 1-1 16,2 7-5-16,0 2-2 15,-1 2-1-15,2 1-16 16,-3 3 0-16,1 0-4 16,-2-2 3-16,-2-2 4 0,4-1-3 15,-5 2-6-15,0-6-4 16,-2-4 3-16,-1-5-5 16,0-5 0-16,0-4-1 15,0-7 0-15,0-5-1 16,0-6 0-16,0 0-18 15,0-3-30-15,0 0 4 16,0-14-84-16,0-9-95 16,-4-5-141-16</inkml:trace>
  <inkml:trace contextRef="#ctx0" brushRef="#br0" timeOffset="39928.816">25761 5753 474 0,'0'0'91'0,"0"0"-67"15,0 0 92-15,0 0-18 16,0 0-16-16,21 73-18 16,0-53-9-16,1-5-6 15,1 1-22-15,0-2-5 16,0 0 0-16,-2-1-12 15,-2-2-1-15,-3 1-9 0,-4-4 3 16,-1 0-3 0,1 0-2-16,0-3-36 0,-2-4-46 15,7-1-117-15,-4 0-177 16</inkml:trace>
  <inkml:trace contextRef="#ctx0" brushRef="#br0" timeOffset="40162.829">26215 5754 689 0,'0'0'93'15,"0"0"71"-15,0 0-79 16,0 0-34-16,0 0 2 0,0 0 10 16,-91 75-20-1,78-44-9-15,2-3-11 0,0-2-6 16,1-2-9-16,0-5-3 15,2 1-3-15,-1-3-2 16,1-4-25-16,-3-4-64 16,-5-7-163-16,-6-2-545 15</inkml:trace>
  <inkml:trace contextRef="#ctx0" brushRef="#br0" timeOffset="41151.844">23789 6650 536 0,'0'0'78'0,"0"0"59"0,0 0 6 15,34-87-50-15,-33 70-29 16,-1 2-15-16,0 2 4 15,0 7-28-15,-16 5-22 0,-9 1 14 16,-8 1-13-16,-5 18 0 16,1 7-3-16,4 5-1 15,3 4 1-15,8 1-1 16,10-2 0-16,10-4 0 16,2-4 0-16,7-7-3 15,18-3 3-15,1-6 6 16,3 0-1-16,1-4-1 15,-3-2-1-15,-5 2 1 16,-7-4-4-16,0 1 0 16,-6 3-1-16,-7-1 0 15,1 5-1-15,-3 3 2 16,0 1 13-16,-8 2 2 16,-13-1-1-16,-1 1 0 15,-4-2-10-15,-2 0-3 0,0-4 1 16,1-1-1-16,5-8 1 15,4-1-2-15,1 0 0 16,5 0-1-16,2 0-3 16,0-9 4-16,5-3-1 15,3-6-1-15,2 3-8 16,0-6-6-16,11 0-22 16,13 0 9-16,6-1 8 15,1 4-5-15,3 0 10 16,-1 7 7-16,-3-1 7 15,-2 4 2-15,-4 0 0 16,0 6-1-16,-7 2-1 0,-1 0-1 16,-1 4-2-16,-2 12 5 15,2 0 0-15,-2 3 1 16,1 1 8-16,-1-1 6 16,-1 0 6-16,-3 1 10 15,-1-3-16-15,-2-6-5 16,-5-4-5-16,2-3-4 15,-1-1-1-15,-2-3-40 16,0 0-50-16,0-7-139 16,0-10-579-16</inkml:trace>
  <inkml:trace contextRef="#ctx0" brushRef="#br0" timeOffset="41311.574">24008 6660 436 0,'0'0'341'0,"0"0"-179"0,0 0-49 0,0 0-96 16,0 0-17-16,0 0-88 15,48-6 21-15,-12 6-180 16,-2 2-176-16</inkml:trace>
  <inkml:trace contextRef="#ctx0" brushRef="#br0" timeOffset="41923.771">24290 6640 155 0,'0'0'435'15,"0"0"-211"-15,0 0-28 0,0 0-64 16,0 0-43-16,0 0-49 16,-45-18-24-16,26 35 1 15,-1 4 0-15,3 3 0 16,6 2-8-16,8-2-6 16,3 1 0-16,0-4-2 15,0-7-1-15,6-1 0 16,7-6-6-16,1-6-16 15,5-1-6-15,2 0-10 16,3-8-11-16,-3-9-20 16,-6-3 6-16,1-1 3 15,-5 3 7-15,-8 2 10 16,1 7 17-16,-4 3 19 0,0 6 7 16,0 0 16-1,0 0-13-15,0 14 49 0,0 8-20 16,-4 5 10-16,2 4-13 15,-1 10-14-15,2 7 8 16,1 8 8-16,0 8 19 16,0 5 15-16,3-1-38 15,4-2 0-15,0-8-9 16,1-1-1-16,-2-7-9 16,-1-3 0-16,-2-9 0 15,-3-8-2-15,0-3 0 16,0-11 1-16,-3-5-2 15,-7-3 3-15,-2-8-3 16,-2 0 1-16,-1 0-2 0,-2-15-2 16,4-1 0-16,-3-7 0 15,0-3-2-15,-1-3 0 16,0-1-1-16,2-1 0 16,5-1 1-16,-2 2 0 15,6 2 2-15,6-1-1 16,0 3-1-16,0-1 1 15,6-2-1-15,12 1 0 16,7-5-3-16,9 5 2 16,7-4-33-16,11 3-82 15,8-2-158-15,2 0-449 16</inkml:trace>
  <inkml:trace contextRef="#ctx0" brushRef="#br0" timeOffset="42336.728">25149 6536 715 0,'0'0'65'0,"0"0"39"0,0 0-19 16,-40-80-19-16,34 67-30 15,1 3-16-15,-2 4-3 16,2 2-1-16,-3 4-11 15,-1 0 1-15,-2 1 3 0,-4 15 12 16,5 4 0-16,-3 4-6 16,2 4 9-16,0 6 13 15,4 1-3-15,3 2 3 16,2 6-1-16,-1-1-8 16,3 0-2-16,0-3 2 15,0-1-14-15,0 2 3 16,0-2-5-16,0-3-4 15,0-2-4-15,0-5-2 16,3-6 0-16,0-4-2 16,3-7-1-16,-3-7-6 15,-2-1-22-15,2-3-14 16,-1 0-8-16,1-16-44 0,-3-8-45 16,0-5-63-1,0 1-211-15</inkml:trace>
  <inkml:trace contextRef="#ctx0" brushRef="#br0" timeOffset="42696.865">24903 6820 399 0,'0'0'112'16,"0"0"-12"-16,0 0-29 15,91-27-32-15,-58 22-25 16,1-3-11-16,-1 1-3 15,-2 1 0-15,-5-1-17 16,-8 0 12-16,-2 0 5 0,-5 0 4 16,-4 2 9-16,0-1 21 15,-4 3 48-15,-1-1-7 16,-2 3-7-16,3 1-8 16,-2 0-31-16,4 0-16 15,-1 8 37-15,2 7 7 16,-4 4-18-16,2 2 18 15,-4 3-5-15,0 0-25 16,0 3-10-16,0 0-10 16,0-1-3-16,-9-2-3 15,3-1-1-15,0-6-34 16,5-7-81-16,-2-5-98 16,-2-5-173-16</inkml:trace>
  <inkml:trace contextRef="#ctx0" brushRef="#br0" timeOffset="43424.693">25365 6632 751 0,'0'0'35'0,"0"0"80"16,0 0-60-16,0 0-30 15,0 0-25-15,0 0-43 16,87-15-69-16,-63 15-87 15,-6 0-2-15,-6 0 72 0,-8 0 129 16,-4 0 139-16,0 0 73 16,-15 4-51-16,-8 4-55 15,-3 3 6-15,1 6-45 16,1 3-12-16,5 1-13 16,11 1-20-16,5-3-6 15,3-1-2-15,0-2-6 16,15-3 0-16,3-6-5 15,0-6 2-15,1-1-5 16,3 0-13-16,-5-4-38 16,-1-13-23-16,-2-3 11 15,-4-5 1-15,-2 1 16 16,-1-2 21-16,-2 4 16 0,-2 5 9 16,-2 5 1-1,1 6 11-15,-2 3 42 0,0 3 11 16,0 0-34-16,0 10-29 15,0 11 28-15,0 10 1 16,-2 7-5-16,-2 8 3 16,-1 7-11-16,5 3-9 15,0 4 19-15,0 0 13 16,0-3-1-16,3-5-6 16,5-4-14-16,0-8 5 15,-5-2-8-15,2-7-5 16,-4-2-5-16,-1-6-7 15,0-3 3-15,0-5 0 16,-3-5-2-16,-6-2 1 0,-2-5 3 16,-3-2-1-16,-2-1-2 15,2 0 1-15,-2-4-2 16,2-8 1-16,1-5-1 16,1-4 1-16,2-7 0 15,2-1 2-15,4-4 9 16,4-6-5-16,0-3-2 15,0-4-1-15,16 0-4 16,2 2-1-16,8 1 0 16,5 3-8-16,8 5-46 15,7 4-88-15,4 4-202 16</inkml:trace>
  <inkml:trace contextRef="#ctx0" brushRef="#br0" timeOffset="43776.464">26011 6809 83 0,'0'0'751'0,"0"0"-673"15,0 0 60-15,0 0-55 16,0 0-30-16,0 0-43 15,-41 9 44-15,88-6 1 0,15-2-23 16,9-1-14-16,7 0-6 16,4 0 0-16,0-1 1 15,-6-6-6-15,-6 0-4 16,-13-1 2-16,-14 2-4 16,-13 1 0-16,-13 0 0 15,-9 1 2-15,-8-1 3 16,0-1-6-16,-4 1-38 15,-15-1-53-15,-4 1-13 16,2-2-69-16,3-2-137 16,8-2-232-16</inkml:trace>
  <inkml:trace contextRef="#ctx0" brushRef="#br0" timeOffset="44039.359">26549 6671 561 0,'0'0'113'16,"0"0"83"-16,0 0-74 15,0 0-35-15,0 0-58 16,0 0-13-16,-21 5 13 16,40 5 12-16,5 1-11 15,3-1-19-15,-5 0-8 16,-1 0 3-16,-6 1-6 16,-5-2 2-16,-6 3-2 15,-4 2 0-15,0 2 2 16,-18 4 6-16,-5-1 5 0,-2 1-4 15,0 0-7 1,1 1-1-16,6-1-1 0,6-1-48 16,7-5-111-16,5-7-267 15</inkml:trace>
  <inkml:trace contextRef="#ctx0" brushRef="#br0" timeOffset="44632.793">27062 6556 573 0,'0'0'58'0,"0"0"76"15,0 0-15-15,88-31-36 16,-67 31-28-16,1 0-14 15,-4 7-5-15,-8 7-6 16,0 5-5-16,-9 1-11 16,-1 3-1-16,-1-2-4 15,-16-1-1-15,-5-2-4 16,-2-4-1-16,3-1 0 16,6-4 2-16,6-4-4 15,4-2 0-15,5-3 0 16,0 0-2-16,0 0 0 15,2 0 1-15,12 0 3 0,6 0-1 16,0-1-4-16,2-3 1 16,2 2 1-16,-2 2 0 15,-1 0 1-15,2 0-1 16,-4 0 5-16,-4 9 1 16,0 0-2-16,-6 3 2 15,-3 0 6-15,-2 1 1 16,-2 1 8-16,-2 2 2 15,0-1 5-15,0 2 1 16,0-2-2-16,-5 0-7 16,-7-1-1-16,-4-3-1 15,-4 1-10-15,-3-4 1 16,-3 0-4-16,-2-1-1 0,0-1-4 16,-1-1 1-1,3-3-2-15,3-2-2 0,2 0-15 16,11 0-33-16,6-7-60 15,4-10-49-15,7-8-157 16</inkml:trace>
  <inkml:trace contextRef="#ctx0" brushRef="#br0" timeOffset="45384.619">27511 6288 136 0,'0'0'429'0,"0"0"-213"0,-39-78-83 0,26 59-60 0,-5 3-21 15,-1 4-17-15,-1 2-6 16,-4 5-1-16,-3 5-9 16,-5 0-8-16,-6 0-3 15,-1 15 7-15,-2 7-8 16,-1 4 0-16,-3 4 2 15,0 2-2-15,-2 2 3 16,0 3-3-16,5-2-2 16,5 2 0-16,6 1-3 15,7-1 0-15,6 1-1 16,6 1 1-16,5 1-1 16,5 1 2-16,2 0-3 15,0 0 3-15,0-2-2 0,0 0 0 16,9-2 0-16,5 2 0 15,3-4-1-15,5 1 1 16,6-7 2-16,3-1 0 16,4-6-3-16,5-3 0 15,-6-1 0-15,-1-6-5 16,-5-1 3-16,0-3 0 16,-2-2 2-16,1-3 0 15,0-3 0-15,3 0 0 16,2 0 1-16,3-2-1 15,2-7 0-15,0-2 0 0,4-1 1 16,1-5-1-16,2 1-1 16,-1-4 0-16,3-2-3 15,-5-3 1-15,-2-2-2 16,-1-4 1-16,-5-1 4 16,-5-4 2-16,-3-1-1 15,-5 1 10-15,-2-3 4 16,-4 2 11-16,-5 0 26 15,-1 2-13-15,-3 1-10 16,-4 7 5-16,-1 2-8 16,0 1-12-16,-1 1 3 15,-11 0-5-15,-1 2 0 16,-5 1-5-16,-5 1-4 0,0 1-2 16,-6 4-1-1,-2 1 0-15,-4 1-3 0,0 2-9 16,-5 2-23-1,-1-2-25-15,-2-5-87 0,-8-12-184 16</inkml:trace>
  <inkml:trace contextRef="#ctx0" brushRef="#br0" timeOffset="50595.556">6025 9726 570 0,'0'0'3'0,"-86"-107"28"0,37 59 55 0,-6 5-8 0,-5 4 21 16,-7 1-32-16,-3 7-30 15,-5 3-4-15,-1 1-9 16,7 2-3-16,2 6-10 16,1 1 5-16,-3 5 3 15,0 6-3-15,-1 5 1 16,-3 2 18-16,1 6-26 15,0 17-6-15,2 4-2 16,2 8 4-16,10 5-2 16,2 8-3-16,4 3 1 0,6 12 0 15,4 6 2-15,5 7-2 16,1 12 1-16,15-1 12 16,9 8-5-16,12 1-7 15,0-2 4-15,18 1 2 16,9-5-8-16,4-2 1 15,8-11 3-15,12-5 2 16,10-11 0-16,15-6-2 16,12-7 3-16,5-6-2 15,8 0-3-15,-4-12-2 16,0-1 0-16,-2 0 1 16,-1-6 4-16,2-4-4 0,-4-4 4 15,2-5-5-15,-4-6 0 16,-4-4 0-16,2 0 1 15,2-7-1-15,-1-10 1 16,-5-6-1-16,-5-2 1 16,-6-3-1-16,-7-2 2 15,4-2-1-15,-9-4 0 16,-7-1 1-16,-2-3-1 16,-3-4 0-16,-4-3 1 15,-6-4 0-15,1-11-1 16,-9-1 8-16,-11-6 2 15,-2-4-4-15,-14 0 1 16,-4 1-1-16,-1-1 5 0,-20 3-4 16,-7 5 3-1,-4 2 2-15,-5 4-10 0,-2 5 2 16,-7 1 4-16,-2 1-3 16,-4 4-1-16,-5 0-3 15,-2 5 7-15,-4 3-3 16,-4 3-4-16,-5 3 0 15,-7 4 1-15,-5 5-1 16,-4 4 0-16,0 4-1 16,2 6-1-16,1 1 3 15,4 5-1-15,5 5-2 16,9 0 0-16,6 0-10 0,9 19-46 16,7 6-37-1,0 12-55-15,0 0-166 0</inkml:trace>
  <inkml:trace contextRef="#ctx0" brushRef="#br0" timeOffset="61038.647">9578 9981 464 0,'0'0'3'0,"-51"-73"-3"0,15 40 21 15,-10 0 26-15,-8 5-4 16,-2 3-5-16,-5 1 0 16,-4 8-13-16,3 0 2 15,-7 7 4-15,-5 4-4 16,-6 5-3-16,-5 0-17 16,-3 5 3-16,-1 13 4 15,5 5-6-15,1 6-3 16,5 6 2-16,8 4-5 0,6 10 0 15,6 8 7-15,0 9 10 16,1 16 0-16,6 18 8 16,6 9-1-16,16 3-11 15,18-6-5-15,11-16-7 16,28-12-3-16,35-12 8 16,19-10 5-16,15-12 3 15,6-2-7-15,3-12-2 16,-3-4-5-16,-3-9 1 15,-5-7-3-15,1-10 4 0,-2 0 1 16,7 0-2 0,-5-14-2-16,4-11 1 0,0-7 2 15,-5-7-2-15,-1-9-2 16,-9-6 0-16,-6-5 1 16,-9-3-1-16,-10-1 3 15,-12-1-3-15,-14-5 3 16,-11-2-1-16,-15-4 2 15,-8 0-2-15,-8 5 7 16,-21-1-1-16,-11 4 1 16,-11 2-1-16,-4 5 7 15,-12 6-2-15,4 7 5 16,-5 3-2-16,-7 9-6 16,2 5-2-16,1 5-2 15,2 4 1-15,4 3-5 0,-2 9-1 16,1 4-1-16,3 5 0 15,2 0 0-15,9 6 0 16,5 18-2-16,9 15-88 16,-1 4-58-16,-5 2-228 15</inkml:trace>
  <inkml:trace contextRef="#ctx0" brushRef="#br0" timeOffset="64099.337">4975 12275 484 0,'0'0'11'0,"0"0"-5"0,0 0-5 0,0 0 12 16,0 0 21-16,0 0 4 16,0 0-5-16,0 0 37 15,48 21-17-15,34-21-20 16,10 0-19-16,10-9 1 16,13-6 3-16,4-2 8 15,3-2-12-15,4-1-5 0,-4 1 2 16,0 1-6-1,-14 6-4-15,-12 2 7 0,-16 2-6 16,-16 3 0-16,-13 3-2 16,-20 2 2-16,-10 0-2 15,-11 0-2-15,-7 0-11 16,-3 0-15-16,0 6 2 16,-20 6 0-16,-12 0-78 15,-11-1-53-15,-15 0-181 16</inkml:trace>
  <inkml:trace contextRef="#ctx0" brushRef="#br0" timeOffset="64450.166">5296 12441 23 0,'0'0'505'15,"0"0"-502"-15,0 0-3 16,91-2 6-16,-28-11 2 16,10-2 22-16,16-4 9 15,4-1 2-15,4-1 8 16,1 2-6-16,-7-4-4 16,-1 6-2-16,-8 0-4 15,-8 0-8-15,-7 3-5 16,-10 2-7-16,-6 0 1 0,-12 3-2 15,-9 4-6-15,-11 2-4 16,-8 1-1-16,-4 2-1 16,-6 0 0-16,1 0-8 15,-2 5 5-15,0 9-7 16,0 6-70-16,0 0-130 16,-18-5-157-16</inkml:trace>
  <inkml:trace contextRef="#ctx0" brushRef="#br0" timeOffset="71018.095">10685 11152 674 0,'0'0'9'16,"-135"-91"-9"-16,67 51 17 0,-1 3 2 15,-5 2 3-15,-2 6 9 16,-7 7-13-16,-2 6 3 16,-7 9-5-16,-4 7 1 15,-12 3-1-15,-1 21 7 16,-11 14-15-16,-2 7 1 15,9 9-5-15,7 6 5 16,10 5-2-16,14 9 1 0,15 5-2 16,10 8-2-1,14 10 4-15,24 5 11 0,14 4-2 16,5 1 2-16,30 2-2 16,16-2 3-16,14-11-10 15,12-13-6-15,19-14 10 16,13-12-12-16,12-12 0 15,16-15 2-15,5-9-1 16,5-14-3-16,-2-7 4 16,-1 0-2-16,-11-19 1 15,-12-8-2-15,-5-7 0 16,-4-11 3-16,-5-9-2 0,0-8-1 16,-15-5-1-1,-8-7 0-15,-12-11 0 0,-10-5 2 16,-17-9-2-16,-13-3 1 15,-14-7 0-15,-13 3-1 16,0 3 1-16,-16 5 1 16,-14 15 0-16,-4 3-2 15,-3 5 4-15,-9 5 5 16,-2 8 2-16,-11 8 1 16,-8 4-5-16,-13 11-5 15,-13 10 0-15,-2 11-2 16,-14 15-1-16,-8 4-1 15,-15 33-2-15,-9 22-36 16,-5 18-74-16,-15 9-190 16</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07:08.204"/>
    </inkml:context>
    <inkml:brush xml:id="br0">
      <inkml:brushProperty name="width" value="0.05292" units="cm"/>
      <inkml:brushProperty name="height" value="0.05292" units="cm"/>
      <inkml:brushProperty name="color" value="#FFC000"/>
    </inkml:brush>
  </inkml:definitions>
  <inkml:trace contextRef="#ctx0" brushRef="#br0">19460 4555 504 0,'0'0'10'0,"0"0"25"0,0 0 33 0,-91-3-9 15,82 3-10-15,6 0-2 0,3 0-14 16,0 0-33-16,0 0 10 16,14 0-10-16,13 4 36 15,12 6 6-15,10-4-2 16,5-4-18-16,5 1-15 16,8-3 0-16,3 0-6 15,5 0 4-15,1-5-4 16,-4 2 3-16,-3-2-3 15,-7 1 0-15,-7 4-1 16,0 0 1-16,-8 0 0 0,-4 0 1 16,-7 0-2-1,-6 0 0-15,-8 3-9 0,-9 0-17 16,-2-3-16-16,-7 3-21 16,-2-3-52-16,-2 0-3 15,0 0 50-15,0-3-110 16</inkml:trace>
  <inkml:trace contextRef="#ctx0" brushRef="#br0" timeOffset="446.374">20284 4418 471 0,'0'0'50'15,"0"0"56"-15,0 0-28 16,0 0-50-16,0 0-24 15,0 0 13-15,23 18 17 0,-4-5 0 16,5-1-6-16,-3 0-12 16,-1-1-7-16,3-5 4 15,-5 0-2-15,3-2-6 16,-7-1-1-16,-3-2 0 16,-2 1-4-16,-7-2 2 15,-2 0-2-15,0 0 0 16,0 2 0-16,0 3 0 15,0 3 26-15,-3 7 13 16,-11 4-11-16,-4 2 11 16,1 3-4-16,0 3-7 0,-1 1 7 15,3 2-6-15,-6-2 1 16,6 0-3-16,-4-2-5 16,4-7-7-16,0-2-2 15,4-3-4-15,5-2-7 16,2-4-1-16,0-4 4 15,2-1-5-15,2-3-2 16,0 0-33-16,0 0-32 16,0-4-56-16,0-13-110 15,0-4-488-15</inkml:trace>
  <inkml:trace contextRef="#ctx0" brushRef="#br0" timeOffset="1710.142">21278 4314 413 0,'0'0'54'0,"0"0"29"0,0 0 0 0,97-65-12 0,-63 55-13 16,2 5-3-16,-5 5-9 16,-2 3-11-16,-9 17-4 15,1 8 1-15,-7 1-3 16,-8 7 3-16,-2-1-11 16,-4 1-10-16,0-1-2 15,-6-1-8-15,-12-3 3 16,-4-4 1-16,-7-3-5 15,4-4 1-15,-5-5 2 16,-1-3 4-16,1-10 0 16,0-2-4-16,1 0 2 15,6-4-4-15,1-9 2 0,4-2-2 16,7-2 4-16,4 0-5 16,7-2-6-16,0 4 6 15,4 0 5-15,16 2 1 16,5 1-6-16,0 4 1 15,5 2-1-15,-1 3 1 16,-1 3 0-16,-3 0-1 16,3 0 1-16,-5 7-1 15,-4 6 2-15,2 0 3 16,-7 3-4-16,0-1 5 16,-1 0-4-16,-4-2 2 15,5 3 1-15,-3-4 3 16,0 0-7-16,-1-1 2 0,-4-4 2 15,1-2-2-15,-1 0 2 16,0-2-3-16,-3-3 4 16,3 0-6-16,3 0-15 15,3-10-44-15,3-8-120 16,1-7-269-16</inkml:trace>
  <inkml:trace contextRef="#ctx0" brushRef="#br0" timeOffset="2155.924">21969 4099 336 0,'0'0'141'0,"0"0"-29"0,0 0-20 16,0 0-52-16,0 0-3 16,0 0 59-16,-2 51-7 15,7-26-40-15,2 3 13 0,-1 5 1 16,0-3-14-1,0 2-20-15,-5 1 4 0,5-4-19 16,0-1-8-16,-1-2 7 16,1-4 1-16,-3-3-8 15,1-6-1-15,-1-5-2 16,-1-4 0-16,-1-3-1 16,-1-1 2-16,0 0 9 15,6-4-12-15,-2-12-1 16,1-2-74-16,-1-3-66 15,0 1-124-15,-1-2-371 16</inkml:trace>
  <inkml:trace contextRef="#ctx0" brushRef="#br0" timeOffset="2775.638">22453 4140 303 0,'0'0'110'0,"0"0"-39"16,0 0 39-16,0 0-8 15,0 0-62-15,0 0-26 16,-6-28 1-16,-4 40-11 0,0 4 2 15,0 4 10-15,1 0 14 16,4 0 1-16,-1 3-2 16,6-2 0-16,0-2-16 15,0 0-7-15,0-3-5 16,10-2 14-16,0 0-11 16,3-4-2-16,3 0 1 15,-3-1-1-15,7-4 3 16,-1-1-1-16,2-2-1 15,3-2 1-15,1 0-4 16,2 0 4-16,0-10-4 16,-3-1 1-16,-2-3 5 0,-3-1-3 15,-7 1 0-15,-1-2 1 16,-4 3 13-16,-7-4 13 16,0 1 4-16,0-1-4 15,0-1-3-15,0 4-3 16,-8-2-7-16,-3 1-6 15,-3 1-2-15,-2 2-4 16,-2-1-1-16,2 4-2 16,-3-1-1-16,-1 3-1 15,2 3 3-15,-1 0-1 16,2 4-2-16,0 0 0 16,1 0-1-16,7 0 2 15,-1 0-2-15,10 0-20 16,0 0-70-16,0 5-52 15,10-2-132-15,7-3-129 0</inkml:trace>
  <inkml:trace contextRef="#ctx0" brushRef="#br0" timeOffset="3444.549">23063 3934 442 0,'0'0'226'0,"0"0"-153"0,0 0-25 0,0 0-6 16,0 0 32-16,0 0-30 16,-3 91-6-16,9-66-15 15,1-4-11-15,-3 0-2 16,-2-4-5-16,3-3-2 15,-3-3-1-15,1-2 1 16,-2-6-2-16,-1 1 1 16,2-4 2-16,-2 0-3 15,1 0 9-15,-1 0 8 16,3 0-5-16,-1-4-8 16,2-5-4-16,2 3 1 15,6-1-1-15,-1 0 0 16,5 1-1-16,4 0 2 0,2 0-1 15,3 0 3 1,0 2-4-16,1 2 1 0,-7 2 3 16,4 0 0-16,-7 0 3 15,-3 0-1-15,0 4 1 16,-7 4 0-16,4 2 0 16,-4 1-1-16,-2 3-4 15,-1-4 6-15,-1 3 2 16,-2-3 3-16,0 4-2 15,0-3-1-15,0 0 0 16,0-1-2-16,0 1-1 16,0-1-1-16,-9 0-2 0,-3-1 7 15,-2-1-7-15,-1 0 5 16,-5-2-3-16,-1 1-4 16,-4-1-1-16,-1-1 2 15,-2 0-1-15,4-1 0 16,0-4-1-16,5 0-1 15,7 0 0-15,1 0-3 16,6 0-16-16,-2-7-21 16,7-6-57-16,0-3-43 15,6-6-218-15</inkml:trace>
  <inkml:trace contextRef="#ctx0" brushRef="#br0" timeOffset="3664.623">23128 3855 686 0,'0'0'26'0,"0"0"50"0,0 0 8 0,0 0-23 16,120 4-46-16,-78-4-8 15,1-4-7-15,-4-2-51 16,-4-2-213-16</inkml:trace>
  <inkml:trace contextRef="#ctx0" brushRef="#br0" timeOffset="4397.064">23799 3745 494 0,'0'0'106'0,"0"0"41"16,0 0-61-16,0 0-34 16,0 0-22-16,95-23-10 15,-72 28-7-15,-5 10-3 16,-3 2-4-16,-6 4-1 15,-6-1-2-15,-3-1 0 16,0 1 0-16,0-2 3 16,-14-2 13-16,-4-2-18 0,3-2 5 15,-1-4 0-15,7-5-6 16,3-3-3-16,2 3-2 16,4-3 5-16,0 0 0 15,0 0 6-15,0 0-6 16,14-3 0-16,5 0 1 15,3 2 0-15,0 1 0 16,2 0 1-16,-3 0 1 16,-2 0 0-16,-1 7 0 15,-6 3 0-15,3 1 1 16,-3 0-2-16,-4 5 9 16,-2-1-3-16,-2 1 9 15,0-2 6-15,-4 4-3 16,0-4 5-16,0 2 5 0,0-2 7 15,0-1-9-15,-5-2-14 16,-4-1 5-16,-4 0-1 16,-1-1-2-16,-4-1 7 15,-2-3-5-15,0 1-1 16,-7-2-4-16,4-2-6 16,-4-2-3-16,2 0 1 15,-2 0-2-15,-1 0-3 16,-3-3-28-16,-1-11-127 15,1-10-345-15</inkml:trace>
  <inkml:trace contextRef="#ctx0" brushRef="#br0" timeOffset="8108.066">21230 4834 313 0,'0'0'66'0,"0"0"0"0,0 0-21 16,0 0-3-16,0 0 3 15,0 0 3-15,0 0-14 16,-12-13-1-16,12 10-10 16,0 2-5-16,0 1-2 15,0 0-5-15,0 0-5 0,4 0 3 16,11 0-3-16,3 0 19 15,5 0 10 1,2-1-10-16,0-2 4 16,4-3-4-16,5 1-2 0,0 0-8 15,5-3-1-15,-3 1 3 16,0 2-5-16,-3-1-3 16,-3 2-3-16,-4 1 3 15,1 0-4-15,-3-1 4 16,0-1-5-16,-2 5 6 15,8-5-4-15,3 2 5 16,4-3 2-16,2-1-1 0,-2-1 1 16,4 1 1-1,-4-3 0-15,-3 2 1 0,-10 0 0 16,2 0-11-16,-10 5 4 16,-4 0-6-16,-2 2-2 15,-2-2 0-15,-1 1 2 16,1 0 0-16,2-4 0 15,-4 6 0-15,-3-2-2 16,0 1 3-16,-3-2-3 16,1 3 5-16,-1-1-1 15,0 1-4-15,0 0-3 16,0 0-50-16,-13 0-77 16,-20 0-99-16,-15 0-310 0</inkml:trace>
  <inkml:trace contextRef="#ctx0" brushRef="#br0" timeOffset="8833.57">21152 4886 139 0,'0'0'63'0,"0"0"-54"0,0 0 64 16,0 0 43-16,0 0-53 15,0 0-21-15,94 6 4 16,-67-3 6-16,4-1 9 15,4-1-4-15,4-1-11 16,1 0-11-16,2 0-2 16,-2 0-15-16,6 0 1 15,0 0-3-15,-1 0-5 16,5-9 4-16,-6 4-3 16,-1-5 1-16,-2 0-1 15,-3 4 1-15,3 0 1 0,-7-2 3 16,-1 2 3-1,-5 0 0-15,-4 3-6 0,-4-1-1 16,-4 2-2-16,-4-3 0 16,-3 5-2-16,-2-1-4 15,-1 1 3-15,-1 0 1 16,-2 0 0-16,0 0-5 16,1 0 1-16,-3 0-2 15,1 0 2-15,-2 0 0 16,2 0 0-16,-2 0-1 15,0 0 0-15,0 0 2 16,0 0-1-16,0 0 8 0,0 0-3 16,0 0 4-1,0 0 1-15,0 0-3 0,0 0-2 16,0 0-2-16,0 0-2 16,0 0-2-16,0 0-2 15,0 0 3-15,0 0-4 16,0 0 2-16,0 0 1 15,0 0 1-15,0 0-3 16,0 0 2-16,0 0-2 16,0 0-2-16,0 0-11 15,-12-6-55-15,-5-3-76 16,-2-4-301-16</inkml:trace>
  <inkml:trace contextRef="#ctx0" brushRef="#br0" timeOffset="9664.814">23244 4559 424 0,'0'0'72'0,"0"0"-56"0,0 0 54 0,0 0 7 0,0 0 8 15,0 0-23-15,106 20-10 16,-55-20-16-16,10-3-13 16,9-13-2-16,6-1-2 15,3-2 1-15,-1-2-8 16,-4 2-2-16,0-1-1 15,-8 4 7-15,-4 2-4 16,-7-1 1-16,-1 3 3 16,-8-1 1-16,-6 4-6 15,-4 3-1-15,-8 0-2 0,-5 2-3 16,-8 2-1-16,-5-1-2 16,-9 2-4-16,2 1 2 15,-3 0-14-15,0 0-16 16,-3 0-36-16,-19 0 28 15,-8 4-67-15,-10 3-142 16,-11-1-180-16</inkml:trace>
  <inkml:trace contextRef="#ctx0" brushRef="#br0" timeOffset="10301.353">23505 4594 176 0,'0'0'69'0,"0"0"-52"0,0 0 18 15,0 0 19-15,0 0 24 16,0 0-20-16,42 8-14 15,-18-8-14-15,10 0-2 16,3 0 8-16,8 0 6 16,6 0 5-16,4 0-17 15,2-6-5-15,0 2-3 16,-4-4-2-16,1 3 13 0,-6-4-3 16,-1 2 1-16,-5-1 2 15,-7 1-3-15,3 0 1 16,-5-3-1-16,4 0 9 15,4 3-8-15,-4-1-3 16,5-1 4-16,-2 2-4 16,-6 1-6-16,-4 2-1 15,-9 1-5-15,-7 2-6 16,-8-1-3-16,-1 2-3 16,-5 0-2-16,0 0-1 15,0 0 5-15,0 0-6 16,0 0-3-16,0 0 3 0,0 0 4 15,0 0-4 1,0 0 0-16,0 0 1 0,0 0 0 16,0 0 3-1,0 0 0-15,0 0-2 0,0 0 1 16,0 0 3-16,0 0-4 16,0 0 2-16,-5 0-4 15,0 0-1-15,-2 0-14 16,0-1-4-16,0 1-19 15,-5-3-28-15,0 1-33 16,-4-2-61-16,-2-4-136 16,-6-3-252-16</inkml:trace>
  <inkml:trace contextRef="#ctx0" brushRef="#br0" timeOffset="12273.393">22553 4198 304 0,'0'0'102'0,"0"0"-20"0,0 0 6 15,0 0-16-15,0 0-4 0,0 0-22 16,-1-69-7-16,-4 64 1 16,1 2-14-16,-1 3-25 15,1 0 3-15,-6 0 5 16,-1 0 0-16,-1 0-3 15,-3 6-2-15,3 1 0 16,-3 5 0-16,3-2 0 16,2 1-2-16,-2 3 0 15,3 3 1-15,1-1 2 16,4 4 6-16,1 0-1 16,2 0-2-16,1 1 0 15,0 0-8-15,0-1 13 0,8 0-12 16,3-2 8-1,4-1 3-15,3-1-4 0,1-2-7 16,-1-6 9-16,6 4-8 16,1-5 8-16,2-2-7 15,0-1 2-15,0-4-4 16,3 0 1-16,1 0 1 16,-1 0-2-16,0-2 3 15,-2-6 0-15,-4-3-3 16,-5-1 0-16,-2 0 2 15,-4-1 0-15,-2-1-1 16,-5 0 0-16,-3-1 1 16,-2 1 0-16,-1 0 0 15,0-1-1-15,0 0 2 16,0 3 0-16,0 0-2 0,0-2-1 16,0 3 4-16,0-2-1 15,0 0 1-15,-6 2 3 16,-4-2 3-16,-1 3-10 15,4 2 6-15,-2 0-7 16,0 1 0-16,-3 1 0 16,0 0 1-16,-1 2 0 15,-1 0 1-15,-5-1-1 16,4 1-1-16,-4 4-1 16,2 0 1-16,-2 0-1 0,2 0-1 15,-1 0 0 1,1 7 2-16,3 1 0 0,-1-2 0 15,5 3 0 1,-1-3 0-16,-1 2 0 0,3-2-1 16,0-1 1-16,5 1 0 15,-3-1 0-15,2-1 0 16,1 6-1-16,-1-1 2 16,0-1-1-16,2 4 2 15,0 1-1-15,2-3 1 16,1 5 1-16,0-1 0 15,0 2 1-15,0 1 4 16,4-2-4-16,7 0-1 16,0-1 5-16,0-1-5 15,3-3 1-15,2-1 0 0,-1-4 3 16,4 0 0-16,4-4-1 16,-2 0 5-16,3-1-5 15,-1 0-2-15,1 0 0 16,-1 0 3-16,2 0-6 15,0-5 0-15,-4-4 0 16,2 3 3-16,-5-2-3 16,1-1 0-16,-4-2 1 15,1 0 1-15,-4-1-1 16,0-2-2-16,0 1 2 16,-3-2-1-16,-4 2 2 15,-1 0-3-15,-4-1 4 0,0 0-1 16,0-2-1-1,0 0 4-15,0 1 1 0,-7-3-2 16,-2 0 0-16,-1 5-5 16,-1-3 1-16,0 2-1 15,-2 2-1-15,-1 1 1 16,-2 3 1-16,1 0-1 16,-1 5-2-16,1 1 0 15,-1 2 0-15,-1 0 1 16,-4 0 1-16,3 2-1 15,0 6 0-15,-1 2 1 16,1-1 2-16,0 0-2 16,3 0 0-16,0-4 0 15,6 4 0-15,2-6 0 16,1 3 0-16,2-4 0 0,2 0 0 16,2-2 0-16,0 0 0 15,0 0-3-15,0 0-53 16,0 0-27-16,0 0-72 15,-3 0-218-15</inkml:trace>
  <inkml:trace contextRef="#ctx0" brushRef="#br0" timeOffset="26845.478">24918 3937 678 0,'0'0'6'0,"0"0"2"0,0 0 28 0,0 0-14 0,0 0-12 15,130-7 6-15,-64 1-8 16,8-1-4-16,4-1 3 16,8-2-4-16,-1 0 4 15,-1-2-1-15,-5 4-2 16,1-4-3-16,-6 3 0 15,-2-1 0-15,-7 0 2 16,-10-1-3-16,-3 2 0 16,-9 1 2-16,-8 1-1 15,-13-2-1-15,-7 6-2 0,-14-1-35 16,-1 0-80-16,-17-2-228 16</inkml:trace>
  <inkml:trace contextRef="#ctx0" brushRef="#br0" timeOffset="27145.605">25907 3716 268 0,'0'0'178'16,"0"0"-162"-16,0 0 32 15,0 0-22-15,0 0-10 16,0 0-5-16,94-5 15 15,-71 15-1-15,-6-1-13 0,1 2-5 16,-3 1 1-16,-6 1-1 16,-3 2-1-16,-4 8 7 15,-2 0-3-15,0 0 9 16,-2 2 1-16,-7 0-9 16,0-2-4-16,0-4-4 15,5-3 3-15,-1-3-6 16,5-3-4-16,0-9-185 15,5-1-300-15</inkml:trace>
  <inkml:trace contextRef="#ctx0" brushRef="#br0" timeOffset="27589.932">26841 3509 684 0,'0'0'46'16,"0"0"-32"-16,0 0 30 16,0 0-29-16,-91 8-13 15,72 14-2-15,7-1 2 16,6 4-4-16,6-1 0 16,0 1 2-16,12-3 0 15,7-1 5-15,8-3 6 16,0-2-6-16,1-3 6 15,-4 0-4-15,-4-4-6 0,-3 0 1 16,0-2 5 0,-5 0 2-16,-5 0 18 0,-2-2-5 15,-2 5-3-15,-3-1 6 16,0 1-11-16,0-1-1 16,0 3 7-16,-6 0-4 15,-6 0 5-15,-6 2 1 16,-3-3-3-16,-2 2-4 15,-2-1-3-15,-3-4-3 16,1 0-6-16,6-4-2 16,3-2-1-16,5-2-7 15,2 0-57-15,4-4-80 0,4-13-89 16,3-9-318 0</inkml:trace>
  <inkml:trace contextRef="#ctx0" brushRef="#br0" timeOffset="27800.2">26771 3500 685 0,'0'0'38'0,"0"0"5"16,0 0 14-16,93-39-34 15,-49 31-8-15,3-2-9 16,2-2-1-16,-1 4-5 15,-2-3-6-15,-6-1-39 16,-6 1-37-16,-8 0-120 0,-9-1-123 16</inkml:trace>
  <inkml:trace contextRef="#ctx0" brushRef="#br0" timeOffset="28407.001">27104 3225 530 0,'0'0'19'0,"0"0"129"16,-106-35-42-16,58 30-44 0,0 4-1 16,-3 1-21-16,-1 0-16 15,-1 16-6-15,-1 11-6 16,-4 12 0-16,3 8-3 15,4 9-4-15,11 6 2 16,7 9-5-16,9 0 0 16,7-3 1-16,10-5 1 15,6-1-2-15,1-3 2 16,0-2-1-16,13-5 2 16,3-4-4-16,8-6 1 15,5-5-2-15,6-7-3 16,8-7-3-16,7-3-3 15,7-8 9-15,7-6 10 0,1-6-4 16,5 0-4-16,-1-6 2 16,-6-10 0-16,-4-5-2 15,-6-3 0-15,-4-4 0 16,-6-5 3-16,0-2 15 16,-4-6 6-16,-3-2 7 15,-6-5-12-15,-6-2 14 16,-7-4-5-16,-8-4-3 15,-7-5-1-15,-2-2-5 16,-2 1-6-16,-15 11 6 16,-4 10 2-16,-3 10-1 15,-1 7-4-15,-1 6 3 0,3 3-16 16,1 2-5-16,0 4 0 16,-3 2-3-16,-5 4-3 15,-4 3 3-15,-4 2-22 16,-2 0-31-16,-5 5-46 15,-1 6-72-15,-8-7-130 16</inkml:trace>
  <inkml:trace contextRef="#ctx0" brushRef="#br0" timeOffset="32243.411">20032 6197 573 0,'0'0'7'0,"0"0"12"0,0 0 61 16,0 0-12-16,0 0-22 15,0 0-20-15,0 0-24 16,0 0 7-16,76 18 35 16,-12-15 4-16,12-1-22 15,8-2-8-15,2 0-9 16,4 0-4-16,1 0 2 15,-5-5-2-15,-8-1-4 0,-11 0 0 16,-10-1 0-16,-11 2 0 16,-9-1 4-16,-10 2-4 15,-13 1-1-15,-3-2 0 16,-11 3-8-16,0-3-10 16,0 1-35-16,0-2-48 15,-19-2-236-15</inkml:trace>
  <inkml:trace contextRef="#ctx0" brushRef="#br0" timeOffset="32618.877">20765 6057 537 0,'0'0'7'0,"0"0"-6"16,0 0 48-16,0 0 25 15,0 0-9-15,87 45-21 16,-52-40-23-16,-2 1-9 16,1-5-1-16,-3 1-4 15,-2-2-1-15,-6 0 1 16,-3 0-4-16,-5 0 2 16,-5 0-1-16,-5-2 1 15,-4 1-2-15,-1 1-2 16,0 0 0-16,0 0 14 15,-3 7-15-15,-15 12 34 16,-5 10 24-16,-4 5-22 0,-5 2-7 16,7-3-5-16,-2 0-7 15,0-1-10-15,6-5-3 16,2-2-2-16,5-4-2 16,5-6-52-16,6-3-97 15,3-10-188-15</inkml:trace>
  <inkml:trace contextRef="#ctx0" brushRef="#br0" timeOffset="37507.105">22080 5866 682 0,'0'0'7'0,"0"0"47"0,0 0-4 15,0 0-36-15,-1 75 60 16,-2-32-15-16,1 0-20 16,2 0-10-16,0-6-8 15,0-3-8-15,0-4-5 16,0-8-7-16,0-5 3 15,0-6-2-15,0-5-1 16,0-5 1-16,0-1 7 16,0 0 11-16,0-7-8 15,0-9-12-15,0 2-2 16,0-4 1-16,0 3 1 16,11 0 1-16,8 3 0 0,2 3-2 15,5 4 2-15,3 4-1 16,1 1 2-16,5 0 0 15,-3 1 3-15,-2 11 0 16,0 4-3-16,-6 2 1 16,-3 1 1-16,-8 2-2 15,-4 0-2-15,-5 3 0 16,-4 0 2-16,0 0 0 16,0-2 2-16,-7 0-1 15,-8 1 4-15,-6-2 1 16,-2-3 2-16,-2-2 0 15,-1 0 6-15,-3-1-6 16,4-7 3-16,-2-1-4 0,9-3-4 16,-3-2-1-16,1-2-2 15,7 0 0-15,-1 0 1 16,0 0-1-16,5-9-2 16,-1-3-15-16,4-5-45 15,6-5-43-15,0-3-184 16,0-6-306-16</inkml:trace>
  <inkml:trace contextRef="#ctx0" brushRef="#br0" timeOffset="37740.046">22177 5902 632 0,'0'0'7'0,"0"0"52"0,0 0 41 0,0 0-30 15,107 8-29-15,-54-10-21 16,4-6-10-16,-2-2-10 16,-5 1-38-16,-5 2-113 15,-7-1-214-15</inkml:trace>
  <inkml:trace contextRef="#ctx0" brushRef="#br0" timeOffset="38243.317">22825 6003 503 0,'0'0'29'16,"0"0"44"-16,0 0 47 16,0 0-45-16,-48 89-6 15,48-63-15-15,0-1-15 16,0 3-8-16,4-3-20 16,5-1-4-16,2-3-2 15,-1-3-1-15,1-2-1 16,-1 0 1-16,2-5 0 0,-1-2 0 15,-1-3-2-15,3-3 2 16,0-3-1-16,3 0-1 16,-1-4 9-16,6-13-9 15,-1-7 2-15,-1-3 0 16,1-6-3-16,-3 0 2 16,-2-4-2-16,-5 2 0 15,-5-2-1-15,-5 0 0 16,0 1 5-16,-3 3-5 15,-12 5 1-15,-3 3-1 0,-3 2 1 16,-2 7 1 0,-3 6-1-16,-1 4-1 0,2 1-1 15,-1 5 0-15,5 0 0 16,3 5-2-16,3 8-39 16,11 3-52-16,4-4-121 15,0-2-272-15</inkml:trace>
  <inkml:trace contextRef="#ctx0" brushRef="#br0" timeOffset="38729.984">23269 5905 632 0,'0'0'28'0,"0"0"51"0,-83 33 15 16,65-11-29-16,7 2-20 16,10 3-18-16,1 1 4 15,0 3-3-15,12-5-9 16,4-1-7-16,2-3-7 16,3 0-3-16,0-4-1 15,-4-4 3-15,5-2-4 16,-1-6-2-16,0-1-2 15,3-5-9-15,1 0 13 0,0-5 2 16,2-13-2-16,3-3 2 16,0-5-1-16,-5-3-1 15,4-3 4-15,-7-2-1 16,-8-4 0-16,-4-1 7 16,-10 2 10-16,0-4 10 15,-3 7-2-15,-11 3 0 16,-2 5-8-16,-2 8-10 15,0 6 2-15,-3 7-7 16,-1 5-5-16,-5 0-1 16,-4 7 1-16,-1 11-1 15,-2 4-5-15,4-1-37 16,12 4-35-16,3-4-36 16,12-7-162-16,3-6-401 0</inkml:trace>
  <inkml:trace contextRef="#ctx0" brushRef="#br0" timeOffset="39293.262">23907 5735 400 0,'0'0'267'0,"0"0"-140"0,0 0 7 0,0 0-52 15,0 0-37-15,0 0-42 16,28-18-1-16,-24 46 24 16,1 2-13-16,-5 10 0 15,0-2 3-15,0-1-6 16,0-4-5-16,0-3-1 15,-2-6-1-15,-7-3 2 16,0-6-4-16,5-6-1 16,-6-3-15-16,4-3-13 15,-1-3 13-15,-2 0 6 16,-1 0 4-16,1-9-6 0,5 1 8 16,2-1 2-1,-1 2 2-15,3 0-1 0,0 4 2 16,0-1-2-16,0 1 4 15,0 3 3-15,5 0-1 16,14 0-6-16,1 0 9 16,3 0-1-16,4 0-2 15,3 2-5-15,1 3 3 16,5 1-3-16,-1-2-1 16,0-2 4-16,0 1-3 15,-5-2 0-15,-5-1-1 16,-1 0-5-16,-5 0-19 0,-2 0-33 15,-5 0-53 1,-5-4-91-16,0-5-124 0</inkml:trace>
  <inkml:trace contextRef="#ctx0" brushRef="#br0" timeOffset="39600.03">24215 5735 390 0,'0'0'329'0,"0"0"-230"0,0 0 51 15,0 0-108-15,0 0-24 16,0 0 47-16,-19 56-16 16,19-24-1-16,1 4 3 0,7 2-3 15,-5 1-10-15,3-1-3 16,-5 1-4-16,-1-3-18 15,2-2-4 1,-2-1-5-16,0-3 0 0,0-3-3 16,0-4 1-16,0-4-2 15,0-10-4-15,0 0-37 16,4-8-61-16,10-1-66 16,5-7-124-16</inkml:trace>
  <inkml:trace contextRef="#ctx0" brushRef="#br0" timeOffset="40214.19">24793 5685 751 0,'0'0'46'0,"0"0"62"16,0 0-12-16,0 0-61 15,-100-46-16-15,73 46-12 16,5 4-4-16,3 13-1 15,3 2 0-15,10 5-2 16,6 2 0-16,0 2 0 16,11 0 10-16,11 1-4 15,8-2-4-15,0-2-1 16,-1-3 0-16,1 1 1 0,-3-5-1 16,-6 0 0-1,-5 1 0-15,-5-4 0 0,-8 2-1 16,-3-2 1-16,0 0 1 15,-7-1 2-15,-14-1 1 16,-3 2 2-16,-6-5-6 16,0-1-1-16,2-2-7 15,4-4-15-15,6-3 7 16,8 0 6-16,5 0 6 16,5-3-2-16,0-13-13 15,5-2 0-15,14-5 18 16,-1-3 0-16,4-4 0 15,0 0 0-15,2-1 1 0,-1-3-1 16,1 0 1-16,2 0 3 16,0-1 14-16,-5 3-3 15,0-1 11-15,-5 6-1 16,-4 0 0-16,-4 1 4 16,0 6-4-16,-6-2-7 15,-2 2-1-15,0 6-8 16,-6 0-3-16,-6 6-4 15,-10 4-2-15,1 4 0 16,-9 0 0-16,0 3-1 16,5 11-4-16,4 1-26 15,4 3-42-15,4-2-33 16,2 1-123-16,4-6-226 16</inkml:trace>
  <inkml:trace contextRef="#ctx0" brushRef="#br0" timeOffset="40664.529">25318 5809 632 0,'0'0'10'0,"0"0"-3"0,0 0 40 0,0 0 26 16,0 0-3-16,0 0-20 16,70 7-12-16,-31-7-19 15,6 0 2-15,10 0-5 16,15 0 25-16,10 0-17 15,4 0-10-15,0 0-9 16,-3-4 2-16,-3-2 6 16,1-2 1-16,-6-2-9 15,-4 0 2-15,-14 0 0 16,-6-1 11-16,-10 1 4 0,-9 2-9 16,-9 1-2-16,-9 1-5 15,-6 3-1-15,-3 0 0 16,-3 3-5-16,0 0-45 15,-17 0-67-15,-6-5-121 16,-4-1-52-16</inkml:trace>
  <inkml:trace contextRef="#ctx0" brushRef="#br0" timeOffset="40981.067">26235 5659 625 0,'0'0'9'16,"0"0"63"-16,0 0-1 0,0 0-5 16,0 0-24-16,102 39 8 15,-69-34-14-15,0 1 3 16,1-5-8-16,-3 2-1 16,-4-3 8-16,-8 0 3 15,-8 2-12-15,-5-2-7 16,-3 2 0-16,-3 4-8 15,0 3-10-15,0 8 18 16,-11 0 11-16,-5 5 9 16,-6 1-13-16,-5 2-13 15,-6 2-5-15,-5 0-7 16,-6 3-4-16,-1 0-21 16,-3-3-121-16,2-6-415 0</inkml:trace>
  <inkml:trace contextRef="#ctx0" brushRef="#br0" timeOffset="47954.35">27571 5323 561 0,'0'0'24'0,"0"0"50"0,0 0 43 15,0 0-83-15,0 0-8 0,0 0 39 16,0 0-28-1,-11 100-8-15,10-75-10 0,1 1-1 16,0-8-6-16,0-3-4 16,0-6-2-16,0-4-1 15,0-3 0-15,0-2 0 16,0 0 7-16,0 0 7 16,0-2-8-16,0-8-9 15,6-2 1-15,1 1-3 16,11-1-1-16,-1 4-4 15,6 1 5-15,4 2 0 16,5 3 3-16,0 2 0 0,0 0 2 16,-2 0 0-1,-5 10 0-15,-3 0 2 0,2 4-3 16,-3-3 5-16,-2 1 4 16,-4 0-6-16,0-1-6 15,-6 0 3-15,-1 2-2 16,-4-3-2-16,-2 6 0 15,-2-2 2-15,0 1 2 16,0 1 1-16,-8-2 3 16,-2 0 4-16,-3-1-5 15,-3-1 2-15,2-1 1 16,-3-1-5-16,-4 2-2 16,-1-1-2-16,-4-1 2 15,-2 0 0-15,1-3 0 16,3-1-2-16,4 0 1 0,3-6 0 15,5 0 0-15,2 0-2 16,2 0-8-16,4-10-19 16,2 0-33-16,2-8-55 15,0-4-193-15,14-5-252 16</inkml:trace>
  <inkml:trace contextRef="#ctx0" brushRef="#br0" timeOffset="48291.232">27696 5332 538 0,'0'0'58'0,"0"0"-2"0,0 0 17 0,0 0-3 15,0 0 19-15,0 0-20 16,110 0-26-16,-68-3-11 16,1-3-9-16,-4-1 7 15,-6 0-2-15,-5-2-10 16,-7 3-8-16,-7 2-2 16,-7 1-3-16,-5 0 1 15,-2 3-1-15,0 0-5 0,0 0-2 16,0 0-4-1,-11 0-59-15,-8 0-66 0,-4 0-57 16,-1 0-207-16</inkml:trace>
  <inkml:trace contextRef="#ctx0" brushRef="#br0" timeOffset="49215.096">28190 4977 548 0,'0'0'22'0,"0"0"27"16,0 0 24-16,-93-53-4 15,65 49-23-15,1 4-17 16,-1 0-2-16,-2 0-6 15,0 0-8-15,-4 4-3 16,-6 9 1-16,-1 2 1 16,-5 1 5-16,3 4-5 15,-1 1 4-15,-2 6-2 16,6 0 0-16,-2 1 7 16,5 1-5-16,4 3-1 0,2-3 3 15,1 5-10 1,3-2 4-16,3 2-3 0,0 1 3 15,2-1 0-15,3 2-4 16,5 1-1-16,2-2-1 16,5 5 1-16,5-4-1 15,2 0 2-15,5 1 6 16,16-1 2-16,4-1 5 16,8 2-3-16,3 0-10 15,7-3 2-15,0 0 1 16,6-7-5-16,1-3 1 15,3-1-4-15,4-6-1 16,-1-1 1-16,0-5-1 16,-1-4-2-16,-3-5 3 0,0-2-3 15,-1 0 7-15,1 0-4 16,2-9-1-16,-1-4-1 16,2-4 6-16,-2 0-7 15,-2-3 2-15,-5-2 1 16,0-4-1-16,-2-2-1 15,-2-2 6-15,1 1-5 16,-4-4 2-16,-2 3 0 16,-3-3-1-16,-4 2 3 15,-5-4-1-15,-4 1 2 16,-6-4 4-16,-3 0-1 16,-6-2 1-16,-4-2-4 15,-2 2-4-15,0 1 4 16,-11 1 2-16,-4 1-3 0,-1 3 5 15,-2 0-4-15,-1 2-1 16,-3-1 1-16,0 1-1 16,-6 1-1-16,3 2-1 15,-5 5-1-15,-5 2 1 16,0 2-4-16,-6 5 5 16,0 2-5-16,0 4 0 15,2 4 0-15,3 3 0 16,3 2 0-16,7 0 0 15,2 0-1-15,3 0 1 16,5 0 0-16,-1 2-6 0,5 5-4 16,2 0-24-1,3 1-50-15,2 2-27 0,0-5-92 16,-6-5-305-16</inkml:trace>
  <inkml:trace contextRef="#ctx0" brushRef="#br0" timeOffset="64750.788">7359 9561 507 0,'0'0'4'0,"-65"-74"7"0,22 32 2 16,-5-4 14-16,-6 0 17 15,-1-4 24-15,-3 7-28 16,-6-2-13-16,-8 7 10 16,-13 10-16-16,1 8-7 15,-7 5-9-15,-3 8 2 16,-1 3 4-16,1 4-8 15,0 0 1-15,0 0 2 16,0 8 1-16,3 8 3 16,0 2-4-16,0 5 5 15,7 2-4-15,-2 4 2 16,4 3 0-16,7 3-1 16,8 2-5-16,4 5 1 15,8 2-3-15,1 2 4 16,4 7-1-16,5 3-1 0,6 8-1 15,-1 5 0-15,16 3 4 16,0 4 2-16,8 4-1 16,8 3-1-16,8 3 1 15,0 0-1-15,8 2 1 16,14 2-3-16,6-1-1 16,4-6 6-16,5-6-2 15,12-9-1-15,6-6 5 16,4-6-6-16,6-2 2 15,16-11-2-15,7-5 0 0,4-8 0 16,5-4-5 0,-1-5 2-16,8-5-1 0,-2-5 0 15,-1-3-1-15,-2-4 1 16,0-4 2-16,-5 0-2 16,-4 0 1-16,2-16-1 15,2-7 2-15,5-1-2 16,-2-9 2-16,-3-4 0 15,0-4-3-15,-9-6 0 16,0 0 0-16,-6-2 0 16,-9-2 0-16,-3 0 1 15,-6-4 0-15,-8-7 0 16,-1-3 0-16,-6-3 0 16,-4-2 0-16,-6-2 0 15,-5 3 1-15,-7-2 0 0,-7-2-2 16,-9 1 2-16,-5 0-2 15,-3 0 2-15,-3-2 2 16,-19 2 2-16,-3 4 9 16,-8 0 4-16,-6 4 0 15,-7-1-6-15,1 5 7 16,-6-2-1-16,-4 3 0 16,-2 8-14-16,-7 5 3 15,-6 11 2-15,-6 4 1 16,2 10 1-16,-4 4-1 15,-1 7 0-15,4 6-2 16,-4 4 2-16,3 0-4 16,0 8-5-16,6 12-2 15,-2 7 0-15,-1 7-1 16,3 4 0-16,10 4 0 0,12 7-3 16,13 4-39-16,17 5-53 15,10-2-69-15,-2-5-281 16</inkml:trace>
  <inkml:trace contextRef="#ctx0" brushRef="#br0" timeOffset="68898.969">10788 9132 833 0,'0'0'0'0,"-142"-55"0"0,87 41 2 0,0 7-2 0,1 3-13 15,-7 4 7-15,-11 10 4 16,-11 16-12-16,-8 4 6 15,-6 7 2-15,-3 3 6 16,-2 2 0-16,-2 3 0 0,13 3 3 16,9 3-2-1,6 8 0-15,10 3 0 0,11 6 2 16,10 1 0-16,14 2-2 16,8 2-1-16,14 4 2 15,9 5 3-15,0 0-2 16,20 4 1-16,18 5-1 15,9-5 4-15,8-3 4 16,6-6 1-16,6-14-1 16,11-8-7-16,4-10 3 15,11-11-4-15,8-7 3 16,2-7 2-16,7-10 0 16,-1-7-2-16,3-3 1 0,-3-1 1 15,-2-17-3 1,-2-9 0-16,-8 0 5 0,0-10-5 15,-6-4 1-15,3-9-2 16,1-4-2-16,-10-7 0 16,-6 1 2-16,-11-3-2 15,-10 4 6-15,-8 2-6 16,-11 0 3-16,-9-1 8 16,-10-2-8-16,-7-2 1 15,-10-2 2-15,-3-4-2 16,-9-1 10-16,-23-3-11 15,-14 4-1-15,-12 3 2 16,-10 6 5-16,-13 8 5 16,-3 6-6-16,-10 4 9 0,-1 2-3 15,-2 8-7-15,3 5-4 16,7 9 0-16,2 8-5 16,6 6 3-16,8 3-3 15,6 15-5-15,10 18-28 16,9 9-62-16,-2 2-104 15,-7-6-362-15</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09:00.274"/>
    </inkml:context>
    <inkml:brush xml:id="br0">
      <inkml:brushProperty name="width" value="0.05292" units="cm"/>
      <inkml:brushProperty name="height" value="0.05292" units="cm"/>
      <inkml:brushProperty name="color" value="#FFC000"/>
    </inkml:brush>
  </inkml:definitions>
  <inkml:trace contextRef="#ctx0" brushRef="#br0">20996 4216 636 0,'0'0'27'0,"0"0"-24"0,0 0 14 16,0 0 20-16,101-70-12 15,-65 70 7-15,5 7-8 16,-6 13 3-16,-2 7-13 15,-8 7 1-15,-7-2 12 16,-6 4-11-16,-9-2-6 16,-3 1-1-16,-7 1 1 0,-18-4 0 15,-4-1-4-15,-8-3-3 16,-4-5 3-16,2-8-4 16,5-2 0-16,1-7 2 15,5-6-2-15,4 0 3 16,6-6-3-16,8-9 2 15,1-1-2-15,6-2 3 16,3 2-3-16,0-1 0 16,0 5 0-16,6 2-2 15,9 2 0-15,4 6 1 16,3 2 0-16,1 0-1 16,2 4 3-16,2 9 5 0,-5-1 5 15,1 4 1-15,-5 0 8 16,1-1-10-16,-8-1-3 15,-1-3-7-15,-1 1-2 16,-5-4 0-16,-1 2-11 16,0-6-77-16,2-4-128 15,1 0-245-15</inkml:trace>
  <inkml:trace contextRef="#ctx0" brushRef="#br0" timeOffset="557">21561 4202 641 0,'0'0'7'0,"0"0"28"0,0 0 65 0,-19 84-21 16,19-56-18-16,0-1-16 15,0-4-9-15,0-3-18 16,6-6-9-16,1-3 0 16,-1-3-4-16,-1-4 1 15,5-3-1-15,0-1 4 16,6 0 0-16,3-8 0 0,2-2-5 16,0-2 1-1,-2 1-3-15,2 3 2 0,-6 1 2 16,4 2 8-1,-4 5 6-15,-3 0-5 0,2 0-1 16,2 3-9-16,-6 10 6 16,2 2-4-16,0 4 6 15,-6-1-2-15,2 3 2 16,-4-1 1-16,-2 0-4 16,-2 1 4-16,0-1 1 15,0-1-3-15,-5 0-1 16,-5 1 1-16,-5-3 1 15,-2-2-4-15,-2 0-1 16,-2-2-4-16,-3-2-1 16,-1-2-3-16,0-3 4 0,-4-2-3 15,2-3-1-15,2-1-4 16,-1 0-17-16,7 0-16 16,4-12-21-16,5-8-45 15,4-9-69-15,6-4-135 16</inkml:trace>
  <inkml:trace contextRef="#ctx0" brushRef="#br0" timeOffset="745.65">21627 4224 694 0,'0'0'47'0,"0"0"118"0,0 0-67 0,0 0-62 15,0 0-25-15,0 0-9 16,98-55-2-16,-56 55-21 16,-2 0-123-16,6-2-265 15</inkml:trace>
  <inkml:trace contextRef="#ctx0" brushRef="#br0" timeOffset="1358.172">22109 4189 593 0,'0'0'114'0,"0"0"23"16,0 0-47-16,0 0-45 15,0 0-2-15,0 0-1 16,91-55-12-16,-73 55-7 15,-1 6-8-15,-4 11-2 16,-5 4 0-16,-8 3-2 16,0 3 5-16,0 0-4 15,-16-1-1-15,-2 0-5 16,-1-3-3-16,1-5 2 16,6-4-3-16,6-6 0 15,1-2 1-15,5-3-2 0,0-3 0 16,0 0 1-16,0 0 1 15,9 0-2-15,5-6-1 16,4-1 0-16,1 1 1 16,-4 2-1-16,3 3-1 15,-6 1 0-15,1 0 1 16,4 0-1-16,-7 0 1 16,0 8 1-16,-2 2 1 15,-4 3 1-15,1-1 0 16,-3 3 9-16,-2 0 7 15,0-1-3-15,0 0 4 16,0-1-3-16,-10 1 1 16,-6-1 1-16,-2 0-7 15,-1-2-1-15,-5 3-3 0,-3-1-1 16,-3-1-4-16,0 0-1 16,0 0 1-16,5-4-2 15,1-4 1-15,5 0-1 16,5-4-1-16,4 0-12 15,4 0-26-15,6-8-36 16,0-7-67-16,15-6-152 16,12-1-492-16</inkml:trace>
  <inkml:trace contextRef="#ctx0" brushRef="#br0" timeOffset="1636.132">22692 4254 823 0,'0'0'89'0,"0"0"59"0,0 0-61 0,0 0-44 16,0 0 25-16,0 0-18 15,-9 21-8-15,6-14-15 16,2-1-6-16,-2-3-5 15,3-2-8-15,-2 0-5 16,1-1 4-16,-2 0-7 16,1 0-7-16,2 0-47 0,0-2-67 15,0-14-151-15,8-5-456 16</inkml:trace>
  <inkml:trace contextRef="#ctx0" brushRef="#br0" timeOffset="1935.371">23016 3927 759 0,'0'0'119'16,"0"0"35"-16,0 0-95 16,0 0 6-16,0 0 13 15,0 0-28-15,0 91 10 0,0-63-15 16,0 3-10-16,0-2-5 15,1-1-5-15,1 2-3 16,-2-2-1-16,0 0-12 16,0-2-3-16,0-4-5 15,-2-1 2-15,-2-4-3 16,-2-2-2-16,3-5-22 16,1-5-19-16,2-2-46 15,0-3-58-15,0 0-109 16,11-20-335-16</inkml:trace>
  <inkml:trace contextRef="#ctx0" brushRef="#br0" timeOffset="2431.013">23465 3901 714 0,'0'0'77'0,"0"0"9"15,0 0-22-15,0 0-29 16,0 0 2-16,-81 83 0 16,81-62-11-16,0-2-9 15,0-2-1-15,0-1 2 16,17-5 5-16,1-2-5 16,3-2-7-16,1-2-5 15,-3 1-4-15,-1-2-1 0,0 0 0 16,-5-1 0-16,-2 2 0 15,-1-2 1-15,-2 1 2 16,-2 1-3-16,-2 1 4 16,-2-1-1-16,1 5-2 15,-1-1-1-15,-2 1 0 16,0 0 3-16,0-1 0 16,0 1 3-16,-2 0 0 15,-7 0 4-15,-3 1-3 16,-4-2 1-16,0 1 0 15,-4 0 6-15,0-1-5 16,-1 1-2-16,-3-1 1 16,2-3-5-16,-1 0 0 15,1-3-1-15,0 0 0 0,0-3-3 16,4 0-1-16,-2 0-34 16,2 0-12-16,4-13-34 15,7-4-54-15,6-8-163 16</inkml:trace>
  <inkml:trace contextRef="#ctx0" brushRef="#br0" timeOffset="3068.317">23632 3819 683 0,'0'0'102'0,"0"0"36"0,0 0-45 0,84-28-46 0,-50 24-34 16,5 1-7-16,4 3-3 15,-3 0 1-15,-2 0-4 16,-6 0-7-16,-5 0-19 16,-5 3-6-16,-5 3 1 15,-10-1 17-15,-1 3 3 16,-6-3-6-16,0 1 3 15,0 4 14-15,0 0 27 16,0 2 14-16,0 3 5 0,-6 3-8 16,-1 1 3-16,-2 4 0 15,1 1-6 1,1 4-13-16,2-2-9 0,0-1-3 16,0-2-1-16,5-2-6 15,0-3 0-15,0-4 1 16,0-3-1-16,0-2 2 15,10-3 1-15,6-4 5 16,3-2 1-16,-1 0-1 16,9 0-3-16,-2-4-2 15,-1-7 2-15,0-3-4 16,-6-1 2-16,-1-3 7 16,-3 1 5-16,-2-4 4 15,-5 1-3-15,-5-5-1 16,2 2 1-16,-4-1-3 0,0 3-6 15,0-1 4-15,0 3-7 16,0 5 6-16,-4-1-4 16,-8-1-3-16,0 3-3 15,-5 1-3-15,1 1-1 16,-3 2 0-16,4 3-4 16,-1 5-1-16,0 1-23 15,-1 0-26-15,6 0-66 16,1 10-73-16,5-2-178 15</inkml:trace>
  <inkml:trace contextRef="#ctx0" brushRef="#br0" timeOffset="3517.877">24576 3756 758 0,'0'0'77'0,"0"0"-18"0,0 0-44 16,0 0 31-16,-36 75-19 15,25-43-6-15,6 4 4 16,5-3-9-16,0-1-8 16,0-1-2-16,9-6-4 15,3-4 4-15,2-5-3 0,3-5 1 16,-1-7-4-16,1-2-5 15,2-2 2-15,1 0 3 16,1-6 0-16,0-8 3 16,-2-3 6-16,0-2 40 15,2-1-37-15,-3-5 23 16,-3 0 18-16,2-5 2 16,-4-2-2-16,-6-1-2 15,-4-1-14-15,-3 3 2 16,0 5-14-16,-13 3-11 15,-14 5-7-15,-3 2-1 16,-11 6-6-16,-4 6 2 16,-4 4-3-16,-2 0 1 0,3 5-3 15,5 13-43-15,1 0-79 16,6-5-178-16</inkml:trace>
  <inkml:trace contextRef="#ctx0" brushRef="#br0" timeOffset="5731.062">6249 3976 194 0,'0'0'90'0,"0"0"-59"0,0 0 9 0,0 0 18 15,0 0-21-15,0 0-9 16,0 0-3-16,-25-14-12 0,25 14-13 15,-3 0-4 1,3 13-38-16,-3 3-67 0,3-2-210 16</inkml:trace>
  <inkml:trace contextRef="#ctx0" brushRef="#br0" timeOffset="7185.492">24002 4443 357 0,'0'0'14'0,"0"0"-2"0,0 0 42 16,0 0-16-16,124-4 9 16,-72 1 1-16,12 1 0 15,6-3-6-15,8 0 9 0,-3 0-2 16,0-2-19-1,-9 0-2-15,-9 0-15 0,-9 0 0 16,-2-2 2-16,-10 2 1 16,-3 0-3-16,-10-1 3 15,-6 3-3-15,-7-1-2 16,-7 2 1-16,-3 2-4 16,0 0-8-16,-6 2 0 15,-19 0-73-15,-11 0-79 16,-6 0-132-16</inkml:trace>
  <inkml:trace contextRef="#ctx0" brushRef="#br0" timeOffset="7599.464">23985 4611 338 0,'0'0'14'16,"0"0"-7"-16,0 0 56 15,0 0 31-15,0 0-25 16,0 0 17-16,56 6 3 16,-13-6-40-16,6 0-15 15,7-1-2-15,3-8-11 16,13 1 8-16,-4-1-7 15,6 1-10-15,-3-2-1 0,-8 2 11 16,-4-1-4-16,-8 2 5 16,-2-2-10-16,-8 1 12 15,-5 2-2-15,-8 2-1 16,-6 0 2-16,-7 1-6 16,-2 0-7-16,-8 0-1 15,-5 3-3-15,0 0-2 16,0 0-2-16,0 0-3 15,0 0-23-15,-12 0-37 16,-10 0-59-16,-7 0-207 16</inkml:trace>
  <inkml:trace contextRef="#ctx0" brushRef="#br0" timeOffset="16550.152">14617 5276 393 0,'0'0'66'0,"0"0"-63"0,0 0-3 15,0 0 2-15,0 0-2 16,0 0 6-16,96 10 6 16,-35-9 5-16,11-1-5 15,13 0 7-15,9 0-1 16,1 0-7-16,7 3-4 16,-1 0 0-16,-2 0-1 15,4-2-1-15,1-1 1 16,7 0 2-16,3 0 3 15,3 0-2-15,-2 0 4 16,1 0-2-16,-3 0-5 16,-4 0 1-16,-1 0 7 0,-10 3-2 15,-5 2-3-15,-4 0-3 16,-7-4 1-16,-6 4 3 16,2-5 3-16,-13 1 3 15,-5-1-4-15,-7 0 0 16,-6 0 0-16,-3 0-2 15,-8 0 1-15,-8 0 7 16,-3 0 1-16,-7 0-1 16,-6 0-4-16,-6 0-1 15,-6 0 1-15,0 0-4 0,0 0 1 16,0-1-11-16,-9-5-10 16,-18 5-93-16,-13-3-66 15,-12 1-170-15</inkml:trace>
  <inkml:trace contextRef="#ctx0" brushRef="#br0" timeOffset="17944.474">5111 6736 53 0,'0'0'15'0,"0"0"33"0,0 0-3 0,0 0-4 0,0 0 1 16,86-30 12 0,-62 22-11-16,-1 3-16 0,5 0-11 15,-1 1-2-15,9 0 5 16,0 2 1-16,14 0 5 15,13-3 5-15,14-3 7 16,9 1 0-16,13-3-18 16,0 0-14-16,-2 1-1 15,3 0-2-15,0 3 0 16,-5 2 2-16,-2 2 1 16,-3-2 8-16,-2 4 2 15,-2 0-1-15,-1 0 3 16,1 0-13-16,-3 0 0 15,-1 0-4-15,-9 5 1 16,-2 0 1-16,-7 1-2 0,-2-2 0 16,-3 2 0-16,2-2 0 15,-1-1 0-15,1 0 2 16,0-2 0-16,2 0-1 16,3-1 0-16,1 0-1 15,0 0 1-15,2 0 0 16,5 0-1-16,1 0 3 15,7-5-3-15,6-2 1 16,1 0 0-16,5-2-1 16,2-1 0-16,4 0 0 15,9 1-1-15,-2 0 1 16,5 2 0-16,0 3 1 0,3 0 0 16,-2 1-1-1,10-1 1-15,-1-1 0 0,2-1-1 16,1 1 0-16,-1 0-1 15,1-3 1-15,4 1 0 16,-4 2 1-16,0-3-1 16,1 3 0-16,-1-4 0 15,6-1 4-15,0-2-4 16,5-2 1-16,3-3 0 16,0 1 0-16,-4 0 2 15,-3 3 0-15,-10-1 1 16,-7-2-1-16,-1 3 5 15,-12-1 2-15,-3 1 9 16,-11 2 4-16,-9 1-4 0,-9 2-4 16,-9 1 0-16,-16 0-2 15,-14 2 1-15,-10 4-7 16,-12 0 0-16,-7 1-4 16,-2 0-3-16,0 0-1 15,-14 0-18-15,-21 0-11 16,-10 0-136-16,-4 0-68 15</inkml:trace>
  <inkml:trace contextRef="#ctx0" brushRef="#br0" timeOffset="19657.972">22747 4198 474 0,'0'0'29'0,"0"0"37"0,0 0-7 0,0 0 2 0,-85 15-20 16,81-2-11-16,0 4-14 15,4-1 6-15,0-2 1 16,0-1-7-16,0-4-4 16,10-1 1-16,2-5 8 15,7-3-4-15,6 0-1 16,0-1-8-16,0-11-2 16,-5-1-1-16,-3-4-1 15,-8 0 1-15,-6 0-1 16,-3 1 2-16,0 2-2 0,-8 4-4 15,-8 3 0-15,-5 6-1 16,2 1-2-16,-2 0-2 16,1 12 5-16,1 2 2 15,8 2 3-15,3-2-3 16,6-2 4-16,2-1-3 16,0-3-1-16,0-2 1 15,2-3 4-15,11-3 4 16,2 0 3-16,1-2-1 15,-1-10-2-15,-3-2-8 16,-3-3 1-16,-6 1-1 16,-3-1 3-16,0 3-5 15,0 2 0-15,-7 6 2 16,-7 3 0-16,1 3-3 16,2 0-3-16,-4 2 2 0,2 12 1 15,1 2 2-15,3 2 0 16,8 2 1-16,1-4-3 15,0-3 1-15,0-2 1 16,4-5 2-16,7-5 1 16,5-1 4-16,-1 0 3 15,4-12-1-15,-3-4-8 16,-3-3-1-16,-6 1 5 16,-4 1-5-16,-3 0 1 15,0 4-1-15,-3 2 2 16,-6 5 2-16,-4 4 2 15,2 2-6-15,-4 0 1 0,1 4-2 16,0 9 2 0,1 1 0-16,2 0-1 0,4-2-1 15,2 4-2-15,2 1 1 16,3 2-41-16,0-5-122 16,15-5-311-16</inkml:trace>
  <inkml:trace contextRef="#ctx0" brushRef="#br0" timeOffset="28432.146">21446 5106 44 0,'0'0'372'0,"0"0"-368"0,0 0-4 16,0 0 12-16,0 0 4 15,0 0 13-15,0 0 1 16,-6-46-23-16,8 50-5 16,16 11 24-16,1 10 22 15,11 5-14-15,1 6 13 16,5 5 0-16,0 2-14 16,3 2-9-16,3-8-10 0,5-3 3 15,10-7 10-15,8-3-11 16,7-10 2-16,12-8-1 15,8-5 5-15,14-1-8 16,7-1-5-16,5-11-3 16,-1 0-4-16,-7 0-2 15,-4 0 3-15,-8 1-2 16,-5 5 3-16,-7 0-3 16,-5 4-1-16,-5 2 1 15,-6 0 0-15,-4 0-1 16,1 2 0-16,-4 8-1 15,-2 3 1-15,-6 4 0 16,-4 1 0-16,-12 1 0 0,-6 4 1 16,-8 0-1-1,-8 1 0-15,-3 6 0 0,-6-3 0 16,-1 2 0-16,2-1 0 16,0-2 0-16,6-4-76 15,1-8-96-15,4-14-251 16</inkml:trace>
  <inkml:trace contextRef="#ctx0" brushRef="#br0" timeOffset="29300.07">26247 3896 39 0,'0'0'270'0,"0"0"-219"0,0 0 4 16,0 0-31-16,0 0 24 15,0 0 6-15,-6 65-17 16,3-33-9-16,0 4 21 15,0 2-8-15,-1 1-8 16,-5 1-8-16,-1 3-5 16,-8 2-9-16,-5 0-2 15,-8-1 3-15,-6 2-1 16,-4-1-4-16,-4-2 2 16,-5-2-5-16,-5 0 4 0,-5-1-2 15,-6-1-4 1,-4-2 2-16,4-6-1 0,-2 0 0 15,1-6-1-15,-3 0 0 16,-1-3 2-16,-1-1-1 16,-2-2-2-16,3 2 0 15,-4-4 1-15,5-2 0 16,0 2 1-16,1-2 0 16,2 3 2-16,5-1 4 15,2 1-1-15,4 1 3 16,-3 0-2-16,5 2 2 15,-1 1 1-15,3-2-1 16,4 0-1-16,3 0-5 0,4 1-2 16,2-1 1-1,1 1 2-15,-2 0-2 0,1 2 1 16,-1-2 0-16,0-2-1 16,1-2 2-16,3 2-1 15,0-4 4-15,5 1-1 16,3 2-1-16,1-2 1 15,8-1-4-15,3 1-2 16,2-2 3-16,5-1-2 16,3-3-1-16,1-1-1 15,4 0-1-15,1-2 0 16,0 3 0-16,0-2 1 16,12 2-1-16,11-1-58 15,7-5-120-15,2-4-114 0</inkml:trace>
  <inkml:trace contextRef="#ctx0" brushRef="#br0" timeOffset="30067.229">25143 5572 564 0,'0'0'12'0,"0"0"45"0,0 0 36 0,0 0-29 0,0 0-51 15,0 0-10-15,0 0 0 16,21 48 56-16,-2-5-1 16,3 9-3-16,3 12-1 15,3 7-6-15,-1 1-4 16,-2-3-17-16,-1-7 2 15,-7-6-8-15,-1-6-8 16,-5-2-1-16,-1-5-9 16,-1-5 1-16,-5-8-2 15,2-5 0-15,-1-7-1 16,-1-6-1-16,-2-4-2 0,-1-4-18 16,-1-3-51-1,0-1-18-15,0 0-21 0,-18-11-165 16,-16-10-192-16</inkml:trace>
  <inkml:trace contextRef="#ctx0" brushRef="#br0" timeOffset="30479.07">25073 6271 469 0,'0'0'36'15,"0"0"-32"-15,0 0 72 16,0 0 21-16,0 0 2 15,96 50-29-15,-59-38-9 16,2-1-27-16,-2 1-8 16,3-4 4-16,-2 0 0 0,-1-1-8 15,-3 2-7-15,-6-2 0 16,-6-2-5-16,-3-1-1 16,-7 2-4-16,0 0 0 15,-2-4 1-15,-4 0 8 16,-4-2 6-16,3 0 6 15,-5 0 3-15,5 0 8 16,2 0 9-16,3-14-16 16,0-1-22-16,-1-4 4 15,-5-3 5-15,1-1-5 16,-2-2 7-16,-3-2-7 16,0 0-5-16,0-1 0 0,0 4-4 15,0 1-2-15,0 2-1 16,-3 2-3-16,-2 2-23 15,-4 0-31-15,-2 1-36 16,-3-2-105-16,-11-4-215 16</inkml:trace>
  <inkml:trace contextRef="#ctx0" brushRef="#br0" timeOffset="33160.993">25459 7464 572 0,'0'0'24'0,"0"0"43"16,0 0 35-16,0 0-40 15,0 0-29-15,0 0-33 0,0 0 2 16,65-7 15-16,-17 17-2 16,11-3-6-16,4-7-3 15,-3 0-3-15,-1 0 0 16,-10 0-3-16,-11-11-10 16,-10-3-20-16,-11-3-13 15,-10 0 17-15,-7-3 22 16,0 2-3-16,-9 2 7 15,-8 2 35-15,1 5 2 16,0 4 21-16,-1 5-17 16,5 0-2-16,2 3-4 15,-2 17-19-15,3 9 9 0,3 8 18 16,0 5-8-16,5 3-7 16,1 2-1-16,0-1-11 15,0-4-1-15,0-3-6 16,1-2-1-16,2-3-3 15,0-5-1-15,-2-2-4 16,1-6 0-16,-2-1 1 16,0-6-1-16,0-2-19 15,0-6-11-15,0-3-30 16,0-3-19-16,-3 0-35 16,-7-5-101-16,-1-13-218 15</inkml:trace>
  <inkml:trace contextRef="#ctx0" brushRef="#br0" timeOffset="33342.403">25598 7710 579 0,'0'0'71'0,"0"0"21"0,0 0 16 0,82 0-30 0,-30 0-41 15,7-9-21-15,5-6-10 16,-2-3-6-16,0-4-10 15,-5-3-84-15,-7-3-140 16,-6-6-290-16</inkml:trace>
  <inkml:trace contextRef="#ctx0" brushRef="#br0" timeOffset="33945.186">26165 6959 694 0,'0'0'72'0,"-85"-50"66"16,36 32-61-16,-3 7-36 16,-5 9-13-16,-1 2-6 15,-5 2-10-15,-4 22-5 16,-4 7-2-16,2 13 0 16,2 5 3-16,5 8 6 15,4 4 3-15,3 8-3 16,7 4 1-16,7 6 0 15,8 0-3-15,12 0-1 0,8-4 4 16,13-3-5-16,0-6-2 16,14-2 0-16,21-7 10 15,8-1-12-15,11-8 3 16,5-7-2-16,4-3-7 16,3-10 2-16,4-6-2 15,3-14-12-15,2-8-13 16,-5 0-6-16,-6-14 5 15,-7-9-5-15,-4-8 24 16,-4-5 3-16,-2-2 4 16,-1-3 4-16,-6-2-2 15,1-7 5-15,-6-2 9 0,2-1 1 16,-4-4 6-16,-3 1-1 16,-7-2-5-16,-4-1 0 15,-8-1 5-15,-7 5 7 16,-4-1 1-16,-1 8 1 15,-19 3-12-15,-10 3-5 16,-4 8-3-16,-9 1-6 16,-1 9-2-16,1 4-3 15,1 6 2-15,5 4-1 16,1 3 0-16,5 2-1 16,4 2-8-16,8 0-28 15,8-2-34-15,10 1-32 16,1-3-67-16,1-5-211 0</inkml:trace>
  <inkml:trace contextRef="#ctx0" brushRef="#br0" timeOffset="34692.098">27347 6773 599 0,'0'0'53'0,"0"0"144"0,80-92-122 0,-69 72-18 15,-11 11 11-15,0 2-19 16,-12 7-46-16,-21 0 22 16,-6 4-19-16,-6 14-3 15,6 6-3-15,6 3 1 16,11 6 8-16,11-2 2 15,8 0-1-15,3-1 0 0,3-3-5 16,19-2 1 0,8-6 3-16,7-5-2 15,3-3-3-15,-2-3-1 0,-4 1-1 16,-7 0-2-16,-6 3 0 16,-6 1-1-16,-11 6-1 15,-4-3 2-15,0 3 0 16,-17-2 5-16,-11-1 4 15,-2-4-5-15,2-5 1 16,6-4-3-16,8-3-2 16,6 0 5-16,5-10 0 15,3-14-3-15,1-7 2 0,21-7-4 16,8-6-4 0,6-1 2-16,1 3 0 0,2 8-2 15,-5 6 4-15,1 7-1 16,-7 7 1-16,-1 6 3 15,-8 7 6-15,-1 1-2 16,-3 1-3-16,-2 15 7 16,0 2 10-16,-3 9-4 15,-4-2 0-15,-5 2 2 16,-1 0-15-16,0-3 1 16,0-3-5-16,-5-2-14 15,-1-6-35-15,3-6-44 16,3-7-107-16,0 0-310 15</inkml:trace>
  <inkml:trace contextRef="#ctx0" brushRef="#br0" timeOffset="35404.604">28170 6592 63 0,'0'0'789'0,"0"0"-737"0,0 0 108 15,-92-35-109-15,60 34-24 16,3 1-9-16,-3 0-10 16,2 12-4-16,4 9-2 0,5 8-1 15,10 2 0 1,8 1 1-16,3 1 1 0,6-4-2 16,14-5 6-16,4-7-7 15,3-8-4-15,2-5-29 16,0-4 7-16,-1 0 2 15,0-15-11-15,-4-7-2 16,-6-4 13-16,-5-4 12 16,-6-1 5-16,-7 3 2 15,0 4 5-15,0 5 1 16,0 11 8-16,0 2 29 16,-4 6 9-16,3 0-35 15,1 6-3-15,0 15-8 16,0 9 20-16,0 6-7 15,9 5 6-15,7 4-9 0,-1 5-5 16,2 3-1 0,-4 10 0-16,-1 1 2 0,-2 7 9 15,0-3 4-15,-4-3-12 16,1-3-2-16,-4-7 2 16,-2-3-2-16,-1-7 1 15,0-8-4-15,0-9 0 16,-4-5 4-16,-8-9-3 15,-2-4-2-15,-2-9-2 16,0-1 4-16,-5 0-3 16,-1-19 2-16,2-6-2 15,1-12 0-15,5-10-1 0,1-10 2 16,4-5-1 0,6-6 0-16,3-1 1 0,0-3 0 15,9-1 1-15,12 3 7 16,3 11-3-16,4 6 3 15,5 8-6-15,4 4 3 16,-3 8-4-16,-4 5 1 16,-7 10-4-16,-10 6-3 15,-7 6-1-15,-3 6-34 16,-3 0-46-16,0 0-120 16,-14 4-139-16</inkml:trace>
  <inkml:trace contextRef="#ctx0" brushRef="#br0" timeOffset="35922.466">29206 6168 697 0,'0'0'38'0,"0"0"46"0,-23-95 12 0,1 77-66 16,-5 5 8-16,-1 9-11 15,0 4-9-15,1 1 9 16,4 19-1-16,5 7 16 16,8 9-7-16,4 10 8 15,6 4-24-15,0 5-2 16,13 0 4-16,7 1-4 15,1-4-6-15,1-3-3 0,-3-5-3 16,-2-5-4-16,-5-5 1 16,-2-5-1-16,-4-8-2 15,-4-3-5-15,-2-7-19 16,0-2-20-16,0-6-44 16,-6-3-32-16,-9 0-95 15,-2-17-195-15</inkml:trace>
  <inkml:trace contextRef="#ctx0" brushRef="#br0" timeOffset="36235.842">28946 6454 503 0,'0'0'68'16,"0"0"38"-16,87-38-19 0,-42 26-24 15,4 0-5-15,-3 1-20 16,-6 1-18-16,-7 2-15 15,-7 1-2-15,-7 4-1 16,-6 0 1-16,-5 3-3 16,-4 0 0-16,1 0 0 15,2 17 12-15,2 5 24 16,-2 5-3-16,0 1-10 16,-1-1 2-16,0-2-1 15,-2-3-2-15,0-1-11 16,-4-6-4-16,0-4-2 15,2-4-5-15,-2-5-5 16,0-2-62-16,0 0-34 16,0-4-77-16,0-14-255 0</inkml:trace>
  <inkml:trace contextRef="#ctx0" brushRef="#br0" timeOffset="36352.169">29315 6250 295 0,'0'0'1'16,"0"0"-1"-16,0 0-136 16</inkml:trace>
  <inkml:trace contextRef="#ctx0" brushRef="#br0" timeOffset="36986.961">29589 6207 505 0,'0'0'116'0,"0"0"63"16,0 0-107-16,0 0-16 15,0 0-36-15,0 0 8 16,-55 66 27-16,54-37-17 16,1-1-28-16,0-2-5 15,12-5-2-15,5-6-3 16,-1-5-20-16,1-8-24 16,1-2-17-16,-3 0-4 15,-3-9-14-15,1-8 2 16,-4-7 11-16,-2-4 37 15,-2-3-28-15,-3-2-69 0,-1 6 119 16,1 7 7-16,-2 8 55 16,0 5 47-16,0 6 12 15,0 1-7-15,0 0-88 16,0 12-14-16,6 11 37 16,1 8-14-16,1 7-10 15,3 3-8-15,-3 5-4 16,1 1-1-16,1 3 5 15,1-1 12-15,3 2 12 16,2 0-1-16,-1-1-12 16,6 0 7-16,-4-4-7 15,-2-3-4-15,-1-4-9 0,-7-4-3 16,-2-5-5-16,-5-6 1 16,0-4-1-16,0-6-2 15,-12-3-15-15,-8-8-3 16,-3-3 12-16,-3 0 1 15,1-15 2-15,-2-8 3 16,3-5 2-16,2-8 1 16,5-3 3-16,5-6 17 15,9-2 14-15,3 1 17 16,12-3 9-16,14 1-25 16,14 0-13-16,3 1-9 15,6-4-2-15,4 3-2 16,0 2-9-16,-1 1 2 15,-7 6-3-15,-9 7 0 16,-9 5-34-16,-9 7-40 0,-12 3-127 16,-5-1-606-16</inkml:trace>
  <inkml:trace contextRef="#ctx0" brushRef="#br0" timeOffset="42947.889">22050 8722 514 0,'0'0'72'0,"0"0"79"0,0 0-10 0,0 0-29 0,0 0-14 16,0 0-2-16,0 0-63 15,0 0-30-15,-25-4 43 16,31 43 13-16,-3 3-20 16,3 6 9-16,-6 2-15 15,0-1-2-15,0-1-8 16,-7-3-6-16,-2-2 4 15,-2-7-9-15,-1-5-6 16,3 1-3-16,2-10 1 16,2-4-1-16,1-8-2 15,4-4 0-15,0-3 1 16,0-3 0-16,0 0 3 0,0-3-5 16,0-12 0-1,0-4-44-15,0-3-14 0,0 1-74 16,13-2-104-16,-1 0-199 15</inkml:trace>
  <inkml:trace contextRef="#ctx0" brushRef="#br0" timeOffset="43525.482">22428 8817 189 0,'0'0'550'0,"0"0"-507"0,0 0 24 16,0 0 37-16,0 0-47 15,0 0-13-15,-36 81-11 16,33-64-4-16,3-1-11 16,0-4-3-16,0-5-5 15,0-3-2-15,0-4-2 16,0 0 2-16,5 0 0 15,2 0 5-15,5-4-2 16,0-6-8-16,1 1-3 16,1-1 3-16,-1 2-3 15,5-1 1-15,6 3-1 0,0 2 4 16,-2 3 3 0,1 1 3-16,-1 0 2 0,-4 5-2 15,1 5 5-15,0 1-3 16,-3 1 2-16,0 4-2 15,-7 0-1-15,0 1 0 16,-7 2 3-16,1-1-2 16,-3 0 1-16,0 2-1 15,-10 0-1-15,-9-1-1 16,-2 1-3-16,-6 0 0 16,-1 1-2-16,-5-2 0 15,0-1-4-15,2-3 2 16,3-1-2-16,2-7-1 15,10-1 1-15,1-5 3 16,1-1-2-16,3 0-2 0,3 0-6 16,4 0-9-16,2 0-15 15,2-8-29-15,0-8-66 16,12-6-112-16,12-1-183 16</inkml:trace>
  <inkml:trace contextRef="#ctx0" brushRef="#br0" timeOffset="43876.89">22489 8804 645 0,'0'0'76'0,"0"0"80"0,0 0-51 0,0 0-16 15,0 0-8-15,100-12-32 16,-57 7-7-16,4-1-10 16,-1 0-9-16,-6 2-7 15,2 2-4-15,-14 0-6 16,-2 2-1-16,-7 0 0 16,-8 0-3-16,-5 0 1 15,-2 0 0-15,-3 0-3 16,-1 0 2-16,0 0-1 15,0 0 0-15,0 0 0 0,0 0-1 16,0 0-11-16,0 0-61 16,0 3-59-16,-5 2-117 15,-6 1-499-15</inkml:trace>
  <inkml:trace contextRef="#ctx0" brushRef="#br0" timeOffset="44349.226">23160 8860 726 0,'0'0'57'16,"0"0"86"-16,-92 18-76 15,62 1-7-15,8 3-29 16,4 3-9-16,5 1-5 15,7 1-6-15,6-2-4 16,0-4-2-16,0-1 0 16,7-1-2-16,5-4 3 15,3-2-6-15,0-5 5 16,3-1-2-16,-1-4-2 16,6-3 4-16,-2 0-3 15,4 0 1-15,2-10-1 16,0-3 1-16,0-6-1 0,-5-4 0 15,-2 2-1 1,-6-4 0-16,0-2 3 0,-7-1 10 16,-2-1 15-16,-5 3-1 15,0 0-3-15,0 5-12 16,0 3-6-16,-11 5-1 16,1 3-3-16,-6 6-3 15,-4 3-2-15,-4 1 2 16,-1 0-2-16,1 7-2 15,2 5-30-15,5 1-49 16,8-1-89-16,6-3-188 16</inkml:trace>
  <inkml:trace contextRef="#ctx0" brushRef="#br0" timeOffset="45084.671">23850 8957 507 0,'0'0'352'0,"0"0"-296"0,0 0 68 0,0 0-39 16,0 0-36-16,0 0-13 15,1 0 14-15,-1 0-23 16,0 0-10-16,0 0 1 16,0 0-4-16,0 0-5 15,0 0-4-15,0 0-5 16,0 0-33-16,3 0-56 15,-3-1-126-15,3-5-398 16</inkml:trace>
  <inkml:trace contextRef="#ctx0" brushRef="#br0" timeOffset="45610.303">24320 8827 803 0,'0'0'117'0,"0"0"-2"15,0 0-62-15,0 0-11 16,0 0-25-16,0 0 2 16,-82 26 1-16,76-5-6 15,1 5-4-15,-1 0-1 16,3 0 1-16,-1 1-9 15,2-3 4-15,2-3-4 0,0-2 1 16,0-2-1-16,0-5 1 16,12-2 0-16,0-3-2 15,7-6 1-15,3-1 3 16,3 0-4-16,3 0 0 16,0-11 2-16,5-2 0 15,-3-5-2-15,1-4 2 16,-2 0 0-16,-5-3-1 15,-6-2 2-15,-5 0 22 16,-7 2 26-16,-3 2-5 16,-3 0-12-16,0 4-7 15,0 1-16-15,-12 0-7 0,-3 7 3 16,0 2-6-16,-4 2-1 16,0 5 0-16,-3 2-2 15,-3 0 1-15,0 0-1 16,0 2 1-16,5 10-13 15,-1-1-27-15,6 4-31 16,8-3-31-16,2-1-99 16,5-4-206-16</inkml:trace>
  <inkml:trace contextRef="#ctx0" brushRef="#br0" timeOffset="46075.49">24760 8763 521 0,'0'0'31'0,"0"0"-20"0,0 0 44 16,0 0-1-16,0 0-19 15,-30 91 9-15,30-65 3 16,0-2-2-16,9-2-10 15,4-2-5-15,2-4-8 16,5-6-8-16,-1-2-7 16,5-6-2-16,1-2-2 0,2 0 2 15,0 0-2 1,0-12-1-16,-3-4 4 0,-2-1 31 16,-1-5 24-16,0 4-11 15,-8-5 15-15,-2-2-5 16,-2 0-5-16,-6-4 4 15,-3 1-13-15,0 3 1 16,-2-2-8-16,-14 4-8 16,-2 2-12-16,-8 4-3 15,-3 6-10-15,-4 5-3 16,-7 5-3-16,-1 1 0 16,2 0 0-16,8 15-2 15,4 3-15-15,7 5-42 16,4 3-53-16,5-4-140 15,0-5-432-15</inkml:trace>
  <inkml:trace contextRef="#ctx0" brushRef="#br0" timeOffset="48149.941">24030 9011 322 0,'0'0'87'0,"0"0"36"0,0 0-33 16,0 0 2-16,0 0-11 16,0 0 2-16,0 0-13 15,-10-62-24-15,5 59-3 16,-2 1-13-16,-2 2-15 0,1 0-4 16,-4 0-6-16,2 9 5 15,1 5 1-15,0-1-1 16,6 2 1-16,-1-2 0 15,4-3-6-15,0-2 0 16,0-1-1-16,0-3-1 16,4-3 1-16,5-1 0 15,3 0 7-15,4 0-3 16,3-10-5-16,-3-3 0 16,-6 1-1-16,-1-1 1 15,-4 0 0-15,-4 0-2 16,-1 2 6-16,0 2 3 0,0 4 1 15,-4 3-5 1,-5 2 0-16,-3 0-6 0,-3 0-1 16,1 9 1-16,4 2 0 15,1-1 3-15,6-1-3 16,3-5 0-16,0 2 0 16,0-6 1-16,0 0 3 15,16 0 6-15,1-6 0 16,1-5-7-16,-6-2-1 15,0-1 1-15,-11-1 1 16,-1 2-3-16,0 3 2 16,0 1 2-16,-10 6-3 15,-10 3 0-15,1 0-2 16,-3 0 1-16,4 9 1 16,1 5 4-16,10 0-4 15,2 0 2-15,2-4 2 16,3-3 2-16,0-1-5 0,0-5 0 15,0-1 1-15,11 0 5 16,5 0-1-16,-2-11-3 16,0-1-3-16,-3-1 1 15,-6 6-1-15,-1-2 0 16,-4 7 0-16,0 0 1 16,0 2 7-16,0 0-1 15,0 0-9-15,0 0-2 16,0 8 2-16,-1 2 1 15,-2-1 0-15,-1-3 0 0,3 0-1 16,1-3 1-16,-2-2-1 16,2 1 0-16,0-2-8 15,0 1-34-15,0-1-56 16,7 0-110-16,-3 0-395 16</inkml:trace>
  <inkml:trace contextRef="#ctx0" brushRef="#br0" timeOffset="52073.591">21485 9710 246 0,'0'0'76'0,"0"0"-66"0,0 0 5 0,0 0-11 16,0 0-2-16,0 0-2 15,0 0 6-15,9 19 26 16,12-13 44-16,12 4-5 15,15-6-2-15,14-1-26 16,17-3-10-16,17 0-2 0,13 0-11 16,10-3 1-1,15-6-2-15,5-5-5 0,6 3-1 16,5-3 1-16,-2 0 1 16,0-2-10-16,4 2 5 15,2-4 4-15,11 0 8 16,8-2-2-16,0 0-9 15,-5 3-7-15,-16 3-1 16,-14 2 5-16,-14 2-5 16,-16 0-1-16,-11 3 1 15,-12 2-3-15,-18 1 0 16,-9 0 0-16,-15 1 1 16,-13 3 0-16,-16 0-1 15,-13 0-8-15,-1 0-60 16,-27 0 13-16,-27 0-37 0,-28 3-225 15</inkml:trace>
  <inkml:trace contextRef="#ctx0" brushRef="#br0" timeOffset="52764.579">21290 9860 92 0,'0'0'69'0,"0"0"-54"0,0 0 28 0,0 0 41 0,0 0-19 16,0 0-40-16,41 0-13 16,4 0 33-16,10 0-12 15,14 0-12-15,13 0 10 16,10 0-8-16,15 0 19 16,15 0-4-16,13 0-5 15,19-12 14-15,15-1-16 0,8-3 0 16,2 3-4-16,-4-3-3 15,1 2 3-15,-9 0-4 16,5-2 4-16,-1 3-12 16,-1-1-2-16,2 2-6 15,-11-2 6-15,-4 2-1 16,-7-2 3-16,-14 2-5 16,-10 0 7-16,-15 1-4 15,-17 0 0-15,-12 2 4 16,-16 5 3-16,-12-3 5 15,-17 3 1-15,-10 1 4 16,-14 2-1-16,-8 1-5 0,-2-3 0 16,-3 3 5-16,0 0-8 15,0 0-12-15,0 0-2 16,0 0-4-16,0 0-3 16,0 0 3-16,0 0-1 15,0 0 0-15,0 0-2 16,0 0 1-16,0 0-1 15,0 0 0-15,0 0-6 16,0-3-9-16,0 3-18 16,0-3-16-16,-3 0-40 15,-9 0-105-15,-12-3-108 16,-3-1-101-16</inkml:trace>
  <inkml:trace contextRef="#ctx0" brushRef="#br0" timeOffset="78650.962">23647 8753 391 0,'0'0'57'0,"0"0"-50"16,0 0 43-16,0 0 4 0,0 0-19 15,0 0-7-15,0 0-7 16,0 0 10-16,-26 5 3 16,25-2-1-16,1 0-7 15,0 0-7-15,-3 1 5 16,3 0-3-16,0 2 14 15,0 1-6-15,0 3 0 16,0 3 2-16,0 2-4 16,0 5 1-16,0 4 1 15,0 3-2-15,0 2-5 16,0 2 1-16,0-2-2 16,0 2-3-16,0-6 1 15,0-1-3-15,0-2-3 16,0-3 2-16,0-1-3 15,0-4-4-15,0-1 1 0,0-3 2 16,0-1-3-16,0-4-1 16,3 0-2-16,-3-1 0 15,0-1-1-15,0-2 2 16,0 2-4-16,0-2 4 16,0 5-2-16,0-5 6 15,0 4-4-15,0-5 6 16,0 0-7-16,0 0-3 15,0 0 1-15,0 0 0 16,0 0 3-16,0 0-3 0,0 0-3 16,0 0 0-16,0 0 0 15,0 0-30-15,0 0-51 16,-12 0-117-16,-1-8-356 16</inkml:trace>
  <inkml:trace contextRef="#ctx0" brushRef="#br0" timeOffset="84382.305">24294 9532 244 0,'0'0'70'0,"0"0"-68"0,0 0 29 0,0 0 6 15,0 0-15-15,0 0 15 16,52 10-5-16,-30-10-11 16,7 2 0-16,13-1 3 15,6-1 10-15,7 0 13 16,3 0-24-16,-3 0-18 0,-2 0-3 15,-4 0 2-15,-4 0 1 16,2 0 3-16,-5 0 1 16,1 0 6-16,-5 0-3 15,-1 0 4-15,-3-1 2 16,8-1-3-16,0-1 8 16,-2-3-9-16,2 4-3 15,-6-1-4-15,-2-3 0 16,-3 5 1-16,-4-4 3 15,1 2-5-15,-8 1 4 16,-4-3 1-16,-5 5-1 16,-4-1 3-16,-5 1-2 0,1 0 1 15,-3 0-1-15,0 0 6 16,0 0-7-16,0 0-6 16,0 0 4-16,0 0-1 15,0 0-4-15,0 0 1 16,0 0-1-16,0-3-3 15,0 3 1-15,0 0-1 16,0 0 0-16,0 0-7 16,0 0-3-16,0 0-39 15,-17 0-142-15,-9-7-205 16</inkml:trace>
  <inkml:trace contextRef="#ctx0" brushRef="#br0" timeOffset="87605.488">21599 8279 638 0,'0'0'48'0,"0"0"79"0,0 0-18 0,0 0-48 16,0 0-54-16,0 0 2 15,0 0 19-15,-3 43-12 16,14-26-3-16,4-3 1 16,0-5-3-16,11-8-6 15,12-1 16-15,20-17-4 16,22-16-6-16,15-14-9 15,15-10-2-15,1-3-9 16,-10-1-82-16,-17 8-143 0,-29 10-318 16</inkml:trace>
  <inkml:trace contextRef="#ctx0" brushRef="#br0" timeOffset="87915.353">22377 8383 435 0,'0'0'198'0,"0"0"-184"0,0 0 73 15,0 0-18-15,0 0-32 16,0 0-25-16,-25 18 13 16,44-18 1-16,18 0 11 15,14-19-18-15,12-11-16 16,8-3-3-16,4-6-33 16,-8-1-166-16,-7 0-157 15</inkml:trace>
  <inkml:trace contextRef="#ctx0" brushRef="#br0" timeOffset="88237.05">23077 8522 283 0,'0'0'74'16,"0"0"-13"-16,0 0 71 15,0 0-39-15,0 0 14 0,0 0-20 16,83-3-41-1,-45-21-28-15,11-6-11 0,3-5-7 16,4-6-24-16,-1-5-157 16,0-3-357-16</inkml:trace>
  <inkml:trace contextRef="#ctx0" brushRef="#br0" timeOffset="88583.31">23708 8519 532 0,'0'0'80'16,"0"0"77"-16,0 0-72 16,0 0-29-16,0 0-18 0,75-85-25 15,-23 52-4 1,12-2-9-16,6-3-6 0,5-4-178 15,-16-1-350-15</inkml:trace>
  <inkml:trace contextRef="#ctx0" brushRef="#br0" timeOffset="88910.291">24318 8475 220 0,'0'0'386'0,"0"0"-324"16,0 0 35-16,0 0-55 15,0 0-31-15,84-74-6 16,-35 48-5-16,6-6-58 16,3-3-150-16,-4-3-286 15</inkml:trace>
  <inkml:trace contextRef="#ctx0" brushRef="#br0" timeOffset="89204.516">24797 8386 391 0,'0'0'127'16,"0"0"-19"-16,0 0 7 16,0 0-29-16,0 0-30 15,112-69-32-15,-72 38-24 16,8-5-7-16,4-6-189 15,8-12-482-15</inkml:trace>
  <inkml:trace contextRef="#ctx0" brushRef="#br0" timeOffset="90186.949">25547 9189 537 0,'0'0'20'0,"0"0"-6"0,0 0 28 16,0 0 4-16,0 0 56 15,0 0-36-15,130 11-28 16,-49-11-20-16,19-7 3 16,12-5-1-16,7 0-4 15,5-2-1-15,-2 1-6 16,-7 0-6-16,-10 5 1 0,-11-2-1 15,-11 4 3-15,-5-4 2 16,-8 4 6-16,-3-1 0 16,-6-3-2-16,-7 4 0 15,-11 0-7-15,-11-2-2 16,-10 4-3-16,-10-1 2 16,-9 2-2-16,-3 0-13 15,-2-1-79-15,-20 0-38 16,-14-3-195-16</inkml:trace>
  <inkml:trace contextRef="#ctx0" brushRef="#br0" timeOffset="90615.766">26896 8887 640 0,'0'0'29'0,"0"0"-5"16,0 0 16-16,0 0 45 15,0 0-23-15,0 0-30 16,106 65-4-16,-68-53-10 16,0 0-10-16,-2-6-7 15,1 1 1-15,-4-4 3 16,-6-1-5-16,-6-1 2 16,-5-1-1-16,-7 0 1 15,-4 0 1-15,-4 0 3 0,-1 0 5 16,0 0 22-1,0 0 11-15,0 0 5 0,0 0-32 16,-1 8-12-16,-11 6 8 16,-6 6 21-16,-3 3 1 15,-1 7-8-15,-2 1-2 16,0 3-4-16,1 0-7 16,0-5-2-16,2-3-4 15,4-3-2-15,4-7-2 16,5-5-2-16,1-2-2 15,7-6-1-15,0-3-18 16,0 0-48-16,0 0-60 0,12-16-62 16,10-14-733-1</inkml:trace>
  <inkml:trace contextRef="#ctx0" brushRef="#br0" timeOffset="91281.018">28038 8702 632 0,'0'0'32'0,"0"0"102"0,0 0-61 15,0 0-4-15,-89 68-8 16,72-30-9-16,1 3-8 16,0 5-9-16,4 1-6 0,4-3-7 15,5-2-8-15,3-2-4 16,0-2-8-16,0-2 0 16,3-4 4-16,7-3-4 15,0-2-2-15,4-9-6 16,2-2-9-16,3-9 3 15,3-4-1-15,1-3 12 16,6-3 2-16,-1-17-1 16,-1-3 2-16,-2-5 4 15,-5-4-4-15,-3 1 2 16,-4 0-1-16,-9 0 7 16,-1 4 13-16,-3 4-1 15,0 5 0-15,-13 5-8 0,-8 5-7 16,-6 6-6-1,-9 2 2-15,-6 2-3 0,-2 16 0 16,0 3-1-16,7 2 0 16,5 1 1-16,7 3-3 15,9-5 3-15,8-1-23 16,8-3-72-16,2-10-72 16,22-8-291-16</inkml:trace>
  <inkml:trace contextRef="#ctx0" brushRef="#br0" timeOffset="92030.057">28391 8417 774 0,'0'0'21'0,"-37"-74"38"15,19 48 56-15,-3 3-66 0,2 5-9 0,-7 8-10 16,-3 3-5-16,-10 5-12 16,-6 2-9-16,-4 0-1 15,-3 17 2-15,-2 6 1 16,-3 8 2-16,0 10 8 16,-2 5 8-16,0 6 1 15,3 3-2-15,4 4-6 0,4-1-2 16,9 2-1-16,6 2-3 15,14 3 0-15,4 2-7 16,8 0-1-16,5-2-1 16,2 3 0-16,0-1-2 15,9-3 2-15,9-1-2 16,3-10 0-16,4-1 0 16,4-5 5-16,5-8-5 15,4-6 3-15,6-2-2 16,5-6 0-16,3-7-1 15,4-5 0-15,2-3-1 16,0-6 3-16,1-4-3 16,4 0 2-16,0-15-1 0,1-7 3 15,-1-4-3-15,-4-7-1 16,-5-4 1-16,-3-2 0 16,-2-5 1-16,-4-1-1 15,1-6 1-15,-6-5-1 16,-5 1 1-16,-5 0 0 15,-7 6 10-15,-3 1 2 16,-8 1 5-16,-6 1 0 16,-3 0-4-16,-3-2 3 15,0 2-4-15,-2 0-6 16,-8 3 2-16,-6-1-5 16,-1 3 5-16,-5 1-3 15,-2 4-3-15,-6 3 1 0,-3 7-4 16,-1 3 0-1,-4 5 2-15,2 6-2 0,-2 2 0 16,-2 5 0-16,5 0-3 16,4 5-9-16,6 0-10 15,8 0-32-15,4 3-24 16,8 9-52-16,5-2-85 16,0-5-262-16</inkml:trace>
  <inkml:trace contextRef="#ctx0" brushRef="#br0" timeOffset="92788.959">29609 8551 705 0,'0'0'59'0,"0"0"46"0,0 0-20 0,43-84-41 15,-42 71 6-15,-1 4-18 16,-3 2-20-16,-20 7-9 16,-15 0 28-16,-3 4-27 15,-4 15 0-15,6 8-1 16,10 4 0-16,13 4-3 16,15 0 3-16,1 0-3 15,11-3 1-15,18-6 5 16,7-4-4-16,4-5 1 15,2-5 3-15,-2-3-6 16,-6-2 3-16,-5 0-2 16,-5-2 1-16,-8 3-2 0,-7-2 0 15,-4 1-2-15,-5 0 1 16,0 1-3-16,-3-1 4 16,-14 0 16-16,-7-1-7 15,-1-4-4-15,4-2-4 16,8 0 4-16,5 0-1 15,5 0-1-15,3-11-3 16,0-5-10-16,8-4-12 16,12-1 17-16,5-1 0 15,3-3-3-15,2 3 3 16,3 3 0-16,-2 0 5 16,-3 7 0-16,0 2 2 15,-4 4-1-15,-3 4 0 0,-3 2 3 16,0 0 4-1,-6 8 0-15,0 7 4 0,-5 4 6 16,-4-1 1-16,-3 4-7 16,0-3-3-16,0-2-5 15,0-2-2-15,-3-4-2 16,-1-2-7-16,1-5-70 16,3-4-92-16,1 0-366 15</inkml:trace>
  <inkml:trace contextRef="#ctx0" brushRef="#br0" timeOffset="93530.114">30341 8452 861 0,'0'0'95'0,"0"0"51"0,0 0-54 0,-103-25-48 15,69 28-1-15,-1 15-21 16,7 3-7-16,9 3-8 15,8 0-5-15,10 1-1 16,1-3 0-16,7-3-1 16,14-5-6-16,3-1-9 15,3-7-16-15,0-6 2 16,0 0-11-16,-4-4-7 16,-1-16-2-16,-2-1 26 15,-5-4 12-15,-4-1 6 16,-4 3 5-16,-4 3 1 0,0 10 3 15,-3 2 2-15,2 6 17 16,-2 2 0-16,0 0-23 16,1 12-5-16,3 11 5 15,-1 7 6-15,2 5-3 16,-2 4 6-16,0 5-2 16,-1 4 3-16,-2 2-1 15,1-1 1-15,1 2 7 16,1-2-4-16,4 1-5 15,-1-3-3-15,-2-3-3 16,2-4 2-16,-3-2 5 16,-3-5 2-16,0-1-2 0,0-4-1 15,0-3 3-15,0-6-6 16,-6-7-2-16,0 0-2 16,-1-10-1-16,-3-2-2 15,-2 0-4-15,-3 0-3 16,1-14-5-16,1-1 6 15,4-7 3-15,0-4 5 16,4-5 0-16,5-2-3 16,0-3 3-16,0-4 3 15,14 1-3-15,5-4 1 16,5 0 7-16,0 1 0 0,3 1 4 16,3 1 6-1,0 8-5-15,-1 2 3 16,1 3 4-16,-3 5-5 15,-5 5 1-15,-3 5-4 0,-8 5 0 16,-3 3-6-16,-5 1-3 16,-2 3-3-16,-1 0-2 15,0 0-13-15,0 1-38 16,0 6-20-16,-1-1-77 16,-10-6-176-16</inkml:trace>
  <inkml:trace contextRef="#ctx0" brushRef="#br0" timeOffset="94057.182">31539 8102 82 0,'0'0'456'0,"0"0"-392"0,-48-76 61 0,18 59-72 16,-3 4 18-16,4 6 7 16,2 3-14-16,6 4-7 15,2 0-4-15,8 9-11 16,2 15-9-16,5 14 6 16,4 10 2-16,0 2-12 15,0 9-7-15,13-5-10 16,5 0-2-16,2 0-3 15,2-2 2-15,-1-4-1 16,-3-4-6-16,-2-6 4 16,-5-6-6-16,-4-4 0 0,-4-5 2 15,-3-5-2-15,0-5-7 16,0-5-29 0,0-4-11-16,-3-4-33 0,-7 0-52 15,1-1-118-15,-4-17-219 16</inkml:trace>
  <inkml:trace contextRef="#ctx0" brushRef="#br0" timeOffset="94439.311">31287 8471 498 0,'0'0'53'0,"0"0"36"16,105-34-40-1,-55 22-34-15,2-2-7 0,-4 2-6 16,-3-4-2-16,-11 1-1 16,-7-2-19-16,-10 1 9 15,-4 1 11-15,-9 1 9 16,-4 2 21-16,0 3 37 16,0 0 6-16,0 8-8 15,0 1 5-15,0 0-43 16,0 8-19-16,2 12 45 15,2 6-1-15,2 3-7 16,1 2-3-16,-3 1-13 16,2-1-6-16,-3-1-5 15,0-4-13-15,0-3 1 0,-3-3-6 16,0-4 0-16,0-6-18 16,0-2-38-16,0-5-46 15,0-3-27-15,0 0-128 16,0-3-162-16</inkml:trace>
  <inkml:trace contextRef="#ctx0" brushRef="#br0" timeOffset="95037.903">31802 8243 420 0,'0'0'209'16,"0"0"-168"-16,0 0 1 0,0 0 11 15,0 0-21 1,100-19-8-16,-75 19-11 0,-1 0 4 15,-3 0 0-15,-6 0-2 16,-5-4 16-16,-7-1 26 16,-3-1 7-16,0 6-1 15,-15 0-23-15,-10 9-27 16,-2 13-4-16,2 4 5 16,4 5 14-16,10 1-4 15,5-3 0-15,5-2-13 16,1-8-4-16,0-6-6 15,7-3-1-15,10-9 7 16,4-1 2-16,4 0-4 16,2-14-5-16,-2-7-9 0,-7-3-10 15,0-3 2-15,-3-1 8 16,-5 3 4-16,-2 6 3 16,-7 6 2-16,-1 9 0 15,0 4 10-15,0 4-7 16,0 15-2-16,5 9 18 15,3 3-2-15,-1 8-1 16,-1 2 0-16,-3 11 0 16,-3 5 12-16,0 4-4 15,0 5 8-15,0-2-5 16,0-2-5-16,-6-4 6 16,-4-8-12-16,-4-4-5 15,3-8 1-15,1-7 3 0,3-12-4 16,2-6-1-1,1-8-4-15,-1-5-2 0,2 0 5 16,-1-18 6-16,1-7-10 16,3-7-4-16,0-9-1 15,0-6-1-15,8-5-18 16,0 0-36-16,-2 3-43 16,-6 7-61-16,0 7-195 15</inkml:trace>
  <inkml:trace contextRef="#ctx0" brushRef="#br0" timeOffset="108638.138">8231 11176 514 0,'0'0'14'0,"-36"-93"29"0,14 41 42 0,-7 2-7 0,-2-3-30 16,-3 0-13-16,-4 1-1 15,1-2-11-15,-5 8 6 16,-1 2-6-16,-4 2-16 15,-3 6-1-15,-7 3-1 16,-2 3-1-16,-4 5 2 16,-4 6-1-16,-2 6 10 15,-5 4-9-15,-3 4 0 16,-6 5-1-16,-2 0 0 16,3 11-2-16,-3 10 4 15,-2 5 0-15,1 12-2 0,3 4 1 16,6 7-4-16,5 7 8 15,5 3 0-15,6 11 3 16,1-1-4-16,7 8 3 16,5 2 0-16,8-1-3 15,7 8-3-15,6 0-2 16,7 3 0-16,10 2-3 16,7 0 0-16,3-7 7 15,0-5-4-15,18-5-1 16,5-2 0-16,5-2-1 15,10-5 2-15,4-5-3 16,12-5 1-16,4-3-2 16,14-2 3-16,11-4-3 0,13-1 1 15,8-5 10-15,8-6-4 16,2-6-5-16,-1-10 2 16,0-7-1-16,-2-7-3 15,-1-4 5-15,-7 0-4 16,-3-11-1-16,-9-4 2 15,-4-9 1-15,1-4-2 16,1-5-1-16,-1-3 3 16,-6-7-3-16,-7-2-1 15,-11-9 1-15,-7-1 0 16,-8-11 1-16,-4-7-1 16,-8-6 1-16,-7-9 2 0,-6-8 0 15,-12-10 0 1,-11 0 0-16,-1-5-2 0,-10 5 3 15,-19 10 3-15,-5 5 20 16,-8 7 0-16,-7 9 11 16,1 7-6-16,-1 8-9 15,-3 10-8-15,1 3-1 16,-3 7-1-16,-1 9-4 16,-3 4-4-16,0 6-1 15,4 6-4-15,-1 8 2 16,0 7-1-16,-2 0-1 15,5 4 0-15,1 14-1 16,5 3-2-16,7 6-1 0,9-1-34 16,11 3-50-1,16-1-57-15,3-8-71 0,0-5-320 16</inkml:trace>
  <inkml:trace contextRef="#ctx0" brushRef="#br0" timeOffset="109670.913">10552 12094 590 0,'0'0'3'0,"0"0"6"0,0 0 9 0,0 0 1 0,0 0-17 15,0 0 36 1,0 0 37-16,78 38-51 0,-4-30-11 16,17-4 27-16,15-4-20 15,12 0-6-15,9 0 4 16,6 0 3-16,2-4-5 16,-5-2 12-16,-6 0-14 15,1 0-1-15,-7-1-7 16,-10 1-4-16,-10-3-1 15,-7-1-1-15,-12 2 3 16,-9-2-2-16,-14 0-1 16,-18 6 1-16,-11 2-3 15,-12 2-4-15,-12 0-5 16,-3 0-29-16,-9 0-72 16,-25 0 91-16,-27 5-98 0,-26 0-172 15</inkml:trace>
  <inkml:trace contextRef="#ctx0" brushRef="#br0" timeOffset="110093.305">10891 12240 642 0,'0'0'0'15,"0"0"-7"-15,0 0 6 16,0 0 1-16,0 0 9 0,80 25 18 16,-29-23 1-16,12 2 4 15,5-2 0-15,8-2 4 16,8 0 10-16,7 0 7 16,9 0-10-16,-5 0-16 15,2 0-12-15,-3 0 1 16,3 0-6-16,0-1-5 15,0-4 0-15,-4 0 2 16,-1-2-4-16,-5 0 5 16,-8 0 0-16,-12 2 3 15,0-1 5-15,-12 2-3 16,-8 1-5-16,-9 0-3 0,-12 0 1 16,-8 2-3-1,-8-1 0-15,-10 2 0 0,0 0-3 16,0 0-3-16,-12 0-39 15,-24 0-56-15,-20 0-160 16,-22 3-362-16</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11:01.500"/>
    </inkml:context>
    <inkml:brush xml:id="br0">
      <inkml:brushProperty name="width" value="0.05292" units="cm"/>
      <inkml:brushProperty name="height" value="0.05292" units="cm"/>
      <inkml:brushProperty name="color" value="#FFC000"/>
    </inkml:brush>
  </inkml:definitions>
  <inkml:trace contextRef="#ctx0" brushRef="#br0">17982 3971 132 0,'0'0'57'0,"0"0"-37"0,0 0 36 0,0 0-8 0,0 0-10 15,0 0-19-15,0 0-16 0,-5-18 22 16,22 26 27-16,5 0 6 16,7 2-10-16,5 0-15 15,2 0-3-15,10-3 11 16,2 4-13-16,7-1 5 15,5-2-5-15,4 1-11 16,5-1-3-16,3 1-8 16,5-2 0-16,5 2 0 15,-2 1 2-15,7 1-5 16,-2 2 6-16,3 0 0 16,1 0-3-16,2 3 1 15,-1-3 3-15,1-2-7 16,0-3 2-16,-3 0-4 15,-2-2 1-15,1-2 0 16,-2-2 1-16,-3 0-1 0,-1 2 1 16,-1-2-2-16,-4 2 3 15,5 2 1-15,-5 0 2 16,0 1 0-16,0-3 2 16,-3 2-3-16,-3 2 0 15,2-1-4-15,-2 0-2 16,2 0 4-16,-8 0-4 15,-3-1 1-15,0-1-1 16,-1 4 1-16,4-5-1 16,2 2 2-16,2 0 0 15,1 1-1-15,2-1 2 16,-2-1-1-16,0 4-2 0,-2-1 2 16,0 0 0-16,0-1 0 15,-1 0-2-15,-2 2 0 16,5-4 1-16,-1 2 2 15,-1-1-3-15,-3-3 0 16,4 1 0-16,-6-1 0 16,2-1 0-16,4 3 0 15,-3-2 0-15,8-1 2 16,0 1-1-16,2-1-1 16,4 3 0-16,-7-4 1 15,-2 1 1-15,-2 0-2 16,-5 0 0-16,3-2 3 15,0 0-2-15,1 0 0 0,2 0-1 16,-3 0-1-16,-2 0 1 16,2 0 0-16,1 0-1 15,1 0 1-15,1 0-2 16,-1 0 2-16,-3 0 3 16,6-2-3-16,-3-1-1 15,1 2 1-15,-1 0-2 16,-2-4 2-16,0 5-2 15,-1-2 2-15,1 2 6 16,5-3-6-16,0 0 0 16,-3-1 1-16,1-1-1 15,1 2 0-15,0 1 1 0,2-1-1 16,4-2 0-16,0 0 0 16,0 0 1-16,2 0-1 15,1 0 0-15,-2-1 0 16,-1 0-1-16,-1 0-1 15,-1 0 2-15,0 0-2 16,3-1 2-16,-2-1-4 16,-5 3-4-16,-3-1 2 15,-1 2 0-15,-4 1-4 16,-1 0 5-16,-2 2-1 16,-5-2 5-16,-2 2 1 15,-4-2 0-15,1 0 0 16,-3-1 0-16,-4-1 1 15,0 1 1-15,-2 1 1 0,-5 1 0 16,-2-1-1-16,-4 2 4 16,-4-2 5-16,-5 1 3 15,-4 0 6-15,-4 0-6 16,-3 0-2-16,0 1 7 16,-2-1-3-16,-1 2-5 15,-1 0-7-15,-1 0-3 16,0 0 1-16,1 0-1 15,-2 0 0-15,3 0 2 16,-1 0 0-16,-2 0 1 16,-2 0-1-16,4 0-1 0,-1 0-1 15,-1 0-1 1,1 2 0-16,-1 3 0 0,0-1 1 16,0-1 0-16,-1-1-1 15,-1 2 0-15,2-1 2 16,-1 1-2-16,1 1 0 15,-3 0-17-15,0 1-65 16,-6-6-131-16,-30-1-287 16</inkml:trace>
  <inkml:trace contextRef="#ctx0" brushRef="#br0" timeOffset="6568.033">8393 5185 458 0,'0'0'10'0,"0"0"-10"0,0 0 29 0,0 0 3 15,0 0 24-15,0 0-31 16,0 0-15-16,39 0 4 16,-3 0 2-16,6 0 10 15,7-1-8-15,4 1-5 16,0 0 2-16,5 0-2 0,2 0-4 15,-1 0 4-15,4 0-6 16,3 6 4-16,1-1-1 16,4 0-2-16,3-1 1 15,-3-1-3-15,4 1 1 16,-2-1 0-16,1 0-5 16,-5 3 1-16,-3-2 2 15,-4 3-3-15,6 0 3 16,-4-1 0-16,0 1 3 15,1-1-3-15,-4 4 1 16,-5-4-1-16,2 2-1 16,0-1 1-16,3 2-1 15,-1 1 1-15,-2-4-2 0,3 3-1 16,-1-2 3 0,-2-1 2-16,3-2-6 0,2 2 4 15,0-2-4-15,-2-1 3 16,-3 0-2-16,0-1-2 15,2 3 0-15,0 0 2 16,5-2 0-16,-1 0 3 16,2-1-2-16,4 0-1 15,-1 0-2-15,1-2 3 16,0 0-2-16,-3 0-1 16,0 0 3-16,-2 0-2 15,-1 0 0-15,0 0 0 16,10 0-1-16,-5-2 0 0,-3 0 0 15,-2 0 1-15,-3 2-2 16,-1-1 1-16,-1 1-1 16,9-2 1-16,-4 2 0 15,4-1 1-15,1-1-1 16,-3 0 0-16,1-3 0 16,-3 2 0-16,2-1 0 15,-4 0 0-15,1 0 3 16,-5 1-3-16,3 0 0 15,5 0 0-15,1-1 0 16,-3 1 0-16,0 2 0 16,-4-1 0-16,-1 2 0 0,1 0 0 15,0 0 0 1,-1 0 7-16,-3-2 5 0,-2 2 5 16,-4 0-3-16,-3 0 1 15,-3 0 3-15,-2 0-4 16,-5 0 0-16,-1 0 1 15,-4 0-2-15,-4 0 0 16,-3 0-5-16,-4 0 0 16,-6 0-4-16,-2 0 0 15,-7 0-1-15,-3 0 0 16,0 0-3-16,-3 0 0 16,0-2-10-16,0-2-76 15,-13-8-238-15</inkml:trace>
  <inkml:trace contextRef="#ctx0" brushRef="#br0" timeOffset="12664.2">25419 6511 419 0,'0'0'240'0,"0"0"-97"0,0 0-48 0,0 0-25 15,0 0-46-15,0 0-24 16,0 0 0-16,0 36 42 16,0-2 20-16,0-1-14 0,0-2-28 15,0-3 7 1,0-1-13-16,-1-5-11 0,-2-5 0 15,0-5 0-15,3-6-1 16,0-3-2-16,0-1 1 16,0-2 5-16,0 0 0 15,0 0 4-15,0 0-2 16,0-11 0-16,4-4-6 16,5 0-1-16,2-2 0 15,1 1-1-15,4 1 0 16,2 2-1-16,1 2 0 15,4 3 1-15,0 5 0 16,2 0-3-16,1 3 4 0,3 0-1 16,-2 4 1-16,1 9 3 15,-1 2-3-15,-4 4 0 16,-3-1 1-16,-2 0 1 16,-5 0-3-16,-1 1 4 15,-6-1 5-15,-1-1-2 16,-5 3 2-16,0 0 3 15,0-3-3-15,-6 0 4 16,-11 1 2-16,1-2-5 16,-7-3 1-16,0 0 2 15,-6 1 2-15,1-4-9 16,5 2 3-16,-2-2-7 0,3 0 3 16,0-4-5-16,0 3 1 15,2-2 0-15,-1-2-1 16,3 1 1-16,-1-3 1 15,6-3-2-15,2 0-2 16,5 0 0-16,6 0-19 16,0-5-22-16,0-13-51 15,10-7-105-15,14-9-114 16,1-7-317-16</inkml:trace>
  <inkml:trace contextRef="#ctx0" brushRef="#br0" timeOffset="13009.738">25552 6432 371 0,'0'0'81'0,"0"0"59"0,0 0-21 16,0 0-16-16,0 0-32 15,0 0-24-15,-2-6-19 16,24 4 39-16,7 0-31 16,4-4-1-16,6 0-8 15,-2 2-4-15,1 2-9 16,-6 0-7-16,0 2-5 16,-7 0 3-16,-4 0-2 0,-6 0-3 15,-6 0 1 1,-2 0-1-16,-4 0-2 0,-1 0-6 15,-1 0-21-15,1 1-28 16,1 0-33-16,3 5-48 16,0-6-249-16</inkml:trace>
  <inkml:trace contextRef="#ctx0" brushRef="#br0" timeOffset="13483.334">26189 6410 550 0,'0'0'49'0,"0"0"67"0,0 0-1 15,0 0-40-15,-84 85-12 16,71-57-13-16,6 2-22 16,1 0-1-16,4-1-13 15,2-3-3-15,0-3-1 16,0-3 0-16,9-3-6 15,3-2-4-15,6-3 0 16,0-3 3-16,0-1 2 16,3-4-1-16,-3-3-4 15,3-1 0-15,-1 0 2 16,-2-2-1-16,0-9 2 0,1-2-2 16,-5-4 5-16,0-3-5 15,-1-3 1-15,-6 0-1 16,-2-1 3-16,-2-1-3 15,-3 1 3-15,0-1 0 16,0 1 4-16,-9 0 6 16,-3 2-3-16,-1 1-2 15,-1 1-4-15,-2 1-3 16,1 6-2-16,-3 5 1 16,0 3-1-16,-1 2-1 15,1 3-1-15,4 0-2 16,7 0-16-16,5 2-55 15,2 3-71-15,6-1-207 16</inkml:trace>
  <inkml:trace contextRef="#ctx0" brushRef="#br0" timeOffset="13967.83">26599 6392 542 0,'0'0'115'0,"0"0"-33"0,0 0 46 16,0 0-69-16,0 0-10 15,-86 65-14-15,78-39-16 16,1 2-4-16,6 0-6 16,1 0 0-16,0-1-5 0,0-3-1 15,8-2 2-15,1-2-3 16,2-3 0-16,2-4-2 15,-1-3-2-15,3-3-11 16,3-3-14-16,3-4 23 16,3 0 1-16,0 0 3 15,1-11-4-15,-1-1 4 16,0-9 1-16,-5 3 1 16,-1-4-1-16,-3-3 1 15,-3 1-1-15,-6 0 15 16,-5-1 6-16,-1 2 7 15,0 0 3-15,-3 0 9 0,-9 3-19 16,-4 3-6-16,-1 0-7 16,-2 7-4-16,-3 5 1 15,-2 2-4-15,0 3-1 16,-4 0-1-16,5 0-1 16,0 5 0-16,6 4-4 15,2 2-36-15,6 0-43 16,3-2-56-16,3-6-187 15</inkml:trace>
  <inkml:trace contextRef="#ctx0" brushRef="#br0" timeOffset="31465.18">5729 4981 483 0,'0'0'0'0,"0"0"0"0,-63-75 6 0,41 53 12 16,-5-1 10-16,-1 6-4 16,-4 2 9-16,-2 3-3 15,-5 2 2-15,3 5-5 16,-3 3 8-16,5 2-9 15,-3 0-9-15,6 0 1 16,1 11-7-16,0 3 0 16,-1 4-9-16,1 2 3 15,-3 4 0-15,2 5-3 0,-2-1 3 16,0 7-1-16,-6-1 0 16,3 5 2-16,0 0 1 15,-2 1 5-15,2 4 0 16,0-2-3-16,3 1 2 15,6 1-4-15,-1 0 0 16,6 0-6-16,-1-1 2 16,-1 3 0-16,7-3 1 15,0 5-3-15,1 0 2 16,2-2 0-16,5-2 0 16,5 3-2-16,1 0 0 15,3 1 2-15,0 0 0 16,10 2-1-16,8 0-1 15,3-5 0-15,4-1 6 16,5-2 1-16,3-1-7 0,0-2 6 16,1 0-2-16,5-4-2 15,-3-2-2-15,2-5 1 16,3-2-2-16,1-6 3 16,2-3 0-16,1-6-2 15,4-2 3-15,1-6 3 16,0-3-7-16,4 0 1 15,-3 0-1-15,9-5 11 16,-1-6-3-16,-1-2-5 16,-4 1-2-16,-5-2-1 15,-4-2 2-15,-3-1-2 16,4-3 0-16,-1-1 2 0,1-3 0 16,2 1-2-16,1-5 1 15,-4-1 0-15,1-2-1 16,-9 1 0-16,-5-1-1 15,-7-1 1-15,-4 0 4 16,-5-1-3-16,-4-3-1 16,-3 1 5-16,-3 1-4 15,-1-1 1-15,-5 0-1 16,0 0 1-16,0 0 0 16,0-4-2-16,-11-1 5 15,-5-2-5-15,-2 2-5 16,-3 3 5-16,-3 1 0 15,-1 0 4-15,-1-1-2 0,-2 3-1 16,1-3 0-16,0 2-1 16,-1-4 0-16,3 0 1 15,-2 0-1-15,-1-1 1 16,3 0-1-16,2 5 2 16,-1 0-1-16,-1 3-1 15,-1 5 2-15,2-1 1 16,-3 4 3-16,-1-3-4 15,1 2 5-15,-1 2 3 16,-2 1-3-16,0-1 0 16,0 1 5-16,5 3-9 15,1-1 7-15,2 4 2 0,-1-3-9 16,5 6 5-16,-4 0 1 16,6 4-3-16,-1 2 6 15,1 0-4-15,1 1 2 16,-3 1-2-16,3 3-7 15,3-2-1-15,-3 4 2 16,-1 0 0-16,1 0-2 16,-6 0-4-16,-3 0 3 15,-4 17 2-15,-3 5 5 16,-2 4-5-16,0 4-1 16,0 6-10-16,5 2-24 15,-2 8 1-15,6 6-73 16,-5 1-83-16,-6-1-159 15</inkml:trace>
  <inkml:trace contextRef="#ctx0" brushRef="#br0" timeOffset="33085.553">11820 6189 251 0,'0'0'11'16,"0"0"-5"-16,0 0 28 0,0 0 35 0,0 0-2 0,0 0-13 16,0 0 1-16,-33 0-26 15,33 0-2-15,0 0-11 16,0 0-16-16,15 0 12 15,18 0 27-15,10 0-5 16,14 0-2-16,0-1-14 16,11-4-6-16,4 3-2 15,8-1 4-15,4 0-2 16,4 0-3-16,2 2-1 16,-2 1-2-16,0-3 3 15,0 3 2-15,3-2 1 16,-3-2-1-16,1-2-2 15,-4-2-2-15,-4 2 0 16,-14-1-2-16,-10-1-4 16,-12 2 1-16,-14 1 0 0,-9 0 2 15,-11 3-2-15,-7-2 0 16,-4 3-2-16,0 0-9 16,-4 1-15-16,-19 0 10 15,-23 0-154-15,-17 10-27 16,-14 0-59-16</inkml:trace>
  <inkml:trace contextRef="#ctx0" brushRef="#br0" timeOffset="33543.517">12098 6356 472 0,'0'0'0'0,"0"0"-2"0,0 0-14 0,0 0 16 0,0 0 22 15,0 0 18-15,29 21 20 16,3-19-25-16,7 0-5 16,13-2 0-16,3 0 4 15,9 0 7-15,3 0-12 16,7-4 3-16,4-1-11 15,0 0 3-15,1-1-6 16,-4-1-3-16,-4-1-1 0,-5 0-7 16,-3 0 3-16,1 1-1 15,-6 0 2-15,-7 0-3 16,-5 2 5-16,-6 0 0 16,-5-1 1-16,-1-2 0 15,-4 2-2-15,-3 0 0 16,-3 0-7-16,-8 0-2 15,-4 1 2-15,-5-1-3 16,-2 4 1-16,1-1-1 16,-5 0 1-16,2-1-3 15,3-6-18-15,3 0-71 16,10-1-96-16,8-5-287 0</inkml:trace>
  <inkml:trace contextRef="#ctx0" brushRef="#br0" timeOffset="34174.205">14250 6356 492 0,'0'0'12'0,"0"0"-4"0,0 0 2 16,0 0 9-16,0 0-8 0,0 0 7 15,-8 25 18-15,8-14 54 16,16-1-34-16,15-3-14 15,20-6 15-15,19-1-10 16,17 0-18-16,8-4-7 16,7-6-13-16,3-3 0 15,-5-2 0-15,-2 0 1 16,-9 0-4-16,-1-2 4 16,-9 2 8-16,-4 0-6 15,-10-1 0-15,-7 5-7 16,-10 1 1-16,-6 1-3 15,-14 4 1-15,-10 3-3 16,-12 2-2-16,-6 0 1 0,0 0-16 16,-18 2-53-1,-19 16 33-15,-21 6-63 0,-24 4-54 16,-17 2-37-16,-9-2-276 16</inkml:trace>
  <inkml:trace contextRef="#ctx0" brushRef="#br0" timeOffset="34482.335">14607 6570 415 0,'0'0'114'0,"0"0"-68"16,0 0 54-16,0 0-45 0,0 0-17 16,88-29 9-1,-27 17 5-15,11 1-11 0,9-1-8 16,5 1-4-16,-1 2-1 15,-1 4 1-15,-7 1-15 16,-8 0-3-16,-8 2 1 16,-7-1-3-16,-9-1-2 15,-4 0 1-15,-5 0-7 16,-6 1 3-16,-9 0 0 16,-6 2-3-16,-8 1-2 15,-4-3 1-15,-1 1-4 16,1 2-52-16,-2 0-110 15,13-5-58-15,2-8-214 16</inkml:trace>
  <inkml:trace contextRef="#ctx0" brushRef="#br0" timeOffset="35015.176">17166 6461 455 0,'0'0'29'0,"0"0"-29"0,0 0 5 0,0 0 44 16,0 0-1-16,0 0 2 15,-9 68 21-15,58-58-5 16,23-8-9-16,22-2-12 16,16 0-6-16,5-1-16 15,0-7-12-15,-9-1-3 0,-11-1-6 16,-16-1 4 0,-7 0-3-16,-8-3-3 0,-13 3 5 15,-7-1-2-15,-12 2-2 16,-15 4 2-16,-9 1 0 15,-8 2-1-15,0 3-2 16,-15 0-61-16,-30 0-19 16,-23 2-120-16,-24 13-11 15</inkml:trace>
  <inkml:trace contextRef="#ctx0" brushRef="#br0" timeOffset="35286.812">17320 6746 430 0,'0'0'48'16,"0"0"-30"-16,0 0 68 16,82 13 25-16,-20-13-13 15,16-2-17-15,7-9-17 16,6-1-29-16,-5 1 0 16,-4-1-14-16,-5-1-3 15,-3-1-4-15,-4-3-5 16,-4 4 1-16,-8 0-7 15,-9 0 0-15,-13 3-1 16,-9 1-2-16,-12 2 1 16,-7 5-2-16,-7 1-15 0,-1 1-67 15,-14-2-124-15,-25 0-199 16</inkml:trace>
  <inkml:trace contextRef="#ctx0" brushRef="#br0" timeOffset="35934.535">8371 14455 530 0,'0'0'0'0,"0"0"0"0,0 0 1 15,0 0 10-15,0 0 13 0,0 0 10 16,0 0 2-16,-45-15-9 16,48 11-20-16,15-2-2 15,4 0-3-15,2 3-2 16,-6 3-30-16,-5 0-73 16,-13 2-125-16</inkml:trace>
  <inkml:trace contextRef="#ctx0" brushRef="#br0" timeOffset="40585.191">10752 9467 387 0,'0'0'9'0,"0"0"-9"0,-89-17 9 0,70 14 3 16,8 3 9-16,5 0-8 16,0 0-13-16,6 13 0 15,0 6 0-15,3 4 4 16,16 11 4-16,7 2 3 0,9 7 11 16,4 5 1-16,6 0 0 15,4-2-11-15,8 0-7 16,4-5 2-16,9-6 2 15,5-6 2-15,10-3 15 16,1-3 4-16,4-4-6 16,1-3-7-16,1-1-8 15,4-6 0-15,7-5 9 16,12-1 6-16,1-3-10 16,0 0-9-16,-2 0-2 15,-4-12 0-15,1-3 3 16,-4-3 1-16,-4-3 0 15,-6-5-2-15,0-2-3 0,-12 0 1 16,1-2 2-16,-5-1-1 16,-3-3 19-16,-4-4-12 15,-4-1 0-15,-3-8 3 16,-1-5-1-16,-5-5 9 16,-6-5-1-16,-7-5 0 15,-11-11 3-15,-7-7-4 16,-6-1 1-16,-7-1-2 15,-4 2-3-15,-9 3-3 16,-4 0-2-16,0 3 1 16,-16 6-6-16,-9 2 0 15,-8 1-2-15,-6 5-1 16,-4 1-1-16,-11 5-1 0,-1 6 2 16,-6 4 0-1,-5 7-2-15,-1 3 0 0,-9 1 2 16,1 2-1-16,1 1 1 15,2 4-1-15,0 4-1 16,-5 6-1-16,-2 4 6 16,0 2-5-16,-6 2 1 15,-1 3-1-15,-3 1 0 16,-8 2 2-16,0 3-1 16,-4 1 0-16,-2 3-2 15,-3 0 4-15,7 0-4 16,4 0 0-16,5 1-1 15,-2 11 0-15,-5 2 1 16,-6 3 0-16,-7 5 1 16,-5 1-1-16,3 3 1 0,-3 5 0 15,3 4-1-15,6 1 2 16,7-2-3-16,8 0 1 16,8 0-3-16,11 0 2 15,1 0-1-15,5 0 2 16,5 1 0-16,1 3 0 15,2 2-1-15,4 0 1 16,4 3 0-16,6 0 3 16,3 1-2-16,3 2-1 15,7-1 1-15,10 2-1 16,3 2 0-16,8 0 3 16,4 3-1-16,6 5 0 0,0 2 0 15,1 5 3 1,19 10 5-16,8 7 0 0,5-1 3 15,6 2-5-15,11-5-1 16,4-4-7-16,7-7 7 16,6-3-4-16,11-10 6 15,10-5-6-15,9-12 2 16,16-8 0-16,20-12-1 16,24-8-3-16,26-8-1 15,26-9-32-15,11-18-100 16,2-17-268-16</inkml:trace>
  <inkml:trace contextRef="#ctx0" brushRef="#br0" timeOffset="62612.22">3844 11780 527 0,'0'0'70'0,"0"0"-26"0,-80-48 11 0,47 30-2 0,-4-2-4 0,-4 2 27 0,-2 1-50 16,-2-3 8-16,-4 0 14 15,-6-5-34-15,-6 2-4 16,-3-2 0-16,-5 0-6 16,0 5 1-16,-1 2 8 15,-1 3-3-15,-1 5-2 16,3 5 2-16,5 1-10 16,1 4 3-16,1 0 0 15,-2 12 1-15,4 7-4 16,-4 7 0-16,3 1 1 15,5 7-1-15,4-2 0 0,0 2-1 16,1 2 1-16,-4 6 0 16,3 1 0-16,4 5 1 15,5 1-1-15,9-1 3 16,4 3-3-16,6 0 0 16,3 3 0-16,0 1 0 15,5 0 0-15,8 1 0 16,1 0 1-16,7 0 1 15,0 0-1-15,0-1-1 16,7 1 0-16,8-2-1 16,8 3-4-16,2 2 5 15,6 0 6-15,7-1 4 16,5-4-9-16,6-5 0 0,6-2 1 16,8-5-2-1,1-2 2-15,3-4 4 0,5-3-3 16,4-6 1-16,3-5-2 15,3-2 2-15,-1-5 0 16,5 0-1-16,7-2 2 16,-2-6-3-16,4 2 5 15,1-4-7-15,1-4 1 16,4 2 4-16,2-3-4 16,2 0 2-16,-1 0 1 15,0-4-2-15,-5-6 1 16,2 1 0-16,1 1-1 15,-1 1 2-15,3 0 2 16,1 2-2-16,0-1-1 16,3 5 5-16,4-2-1 0,0 2-3 15,-2 1-1-15,1 0 2 16,1 0-1-16,-2 0 0 16,8 0 0-16,0 0 0 15,-3 1 0-15,1 5-4 16,-4-2 0-16,0 1 0 15,3 2-1-15,-6-2 1 16,3 1 1-16,-5-4 1 16,2 0-1-16,6-2 1 15,-3 3-1-15,7-3 1 16,-1 0-2-16,0 2 0 16,-6-2-1-16,4 4 1 0,-7 1-1 15,-1 1 2 1,-3 1-2-16,-2-2 2 0,2-2 2 15,7 0-3-15,1-2 3 16,2-1-3-16,3 0-2 16,-2 0 1-16,2 0 1 15,0 0-1-15,-6 0 1 16,1 0 1-16,-4 0-1 16,-3-1 0-16,9-2 3 15,-3 0-3-15,3-1 0 16,-2-1 0-16,-2-1-1 15,5-2 1-15,-3 2-1 0,2-1 1 16,-6-2 0 0,-2 2 1-16,-4-1-1 15,-3-1 3-15,-4-1-2 0,1 0-1 16,-9-2 0-16,-3-2-2 16,-3-5 2-16,-7 4-1 15,-8-2 0-15,-6-3 2 16,-6 1-1-16,-9-4 1 15,-4 1 0-15,-6 0-1 16,-3 0 1-16,-8 0 0 16,-6 0-1-16,-4-1 1 15,-4-2-1-15,1-5 0 16,-3-3-1-16,-2-2-1 0,0-7 2 16,1 0-9-1,0-2 7-15,-1 0-2 0,0 3-7 16,-4 2 9-16,-3-2 2 15,0 0 0-15,0-4-4 16,-17-1 4-16,-12-2-1 16,-8-3 0-16,-11 0-1 15,-9-2-8-15,-8 0 4 16,-2 0-2-16,4 3 8 16,5 0 4-16,5 8-4 15,0 3 1-15,-1 3-1 16,-5 5 1-16,-4 5-1 15,-7 1 0-15,-2 4 4 16,-5 1-4-16,-1 5 0 0,-3 1-1 16,-2 4 1-16,-5-1 0 15,1 1 2-15,1 0-2 16,-4-2 0-16,2 1 0 16,-4 1 2-16,1 1-2 15,-5-2 4-15,2 2-3 16,-1 2-1-16,-8-1 0 15,3 0-6-15,-8 6 8 16,-5-1-4-16,-2 1 2 16,0-1 0-16,-6 1 0 15,5-3 2-15,-2 4-2 16,-1 1 0-16,0 0 3 16,5 0-3-16,-2 0 0 15,4 0 0-15,3 0 1 0,-6 0-1 16,3 0 1-16,-3 0-1 15,-1 0 0-15,1-3 0 16,0 0 2-16,0 0-2 16,3 0 3-16,-1-1-3 15,1 2-4-15,0-1 4 16,-1 0-1-16,1-3 2 16,0 1 0-16,0-5 0 15,6 3-1-15,0-1 0 16,-3-4 1-16,5 4-1 15,-2 0 1-15,1 0-1 16,3 1-1-16,0 0 1 16,4 0 0-16,-4 0-1 0,4 1 2 15,-2 2-1-15,4 1 0 16,1 3 1-16,-1 0 0 16,2 0 1-16,0 0-1 15,5 5-1-15,4 3-1 16,3-1 1-16,1 0 1 15,2-3 2-15,1 2-3 16,-2 0 2-16,8 0-2 16,-5 2 6-16,4-5-4 15,1 5 1-15,2-1 2 16,3-1-3-16,9 1-2 0,-5 1 1 16,5 2 0-16,7-2 2 15,5 3-3-15,4-2 0 16,9 5-5-16,9 5-68 15,-4 3-61-15,-6-5-335 16</inkml:trace>
  <inkml:trace contextRef="#ctx0" brushRef="#br0" timeOffset="65132.429">27362 6461 549 0,'0'0'63'0,"0"0"-12"0,0 0 61 16,0 0-17-1,0 0-32-15,0 0-3 0,83 2 5 16,-8-2-22-16,16 0-13 16,12-9-8-16,10-2-10 15,5 0-2-15,6-3 4 16,-1 0-8-16,-3 3 3 15,-6-1-6-15,-13-1-3 16,-10 1 2-16,-12 4 1 16,-18 0-3-16,-19 2 0 15,-17 2 5-15,-16 2-5 16,-9 1-1-16,0 1-15 0,-13-1-47 16,-17-1 10-16,-10-1-35 15,-5 2-14-15,6-1-8 16,2 1-39-16,5-1 1 15,4-3-11-15,6-2 44 16,7-1 71-16,8-2 8 16,5 0 36-16,2 3 32 15,0 0 35-15,0 0 66 16,0-2-11-16,3 4-29 16,3-1 2-16,3 2-13 15,-2 4-17-15,4 0-21 16,-1 0-12-16,2 0-14 15,3 4 3-15,-1 4-3 16,2 4 2-16,-3 1-11 16,-2-1-3-16,1 4-2 0,-6 0 1 15,-3 6-2-15,-3 1 3 16,0 2 10-16,0 0 1 16,-12 3 4-16,-3-1-1 15,1-3-7-15,0-1-5 16,3-5-5-16,5-3 2 15,3-3-5-15,3-4-14 16,4-6-80-16,25-2-107 16,8-6-257-16</inkml:trace>
  <inkml:trace contextRef="#ctx0" brushRef="#br0" timeOffset="65515.211">29264 6152 723 0,'0'0'31'0,"0"0"132"0,0 0-23 0,0 0-77 16,0 0-55-16,0 0 9 15,-39-18-13-15,29 43 2 16,4 5 0-16,6 1-2 16,0-1 1-16,13-1 0 15,9-1 2-15,3-2-4 16,3-5-2-16,2-3 3 15,0-1-2-15,-4-3 0 16,0-1-1-16,-7-2-1 16,-8 0 0-16,-7-3 0 15,-4 2-3-15,0 0-2 0,-1 3 5 16,-25 1 24-16,-11 1 24 16,-11 2-27-16,-1-3-6 15,-3 0-8-15,4-2 0 16,6-7-4-16,14-3 0 15,10-2-3-15,9 0-18 16,9-7-24-16,0-17-66 16,22-4-74-16,8-8-240 15</inkml:trace>
  <inkml:trace contextRef="#ctx0" brushRef="#br0" timeOffset="65695.202">29307 6148 363 0,'0'0'279'0,"0"0"-122"16,0 0 10-16,0 0-93 16,0 0-44-16,99-45-18 15,-46 35-7-15,6 3-3 16,8-3-2-16,0 0-81 16,6-1-92-16,3-3-85 15,-1 0-101-15</inkml:trace>
  <inkml:trace contextRef="#ctx0" brushRef="#br0" timeOffset="65934.31">30091 5939 7 0,'0'0'481'16,"0"0"-333"-16,0 0 37 0,0 0-39 15,0 0-40-15,0 0-38 16,0-21-48-16,-11 44-12 16,-7 7 51-16,-2 9-22 15,0 3-1-15,-4 5-12 16,0 0-15-16,2 2-2 15,-4-3-4-15,0-3 0 16,2-6-1-16,2-4 0 16,3-6-2-16,5-8-15 15,5-6-25-15,2-8-27 16,4-5-40-16,3 0-22 16,0-18-30-16,0-12-180 0</inkml:trace>
  <inkml:trace contextRef="#ctx0" brushRef="#br0" timeOffset="66174.38">29805 6003 396 0,'0'0'145'15,"0"0"36"-15,0 0-94 16,0 0-16-16,0 0 5 16,99 54-4-16,-65-19-9 15,1-2-17-15,-1 4-4 16,-1-3-13-16,1-2-5 15,-7-4-12-15,-5-5-8 16,-4 0-1-16,-6-5-1 16,0-4-2-16,-3-2-12 15,3-5-29-15,-3-6-48 0,6-1-57 16,-1-1-125 0,3-21-390-16</inkml:trace>
  <inkml:trace contextRef="#ctx0" brushRef="#br0" timeOffset="66448.736">30511 5789 650 0,'0'0'100'16,"0"0"55"-16,0 0-52 0,0 0-76 15,0 0 30-15,0 0 17 16,-18 108-10-16,18-66-1 15,0-4-20-15,5-2-18 16,-2-6-5-16,4 2-8 16,-2-4-6-16,-1-3-5 15,1-1 3-15,1-4-4 16,0-4-21-16,6-4-42 16,3-7-45-16,5-5-109 15,1-5-213-15</inkml:trace>
  <inkml:trace contextRef="#ctx0" brushRef="#br0" timeOffset="66819.621">30744 5947 682 0,'0'0'19'0,"0"0"94"15,-42 98 13-15,38-70-52 16,4-2-43-16,3-5-14 15,19-3-6-15,5-6 0 16,7-4 0-16,4-7-3 16,-1-1-2-16,-1-6-3 15,-2-12 1-15,-4-6-4 16,-5-4 0-16,-1-5 2 16,-3-1-1-16,-5-8 4 15,-3 4-4-15,-6-1 0 0,-7 5 0 16,0 3 2-16,-5 10 11 15,-13 2 17-15,-2 8 5 16,-9 5-22-16,-3 2-3 16,-9 4-8-16,1 0 0 15,-3 10 1-15,7 1-4 16,4 1 0-16,7-2-33 16,4-4-65-16,5-6-92 15,8 0-149-15</inkml:trace>
  <inkml:trace contextRef="#ctx0" brushRef="#br0" timeOffset="67090.546">30835 5348 306 0,'0'0'109'0,"0"0"65"0,0 0-65 0,88 15-42 16,-47-15-34-16,5 0-16 0,-3-10-9 16,-2-1-8-16,-5 1-6 15,-10-5-51-15,-11 1-87 16,-11-7-101-16</inkml:trace>
  <inkml:trace contextRef="#ctx0" brushRef="#br0" timeOffset="67374.449">31002 5124 415 0,'0'0'176'0,"0"0"-47"15,0 0-51-15,0 0 0 16,0 0 13-16,-2 78-13 16,4-45-17-16,7 3 2 0,3 4-9 15,4 2-11-15,0-3-4 16,-2-2-14-16,0-2-8 16,0-6-5-16,-1-4-7 15,-4-3-3-15,1-5 0 16,0-7-2-16,1-3-3 15,2-3-42-15,4-4-35 16,2 0-80-16,0-17-179 16</inkml:trace>
  <inkml:trace contextRef="#ctx0" brushRef="#br0" timeOffset="67706.378">31441 5121 471 0,'0'0'79'0,"0"0"53"15,0 0-37-15,0 0-38 16,92-42-3-16,-68 42-23 16,-6 0-13-16,-3 23-10 15,-6 4-3-15,-6 7 2 16,-3 3-2-16,-2 0 5 15,-14 0 0-15,-5-1 7 16,-1-4-1-16,5-2 1 0,5-6 16 16,11-4-3-1,1-5-3-15,12-5 9 0,23-1 25 16,22-7-9-16,26-2-27 16,31 0-21-16,29 0-4 15,23-16-45-15,15-20-282 16</inkml:trace>
  <inkml:trace contextRef="#ctx0" brushRef="#br0" timeOffset="69805.513">32309 4967 492 0,'0'0'12'0,"-91"-114"0"0,42 58 4 15,-6-2 23-15,-5 5 24 0,-1 8-9 0,-4 6-12 16,0 9-8 0,-5 6-12-16,-6 6-9 0,-5 6-7 15,-7 7-2-15,-4 3-2 16,-4 2 0-16,-4 2-1 16,-4 13 1-16,-2 9-1 15,1 6 6-15,0 9 3 16,6 10 0-16,4 8 5 15,4 5 9-15,3 6-1 16,7 2-2-16,0 6 3 16,5 6-13-16,8 3 4 15,12-3-1-15,9 2 1 0,12 0 5 16,10-1-5-16,13 6-5 16,10 5-2-16,2 4-3 15,14 0 3-15,16-2-3 16,10-2-2-16,11-7-1 15,10 1-1-15,3-5 1 16,11-9-1-16,2-3 1 16,2-10 1-16,4-3 1 15,5-12-2-15,6-6-1 16,3-9 2-16,4-9 2 16,-1-12-4-16,3-7-1 15,3-3 4-15,0-6-1 16,1-14-3-16,-4-9 1 0,-6-6 0 15,-7-9 0 1,-4-7 1-16,-5-7 1 0,-5-6-1 16,-3-9-2-16,-7-8 0 15,-8 0 0-15,-3-3-2 16,-10 0 4-16,-1-3-1 16,-6 1-1-16,-8 1 2 15,-7 2-1-15,-9 5 5 16,-5-1 2-16,-9-1 5 15,0 0-3-15,-18 4-3 16,-9-1-1-16,-9 1-2 16,-6 6-1-16,-2 3-1 15,-1 7 4-15,-3 8 4 16,0 5-3-16,-2 1 7 0,-4 7-9 16,2 3 4-16,-2 6-4 15,-1 3 2 1,0 7-6-16,-2 7 3 0,-2 2-4 15,-3 7 0-15,7 2-1 16,3 2 3-16,6 0-4 16,8 5 2-16,7 10 0 15,4 8-1-15,11 9-23 16,4 9-77-16,7 5-53 16,5-4-297-16</inkml:trace>
  <inkml:trace contextRef="#ctx0" brushRef="#br0" timeOffset="71931.166">27701 7400 536 0,'0'0'3'0,"0"0"-1"16,0 0 11-16,0 0 1 0,0 0 2 16,0 0 56-16,125 21-30 15,-45-21-17-15,16 0-10 16,10 0-1-16,0-3-4 15,1-4-3-15,-9-1 2 16,-13-1-9-16,-13-1 3 16,-14 1-2-16,-17-1-1 15,-19 5-16-15,-14-3-37 16,-8 1-60-16,-13-3-78 16,-19-3-135-16</inkml:trace>
  <inkml:trace contextRef="#ctx0" brushRef="#br0" timeOffset="72199.673">28319 7208 407 0,'0'0'23'16,"0"0"9"-16,0 0 21 16,0 0-11-16,0 0-1 15,96-18 6-15,-65 20-17 16,-2 12-2-16,-5 4-6 15,-5 4-9-15,-7 3-6 16,-5 5 1-16,-7 1 1 16,0 1 5-16,-13-1 1 15,-4-2-7-15,0-6 0 16,6-3-4-16,5-4-4 16,6-3-5-16,0-6-80 15,20-7-91-15,14 0-158 0</inkml:trace>
  <inkml:trace contextRef="#ctx0" brushRef="#br0" timeOffset="72454.435">29061 7170 642 0,'0'0'26'0,"0"0"11"16,0 0 72-16,0 0-58 15,0 0-50-15,0 0 5 16,14 38 18-16,-4 4 5 16,0 3 6-16,-1 1-8 15,-3-2-15-15,-1-4-3 0,4-4-5 16,-3-4 0-16,0-6-4 16,1-9-25-16,3-4-52 15,3-10-63-15,3-3-117 16</inkml:trace>
  <inkml:trace contextRef="#ctx0" brushRef="#br0" timeOffset="72950.07">29260 6882 587 0,'0'0'31'0,"0"0"86"16,-65-83-60-16,40 72-34 0,-3 5 2 15,0 6-15-15,-2 0-8 16,-2 17 3-16,1 13 1 16,3 14 6-16,2 12 2 15,5 8-4-15,3 4 10 16,8 4 4-16,2 1-8 16,5 0-4-16,3 0-8 15,0-5-2-15,2-8-2 16,17-8 2-16,8-8 1 15,9-6-2-15,9-8 2 16,8-6-2-16,3-7 1 16,8-9-2-16,3-5-17 0,-2-3-11 15,4-1-11-15,0-18 3 16,-2-6 11-16,-4-6 17 16,-8-9 8-16,-8-2 1 15,-8-10 3-15,-9-6 4 16,-11-10 14-16,-14-7 16 15,-5-2 9-15,-10-5-7 16,-20-1 2-16,-7 1-3 16,-4 6-5-16,-2 11-4 15,-3 13-9-15,1 17-7 16,-6 9-14-16,2 13-2 16,4 12-24-16,2 1-78 0,1 10-79 15,-4 2-250-15</inkml:trace>
  <inkml:trace contextRef="#ctx0" brushRef="#br0" timeOffset="75548.614">12143 6384 578 0,'0'0'11'0,"0"0"-11"0,0 0 42 0,46 89 24 16,-34-71-10-16,-3-3 5 15,-1-5 10-15,6-1-15 0,8-6-10 16,14-3-6-16,21-5-9 16,34-25-17-16,34-13-9 15,36-14-5-15,38-9-53 16,17-9-158-16,9-6-298 16</inkml:trace>
  <inkml:trace contextRef="#ctx0" brushRef="#br0" timeOffset="76003.389">14539 6799 429 0,'0'0'23'0,"0"0"34"0,0 0-19 15,0 0-12-15,0 0 92 16,0 0-45-16,-39 54-5 16,39-48-14-16,0-6-11 15,12 0-7-15,47-19 17 16,55-30 22-16,65-25-45 15,55-20-25-15,41-6-5 16,20-1-14-16,-6-5-166 16,-17-6-295-16</inkml:trace>
  <inkml:trace contextRef="#ctx0" brushRef="#br0" timeOffset="76500.119">17116 6964 111 0,'0'0'328'0,"0"0"-290"0,0 0 51 0,0 0 1 0,0 0 1 15,0 0 52-15,99-22 19 16,13-34-85-16,61-20-48 15,78-17-19-15,89-15-5 16,88-17-5-16,63-21-140 16</inkml:trace>
  <inkml:trace contextRef="#ctx0" brushRef="#br0" timeOffset="81677.731">31120 6793 498 0,'0'0'5'0,"0"0"-1"0,90-7 11 0,-26-5 6 15,15-5 15-15,9-2-4 16,6-1-7-16,0-1-13 15,-5 1-5-15,-4 3-2 16,-5 2 1-16,-9 1-4 16,-13 4-1-16,-15 3 2 15,-16 2-3-15,-15 5-24 0,-12 0-52 16,-6 0-132 0,-30 0 93-16</inkml:trace>
  <inkml:trace contextRef="#ctx0" brushRef="#br0" timeOffset="82023.24">31240 6862 365 0,'0'0'26'15,"0"0"-13"-15,0 0 53 16,113-9 16-16,-43-1-6 15,18-5-11-15,6 0-8 0,5-4-15 16,0 4-1-16,-6-1-7 16,-9 2-7-16,-4 1-6 15,-8 4-1-15,-3 0-1 16,-3 4-1-16,-3 0-4 16,-11 4-4-16,-9 1-3 15,-13 0 0-15,-13 0-4 16,-7 0-1-16,-8 0-2 15,-2 0 0-15,0 0-1 16,0 4-11-16,-11 6-35 16,-8 3-46-16,-7-5-97 15,-6-5-193-15</inkml:trace>
  <inkml:trace contextRef="#ctx0" brushRef="#br0" timeOffset="83598.777">15350 13665 449 0,'0'0'2'0,"0"0"-2"0,0 0 4 0,0 0 4 16,0 0 5-16,0 0 5 0,0 0-4 16,-18-31-7-1,18 30-6-15,5-2 5 0,5 3-6 16,-4 0-83-16,-6 0-208 15</inkml:trace>
  <inkml:trace contextRef="#ctx0" brushRef="#br0" timeOffset="91844.314">5172 13782 378 0,'0'0'8'0,"-30"-93"48"0,11 47 30 0,-4 0-18 15,-5 1 18-15,0 0-8 16,-2 3-14-16,-3 2-21 16,3 5-13-16,-6 4-15 15,-5 4 0-15,-7 10-4 16,-10 7-8-16,-8 8-3 16,-11 2 0-16,-11 12 3 15,-11 16 8-15,-4 12-2 16,-4 2-2-16,13 5-2 15,3-1 1-15,10 0-1 16,8-2-4-16,6 1 2 0,12 3-3 16,10 6 1-1,9 3-1-15,9 3 1 0,5 5 0 16,3 5 1-16,5 3 3 16,5 10-3-16,6 2 0 15,3 5-2-15,8-2 3 16,18 1 1-16,12-6-1 15,4-3 2-15,7-8-1 16,1-6 0-16,3-5-2 16,5-6-1-16,3-10 0 15,5-13 4-15,5-10-3 16,7-16-1-16,13-6 5 16,3-21-2-16,9-19-4 15,6-13 1-15,-3-8-1 16,6-7 4-16,-9-5-3 0,-1-3-1 15,-9-4 2-15,-7-3 0 16,-6-2 2-16,-10 1-3 16,-2 0 0-16,-14 2 0 15,-11 3 1-15,-16-2-2 16,-18 3 1-16,-9-1-1 16,-24 1 3-16,-19 3 10 15,-6 8 2-15,-6 3 1 16,-5 5-6-16,-7 2-4 15,1 6-3-15,-1 2-1 16,6 4 4-16,1 6-5 16,2 4-1-16,13 9-1 0,-1 9 1 15,12 8 1-15,-1 9-1 16,4 6-4-16,0 23 0 16,-1 10-59-16,10 8-1 15,10 3-42-15,12 0-120 16,0-7-21-16,20-6-164 15</inkml:trace>
  <inkml:trace contextRef="#ctx0" brushRef="#br0" timeOffset="92626.326">6448 13618 312 0,'0'0'16'0,"0"0"2"0,-50-72 51 15,16 47 4-15,-12 1-14 16,-6 0-6-16,-12 4-7 16,-8 9 1-16,-7 7-11 15,-5 4 2-15,-5 10-19 0,-5 19-15 16,-5 9-1 0,1 11-1-16,4 5 0 0,7 12-1 15,7 11 1-15,8 8 3 16,5 9 4-16,6 3-1 15,13 5 12-15,9 3-3 16,17-1-1-16,14-4-2 16,8-4-2-16,8-7-12 15,32-6-5-15,11-4 5 16,18-3 9-16,8-5 0 0,14-8-6 16,12-5 2-16,6-13-1 15,14-10-2-15,11-9 0 16,0-11 0-16,3-6 1 15,-1-6 1-15,-9-3 1 16,-8-9-4-16,-9-16 4 16,-5-13-2-16,-8-9-1 15,-6-15 0-15,-8-12 0 16,-14-11 0-16,-9-10 1 16,-11-6 0-16,-13-12-1 15,-15-14-2-15,-17-9 3 16,-4-5-3-16,-25-4-3 15,-14 8 3-15,-6 15 3 16,-11 11-1-16,-10 22-2 16,-7 18 1-16,-12 14 7 0,-5 15 7 15,-4 13-5-15,-3 11 0 16,-3 10 3-16,-10 8-6 16,3 0 0-16,-1 11-3 15,2 11-2-15,11 10-2 16,16 1 1-16,13 5-2 15,18 5-10-15,17-1-67 16,22 2-52-16,9-5-82 16</inkml:trace>
  <inkml:trace contextRef="#ctx0" brushRef="#br0" timeOffset="93583.568">10404 15008 441 0,'0'0'0'0,"0"0"-3"0,0 0 3 0,0 0 19 15,0 0 13-15,0 0 2 16,141 17 5-16,-62-17 6 16,15-4-16-16,10-8-3 15,10-6-3-15,3-2 0 16,3 0-8-16,-8-2-4 0,-5 2 0 15,-7 4-1-15,-6 0 1 16,-6 5-5-16,-6 4-1 16,-3 2-4-16,-6 5 2 15,-12 0-2-15,-14 3-1 16,-16 9 1-16,-10 2-1 16,-12-2-2-16,-9 2-33 15,-5-1-39-15,-29-2-50 16,-15-3-154-16</inkml:trace>
  <inkml:trace contextRef="#ctx0" brushRef="#br0" timeOffset="94071.413">10510 15196 457 0,'0'0'2'16,"0"0"-2"-16,0 0 3 16,0 0 6-16,0 0 2 15,0 0 22-15,134 1-4 16,-48-2-3-16,15-9-2 16,7-1-1-16,9-2 2 15,4 2 2-15,-6-1-5 16,-6 0-8-16,-10 1-5 0,-7-1 6 15,-5-2-2-15,-4-1 5 16,-5 1 2-16,-2 0-1 16,-9-1-3-16,-12 2-3 15,-10 2 2-15,-7 1 0 16,-12 5-1-16,-5-1-2 16,-6 2 1-16,-9 3-1 15,-2-1 1-15,-2 1-2 16,-1-1 0-16,-1 1 5 15,0 1 2-15,0 0-6 16,0 0-3-16,6-3-5 16,2 1-4-16,0-1 3 0,3 0-3 15,-3 0 1-15,-1 0-1 16,0 0-6-16,-2-5-30 16,2 2-53-16,-4-7-88 15,-3-7-203-15</inkml:trace>
  <inkml:trace contextRef="#ctx0" brushRef="#br0" timeOffset="102728.344">29230 7068 380 0,'0'0'39'0,"0"0"37"0,0 0 22 0,0 0-9 16,0 0-33-16,0 0-29 15,0 0-12-15,-5-12-15 16,5 30 1-16,0 10 6 16,0 10 28-16,0 8 25 0,0 6-18 15,5-1-14 1,-2 0 3-16,0-3-12 16,0-4 0-16,1-6-4 0,-3-4-7 15,2-7-3-15,0-5-1 16,-1-5-2-16,0-4-2 15,-1-6 2-15,1-4-1 16,-2-1 0-16,0-2 5 16,0 0 4-16,0 0 9 15,0-15-15-15,0-7-4 16,0-7-3-16,0-4-7 16,0-6-10-16,0-5 0 15,-2-4-1-15,-3 1-6 0,-2 3 18 16,0 6 8-1,-1 3 1-15,1 5-2 0,2 3 2 16,1 3 1-16,-2 5-1 16,1 4 1-16,2 6 0 15,2 2 2-15,1 4 1 16,0 1 6-16,0 2-10 16,0 0-1-16,0 16-9 15,0 9 10-15,0 9 6 16,6 3 1-16,0 4 7 15,0 5 6-15,-2-2-7 16,-1 2 3-16,0-5-6 16,-1-3-4-16,1-4-2 15,-2-4-2-15,1-5 0 0,-1-5-2 16,-1-4 2-16,2-5-2 16,-2-4 1-16,0-4-1 15,0-2 0-15,0-1 1 16,0 0 6-16,0-10 1 15,0-12-8-15,0-7-11 16,0-6 5-16,0-6 0 16,-2-4-6-16,-4-2 4 15,2-2 3-15,-4 6-3 16,5 4 6-16,-2 8 2 16,0 6 0-16,2 5 1 15,0 6-1-15,1 6 1 16,1 2-1-16,1 6 8 0,-2 0-8 15,1 0 0-15,-4 18-13 16,4 11 13-16,-2 4 5 16,3 6 2-16,0-3 4 15,0 1 7-15,1-4-6 16,2 0 0-16,5-6-1 16,-4-3-5-16,1-4-1 15,-2-5-2-15,0-4 0 16,1-3-2-16,-4-6 1 15,2 0-2-15,-2-2 3 16,1 0 10-16,5-13 7 16,2-12-10-16,-2-13-10 0,1-6-6 15,-3-8-5-15,-1-3-2 16,-3-6-7-16,2 2 10 16,-2 6 1-16,0 4 8 15,0 12 1-15,0 14 0 16,0 8 2-16,0 8-2 15,0 6 6-15,0 1-5 16,0 16-1-16,0 19-3 16,-6 14 3-16,0 7 7 15,3 0-2-15,2-4 4 16,1-2 4-16,0-3-5 16,0-3-1-16,0-7-1 15,0-6-1-15,1-6-2 0,2-8-1 16,1-4 0-16,-1-6 0 15,-3-7-1-15,2 0 0 16,-2 0 6-16,1-3 9 16,1-17 5-16,1-7-21 15,-1-5 0-15,-2-5 0 16,0-6 0-16,0 3-2 16,0 2 0-16,0 7 1 15,-2 11 1-15,2 8 1 16,-1 6-1-16,-1 6-1 15,-1 4-5-15,-3 18-3 16,-1 11 9-16,-1 8 3 0,2 0 1 16,0 1 4-1,3-4 4-15,2-5-3 16,1-5 1-16,0-4 2 0,0-8-7 16,0-2-4-16,0-6 1 15,7-1-2-15,8-3-23 16,8-4-32-16,0 0-118 15,-4-18-380-15</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13:10.450"/>
    </inkml:context>
    <inkml:brush xml:id="br0">
      <inkml:brushProperty name="width" value="0.05292" units="cm"/>
      <inkml:brushProperty name="height" value="0.05292" units="cm"/>
      <inkml:brushProperty name="color" value="#FFC000"/>
    </inkml:brush>
  </inkml:definitions>
  <inkml:trace contextRef="#ctx0" brushRef="#br0">19292 6364 269 0,'0'0'12'0,"0"0"-4"0,0 0 17 0,0 0 13 16,0 0-3-16,0 0 4 15,0 0 0-15,0-1-22 16,19 1 5-16,8 0 13 15,6 0-9-15,7 0-5 16,6 0 0-16,4 5-3 16,2 0 2-16,2 0 1 15,-1 1-4-15,6-4-2 16,0 3-5-16,3-3 0 16,-4 2 1-16,4 2 3 15,1-3-3-15,0 4-4 0,5-2-1 16,1 3 1-16,1-1-5 15,-3 0 4-15,-1 0-4 16,4 0 3-16,-3 0-3 16,3 0 0-16,3 0-2 15,-3 1 4-15,-1-5-4 16,0 0 0-16,-4 0 0 16,7-3 1-16,-2 0 0 15,-1 0-1-15,-2 0 1 16,1 0 0-16,1 0-1 15,0 0 1-15,-2 1 3 16,-1 2-3-16,-4 0-1 16,-4 0 1-16,5 1-1 15,-2-4 0-15,3 2 2 16,-1 1-2-16,-2-1 0 0,-1 1 0 16,-3 2-1-16,-1-3 1 15,-1 1 0-15,5 0 1 16,1 0-1-16,-1 0 3 15,5-2 1-15,0 2 1 16,2-2-1-16,3-1 3 16,1 1 6-16,0-1-9 15,-4 4 0-15,0-3 1 16,0 0 1-16,0-1 0 16,2 0 2-16,1 3-3 0,-4-1 2 15,4-2-3 1,-3 0 1-16,3 0 0 15,2 0 0-15,2 0-1 0,-2 0-1 16,1 0-2-16,-3 0 1 16,2 0 0-16,-1 0 1 15,1 0-2-15,-4 0-1 16,0 0 2-16,-1 0-1 16,4 0 4-16,1 0-4 15,-2 0-1-15,-2 0 1 16,-5 0-1-16,1 0 1 15,-2 0-1-15,-1 0 1 16,1 0-1-16,-3 1 0 16,2 0 1-16,-3 1-1 15,-1-1 1-15,0 1-1 0,-4-1 4 16,-6 0-4-16,-6 1 5 16,-2 0 3-16,-9-2 1 15,-6 2 1-15,-9-1 1 16,-8-1 4-16,0 0-2 15,-7 0 0-15,0 0-1 16,0 0 0-16,0 0-1 16,0 0-3-16,0 0 0 15,0 0-4-15,0 0-4 16,0 0 0-16,0 0-3 16,0 0-12-16,0 0-73 15,-7-3-84-15,-8-22-257 0</inkml:trace>
  <inkml:trace contextRef="#ctx0" brushRef="#br0" timeOffset="1216.669">30705 5427 576 0,'0'0'8'0,"-107"-79"-8"0,56 47 3 0,-4 0 6 16,-3 2 1-16,-6 4 0 16,-5 3 12-16,-4 2 6 15,-5 5 0-15,-2 3-9 0,-3 4 1 16,2 8-3-16,3 1-3 16,0 0-4-16,7 8 0 15,-1 12-6-15,4 7 3 16,2 7 0-16,5 3 4 15,4 12 6-15,11 6 10 16,3 5 0-16,8 5-2 16,4 5-5-16,1 4-3 15,3 2-6-15,8 4-3 16,5-5-5-16,11-5-1 16,3-4 3-16,17 0 3 15,15-1-7-15,9 0 1 16,8-4 5-16,7-1-2 15,9-5 0-15,7-6-4 0,2-4-1 16,2-4 0-16,0-5 2 16,3-2-2-16,5-7-2 15,3-3 1-15,2-6 1 16,1-4 0-16,-1-4-1 16,2-3-2-16,-1-7 0 15,-6 0 3-15,-3-4 0 16,-3-13 0-16,0-5 8 15,-4-6-7-15,-4-6 1 16,-6-4-1-16,-6-7 1 16,-4-3-1-16,-4-5 2 15,-4-2 2-15,-8-1 1 16,-3-4 0-16,-10 0 11 0,-9 1-3 16,-10-3 10-16,-6 3-1 15,-3-6-4-15,-20-1 4 16,-7 1 2-16,-5 8-12 15,-2 4 0-15,-3 9-1 16,3 4 1-16,1 4 2 16,-2 2-8-16,0 2 1 15,0 2-3-15,3 2-2 16,-1 7 1-16,0 1-4 16,0 5 4-16,-2 5-4 0,0 1 0 15,7 4 0 1,1 0 0-16,5 4 0 0,5 1-1 15,5 0 0-15,3 0-2 16,2 0 1-16,2 0-28 16,1 6-54-16,-1 2-22 15,-2 2-12-15,0-4-107 16,-6-6-293-16</inkml:trace>
  <inkml:trace contextRef="#ctx0" brushRef="#br0" timeOffset="3609.283">5317 6452 561 0,'0'0'3'0,"-112"-63"20"0,46 34-19 16,-11-1 14-16,-1 3-1 0,-10 2 6 15,-3 1-4 1,-3 3-5-16,0 3 8 0,-1-1-8 16,2 5 2-16,-1 0 4 15,5 9 23-15,-1 5 0 16,4 0-41-16,-2 16 0 16,-5 15 3-16,-4 9-3 15,-6 14 1-15,-4 10-3 16,-2 9 4-16,0 4-1 15,9 7 1-15,6 2-1 16,12-2 3-16,10 3-2 16,16 1 1-16,15-1-2 15,19-1 5-15,13-4 2 16,9-6-2-16,6-3-2 16,25-7-1-16,13-7-2 0,11-8 0 15,15-9 3-15,15-8-3 16,14-8 2-16,17-6-2 15,12-7 0-15,11-9-1 16,4-4 2-16,-6 0-1 16,1-17-1-16,6-11-1 15,1-10 3-15,4-10 2 16,5-11-6-16,-9-6 1 16,-5-5 2-16,-9-3-1 15,-13-3-1-15,-9-6 1 16,-14-1 2-16,-5 3 1 15,-11 1 2-15,-13 8 3 0,-19-1 6 16,-14-3 7 0,-18 0-6-16,-15 2-6 0,-3 1 4 15,-25 5 8-15,-17 1-7 16,-7 7-7-16,-9 4-3 16,-2 7-5-16,0 6 7 15,-1 6 7-15,3 6-1 16,-5 3 0-16,2 5 12 15,3 9-17-15,-5 2-3 16,-1 11 0-16,-9 0-6 16,-7 20-8-16,2 14-5 15,5 8-23-15,15 5-16 0,16 4-28 16,20 4-19-16,17 4-104 16,8-4-144-16</inkml:trace>
  <inkml:trace contextRef="#ctx0" brushRef="#br0" timeOffset="5874.45">8199 6385 593 0,'0'0'0'0,"-82"-41"-1"0,33 20 1 0,-3-2 13 16,-1 1 2-16,-3 0 13 16,-4-1 5-16,-3 1-14 15,-8 6-4-15,-7 2-7 16,-10 6-4-16,-9 8-1 16,-10 0 1-16,-5 20 4 15,-7 11-6-15,-5 13 0 16,0 9 4-16,5 10-6 15,4 6-1-15,9 4 0 16,9 7 1-16,9 2 0 16,15 2 2-16,19 6 7 15,14 6-4-15,22 6 3 16,12 3 0-16,6 5-2 0,24-2 4 16,22-5 0-16,12-3-4 15,17-14 2-15,11-11-3 16,10-13 2-16,17-10-1 15,14-11 0-15,19-10-2 16,18-11-1-16,8-12-2 16,1-5 2-16,0-3-1 15,-4-1 0-15,1-15 0 16,-2-11 1-16,4-10-3 16,-3-10 0-16,-9-6-5 15,-10-5 3-15,-13-2 0 0,-16-5 1 16,-14-3 1-1,-11-3 1-15,-16 1 0 0,-17-3-1 16,-14 1 2 0,-19-3-2-16,-18-7 0 0,-12-3 0 15,0 1 2-15,-21 0-2 16,-13 4 8-16,-11 4 10 16,-12 3-3-16,-4 5 1 15,-6 6 5-15,-10 1-1 16,-8 9-1-16,-9 3-9 15,-11 2-6-15,-10 7 8 16,-4 7-4-16,-5 6-5 0,-3 9-3 16,-3 13 1-1,-1 5 0-15,4 8-1 16,3 21-5-16,11 11-32 0,8 11 0 16,14 10-49-1,14 2-37-15,10-3-200 0</inkml:trace>
  <inkml:trace contextRef="#ctx0" brushRef="#br0" timeOffset="7699.994">14394 7585 80 0,'0'0'281'0,"0"0"-281"0,0 0-9 15,88 24 9-15,-51-12 3 16,5-1-1-16,3 2-2 15,4 3 2-15,7-2 2 0,9 1 1 16,6 1-1 0,10-2 3-16,8 0-1 15,13 2 7-15,7-2-2 0,12 1 0 16,8-1-1-16,9 0 2 16,8-1 4-16,11-2-2 15,8 0-5-15,10-2-1 16,7 1-3-16,3 1-2 15,6-1 1-15,8 0 3 16,11-1 1-16,12-3-1 16,-2 2-2-16,7-3-3 15,-4 1 3-15,5-3-3 16,3-2 0-16,5-1 0 0,-3 0 0 16,-1 2 0-16,-9-1 4 15,-2 1 7-15,-5-1-1 16,-10 2-2-16,-14-2 6 15,-16 4-7-15,-17 0-1 16,-24 1-3-16,-20 2-3 16,-21 2-2-16,-19-3-20 15,-27-6-186-15</inkml:trace>
  <inkml:trace contextRef="#ctx0" brushRef="#br0" timeOffset="22695.442">19450 8764 272 0,'0'0'29'0,"0"0"-29"0,0 0-18 0,0 0 17 16,0 0 1-16,0 0 6 0,0 0 37 15,40 25 7-15,-2-19-24 16,9-2-3-16,3 1-4 16,6 1 1-16,4-1-2 15,9 2 3-15,8 0 0 16,9 1-6-16,8-1 2 16,8 2-2-16,4-2 5 15,0 4-6-15,2-1 0 16,-4 3 0-16,0 0-2 15,-2-1-2-15,2 0 1 16,-4 0 0-16,6-1 1 16,1-2-5-16,1 0 3 0,-1-2-3 15,1 0 1 1,-5-1-3-16,-5 1 1 0,-5-3 1 16,-5 0-6-16,-5 0 4 15,-2 2-2-15,1 1 4 16,-6 2 2-16,1 1 2 15,0 2-5-15,0-4 0 16,1 4-1-16,-1-2-1 16,4-1 4-16,3 0-4 15,-3-2 2-15,0 4-3 16,4-3 2-16,-3-3 3 16,5 3 0-16,-7-5 0 0,1 1 2 15,-5-1-4 1,1-3 1-16,0 2 4 15,0-2-3-15,1 0-5 0,1 0 9 16,3 0 2-16,-1-6-3 16,-1 0-1-16,-4-2 2 15,-4 3-2-15,-8 3 0 16,-5-3-2-16,-3 4 2 16,-4-2 2-16,-3 2-3 15,-12-2 0-15,-5 0-2 16,-8 2 0-16,-12 1-1 15,-2 0-4-15,-6 0 4 16,-4 0-3-16,0-3-3 16,-11-3-22-16,-37-10-135 15,-36-19-448-15</inkml:trace>
  <inkml:trace contextRef="#ctx0" brushRef="#br0" timeOffset="25853.604">24196 10496 690 0,'0'0'8'0,"0"0"-1"0,-15-84 19 16,28 53 25-16,14 5-22 15,7 1-1-15,5 12 4 16,0 6-22-16,0 7-1 15,-2 18-8-15,-3 14-1 16,-5 12 0-16,-13 5 2 16,-4 3 0-16,-10 1 1 15,-2 3-2-15,-9-5 0 16,-11-2-1-16,-5-6 3 16,-6-6-2-16,-4-5 1 15,-1-7 0-15,-2-7 0 16,5-8-2-16,2-7 4 15,-1-3-2-15,6 0 1 0,4-7 1 16,5-7-3 0,5-3 1-16,3-1 0 0,9-1-1 15,0-1 0-15,0 6 1 16,12-1-2-16,6 7 1 16,7 5-2-16,5 3 2 15,0 0-1-15,1 6 1 16,-1 9 1-16,1 4 2 15,1 1 6-15,-3-1 1 16,1 1-1-16,-3-5-3 0,-5-1-5 16,-7-3-1-1,2-1-1-15,-5-4-1 16,0-3-47-16,4-3-161 0,3 0-50 16</inkml:trace>
  <inkml:trace contextRef="#ctx0" brushRef="#br0" timeOffset="25986.744">24746 10747 507 0,'0'0'21'0,"0"0"8"0,0 0 10 16,0 0-39-16,0 0-107 15</inkml:trace>
  <inkml:trace contextRef="#ctx0" brushRef="#br0" timeOffset="26355.492">25193 10481 742 0,'0'0'16'15,"0"0"-5"-15,-102 29 73 16,78-6-22-16,6 2-27 15,11 0-6-15,7-3-13 16,0-3-8-16,13 1 3 16,11-6-6-16,11-1 3 15,5-9-5-15,2-4-3 16,2 0-11-16,-4-1-19 16,-7-15 8-16,-9-3 15 0,-9-3 4 15,-7-6 3-15,-8-5 4 16,0 2-4-16,-8-2 3 15,-8 4-3-15,-7 3 0 16,-2 8 3-16,-3 10 5 16,-2 4-4-16,2 4-3 15,2 0-1-15,10 6-1 16,11 5-12-16,5 0-143 16,9-3-244-16</inkml:trace>
  <inkml:trace contextRef="#ctx0" brushRef="#br0" timeOffset="26668.973">25563 10412 690 0,'0'0'0'0,"0"0"2"15,0 0 22-15,0 0-5 16,0 80-3-16,20-67 1 15,10 0-8-15,4-6-2 16,2-7-7-16,2 0-1 16,-5 0-22-16,-4-4 8 15,-9-10 8-15,-7-1 7 16,-7-1 1-16,-6-2 4 0,0 0-3 16,-3 2 3-1,-10 0 2-15,-4 5 7 0,4 2 6 16,2 5-9-16,6 1-9 15,5 2-4-15,0 1-6 16,10-7-249-16</inkml:trace>
  <inkml:trace contextRef="#ctx0" brushRef="#br0" timeOffset="26839.946">26212 10335 617 0,'0'0'16'0,"0"0"-7"16,0 0-9-16,0 0-6 15,0 0-192-15,0 0-97 16</inkml:trace>
  <inkml:trace contextRef="#ctx0" brushRef="#br0" timeOffset="26976.802">26505 10302 317 0,'0'0'64'15,"0"0"14"-15,0 0-6 16,0 0-72-16,0 0-115 16,93-17-188-16</inkml:trace>
  <inkml:trace contextRef="#ctx0" brushRef="#br0" timeOffset="27112.488">26999 10243 304 0,'0'0'48'16,"0"0"6"-16,0 0-54 16,0 0-35-16,0 0-111 15</inkml:trace>
  <inkml:trace contextRef="#ctx0" brushRef="#br0" timeOffset="27384.507">28182 10129 507 0,'0'0'41'0,"0"0"86"16,0 0-9-1,0 0-54-15,0 0-64 0,0 0-182 16</inkml:trace>
  <inkml:trace contextRef="#ctx0" brushRef="#br0" timeOffset="40908.005">14464 6941 63 0,'0'0'414'0,"-70"-82"-407"0,28 50-2 0,-4-1 5 16,-5 5 12-16,2-2 12 16,-2 4 13-16,-3-3-11 15,-2 1 1-15,-2 0-11 16,-4-2-2-16,-3-2 0 16,-6 0-13-16,-6-1 5 15,-4 1-8-15,-4 0-2 16,3 1-1-16,3 3 1 15,0 3-1-15,1 2 4 16,-2 3-6-16,-2 4 5 16,1 4-2-16,-4 8-4 0,-4 4 0 15,-4 0-1-15,-4 16 2 16,-3 3-2-16,-1 5-1 16,4 3 1-16,6 3 1 15,5-1-1-15,8 5 4 16,2 1 1-16,3 4 4 15,4 0 0-15,5 3-3 16,6 3 1-16,9 1-3 16,7 3-1-16,6 1 2 15,6 4 1-15,5 4-2 16,10-1 2-16,9 3-2 16,6-4 2-16,6-4-3 15,19-2 1-15,8 3-1 16,9-3 4-16,4 1-4 0,6-5 1 15,8-1-2-15,4-6-2 16,8-5 2-16,4-2 0 16,0-5-2-16,12-4 3 15,3-3 2-15,10-5-3 16,5-2 1-16,-1-3 3 16,3-3-3-16,-3-4 2 15,1-3-2-15,6 0-3 16,3 0 4-16,4 0-3 15,5-2-2-15,1-9 0 0,2-1 2 16,1 5-2 0,-4 0 1-16,-6 1-1 15,-6 3 2-15,-5 0-1 0,4 2-1 16,-1-4 3-16,7 3-3 16,0-4 0-16,0 0-1 15,-1 3 0-15,-1 0 1 16,-6 3 0-16,-8 0 0 15,-7 0 2-15,-6 0 0 16,2 0-2-16,-6 0 0 16,4 0 2-16,1 0-2 15,-1 0 0-15,5 0-1 16,-2 0 1-16,4 0 0 16,1 0-3-16,-2 0 3 15,0 0 3-15,-2 0-3 0,1 0 0 16,-1 0 0-1,1 0 2-15,2-2-2 0,3-3 1 16,-1 4 0-16,-1 1-1 16,1 0-2-16,-2 0 2 15,10 0 0-15,-5 0 0 16,1 0-1-16,-4 0 1 16,-3 1 3-16,0 5-3 15,-4-2 1-15,1 2-1 16,-2 1 2-16,-2-1-2 15,1-2 0-15,-6 1-1 16,-2-2 1-16,5 3-1 16,-4-2 1-16,0 2 0 0,-4-4-5 15,2 4 2-15,-1 0 6 16,-2-2-4-16,0 0 2 16,-3 3-1-16,-1-2 2 15,2 0-1-15,1 3-1 16,-3-4-2-16,-1 0 1 15,-1-1-4-15,-1-2 0 16,4-1-5-16,0 0 5 16,2 0-1-16,-1 0 2 15,4 0 4-15,1 0 0 16,0 0-3-16,-4 0-4 16,-4 0 2-16,1 0 0 15,-2 0 0-15,0 0 3 16,0-1-4-16,0-2-1 0,-6 0 5 15,-4 0 1-15,0 1-4 16,-1-1 5-16,4 3 0 16,-3-3-3-16,-2 1 3 15,2 1-1-15,0-2 1 16,-4-1 0-16,5 0 1 16,-1-2-2-16,6 2 1 15,-5-1 0-15,-1 1 2 16,-4-2-2-16,-2 4 2 15,-2-4 0-15,0-1-2 16,-1-1 0-16,-5-2 0 0,0-3 0 16,-7-1 1-16,-4-2-2 15,-5-2 1-15,-5-4 0 16,-1-2 1-16,-6-5-1 16,-1-4 0-16,-4-4 1 15,-2-4-1-15,-2-2 1 16,-1-5 0-16,-4 2 0 15,-4-1-1-15,0-2-1 16,0 4 0-16,0-6 1 16,0 2 0-16,-3-2 0 15,-6 4-1-15,-4 3 1 16,-7 5 0-16,-2 1 0 16,-11-1-1-16,-13-3 2 15,-27-2-1-15,-22-4 0 0,-22 4 0 16,-13 1 0-16,0 4-7 15,2 4 6-15,0 9-1 16,1 2 0-16,2 6 2 16,-3 2-2-16,-13 2 2 15,-20 3 2-15,-20 1-2 16,-32 3-1-16,-26 0-2 16,-29 6-22-16,-13 1-6 15,-18 0 6-15,-9 1-10 16,1 17 2-16,-3 2-39 15,-5 3-43-15,-12 3-169 16</inkml:trace>
  <inkml:trace contextRef="#ctx0" brushRef="#br0" timeOffset="46478.699">15019 13161 329 0,'0'0'22'0,"0"0"-20"0,0 0-2 0,0 0 8 0,0 0 4 15,0 0-7-15,0 0-3 16,43-14 7-16,-37 14-4 15,3-1-3-15,-5 1 1 16,-2 0 2-16,-2 0-3 16,0 0-2-16,0 0-4 15,0 0-33-15,0 0-63 16,0 0 46-16,0 7-7 16,-15-2-6-16</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14:20.113"/>
    </inkml:context>
    <inkml:brush xml:id="br0">
      <inkml:brushProperty name="width" value="0.05292" units="cm"/>
      <inkml:brushProperty name="height" value="0.05292" units="cm"/>
      <inkml:brushProperty name="color" value="#FFC000"/>
    </inkml:brush>
  </inkml:definitions>
  <inkml:trace contextRef="#ctx0" brushRef="#br0">25586 8954 656 0,'0'0'7'0,"0"0"-6"0,0 0 20 15,0 0 32-15,0 0 12 16,0 0 7-16,0 0-46 15,0 0-26-15,-7-15 0 16,7 52 18-16,0 8 12 16,0 4 2-16,0 3 0 15,-7 0-8-15,4-5-9 16,-3-5-5-16,1-8-4 16,0-5-4-16,2-4 1 0,0-7-2 15,-2-4-1-15,5-7-3 16,0-5-67-1,0-2-62-15,0-4-49 0,17-19-324 16</inkml:trace>
  <inkml:trace contextRef="#ctx0" brushRef="#br0" timeOffset="743.187">25953 8921 214 0,'0'0'283'16,"0"0"-266"-16,0 0 31 16,0 0 24-16,0 0-25 15,0 0-22-15,-53-8-23 0,32 26 3 16,-2 4 0 0,2-1 5-16,4 2-2 0,6-3 0 15,5-2-7-15,6-1 0 16,0-3 2-16,0-3 1 15,9-2 0-15,2-5-3 16,0-2 2-16,2-2 2 16,3 0-3-16,-1 0-2 15,0-7 0-15,-2-6-3 16,0 1 2-16,-2 0 1 16,1-4 0-16,0 2 1 15,-3 2 0-15,0 0-1 0,0 2 1 16,-2 2 0-16,-4 1 0 15,3 0-1 1,-3 2 0-16,0 1 4 0,0 1-3 16,0 0 2-16,0 2 1 15,-2 1-1-15,-1 0 2 16,3 0 1-16,-3 0-2 16,0 0-3-16,0 0-1 15,0 0 0-15,0 0-1 16,2 0 1-16,1 1 0 15,2 6 8-15,-2 1 1 16,1 2 3-16,-1-2 9 16,3 2-1-16,-5 1 0 15,5 1-1-15,-3 0 1 16,0 3 7-16,-1 0-6 0,-1 2-3 16,2-1 1-16,-3 1-5 15,2 0-2-15,-1-1-2 16,1 1 0-16,-2-3 0 15,1 2 3-15,-1-2 0 16,0-3-2-16,0 0-3 16,0-1-4-16,0-4 1 15,0 1-4-15,0-3 1 16,0-1-1-16,2-3 1 16,-2 0-2-16,0 0 0 15,2 0-2-15,0 0-24 16,-2 0-13-16,2 0-36 15,1-4-73-15,1-13-242 0</inkml:trace>
  <inkml:trace contextRef="#ctx0" brushRef="#br0" timeOffset="6016.921">26156 9134 357 0,'0'0'30'0,"0"0"20"0,0 0 20 0,0 0-41 0,0 0-18 16,0 0 20-16,0 0-6 16,54-5-6-16,-46 5 8 15,-1 3 3-15,-1 2-3 16,-3-3 0-16,1 1-7 16,-1 0-7-16,-1 0-2 15,1-2-2-15,-2 2-2 0,-1-1 1 16,0-2 1-16,0 0 3 15,0 1 5-15,0-1 0 16,0 2 1-16,0-2 4 16,0 0 5-16,0 0-4 15,0 0-3-15,0 0-6 16,0 0-1-16,0 0-3 16,0 0-3-16,0 0-4 15,0 0 0-15,0 0-1 16,0 0-1-16,0 0 0 15,0 0-1-15,0 1-6 16,0 2-64-16,-6 0-167 0,-9-1-118 16</inkml:trace>
  <inkml:trace contextRef="#ctx0" brushRef="#br0" timeOffset="9010.641">26811 8653 129 0,'0'0'54'0,"0"0"-28"0,0 0 10 15,0 0 19-15,0 0-20 16,0 0-13-16,0 0-6 15,0 0-5-15,0-8 2 16,0 8-3-16,0 0 2 16,0 0-3-16,-6 0-6 15,-1 5-2-15,-4 9 9 16,-6 1 32-16,-3 7-19 0,-5-1-11 16,-8 10 1-16,-6-2 0 15,-1 1-4-15,1-3-4 16,3-6 0-16,5 0-3 15,5-5 2-15,7-5-2 16,7-4 1-16,6-1-1 16,3-3-2-16,3-2 0 15,0-1 2-15,0 0 2 16,0 0 9-16,0 0 9 16,0 0 22-16,3 1-34 15,9 0-6-15,9 1 2 16,2 0-3-16,5 2 4 0,10-2 5 15,4 0 4 1,7-1-3-16,-1 1-8 0,-2-1-1 16,-4 0-1-16,-4 1-2 15,-7-2 0-15,-3 1 3 16,-5-1-4-16,-7 2 0 16,-1-2 0-16,-6 0 2 15,-4 0-2-15,2 0 0 16,-6 0-2-16,-1 0-19 15,0 0-23-15,-1 0-25 16,-17 0-102-16,-7-6-129 16</inkml:trace>
  <inkml:trace contextRef="#ctx0" brushRef="#br0" timeOffset="9317.877">26754 8732 392 0,'0'0'4'0,"0"0"6"0,0 0 67 16,0 0 12-16,-10 83-18 15,12-51-14-15,9 2-15 16,2 0-2-16,0-2-15 15,-1-3-4-15,-3-4 0 0,3-1-11 16,-5-6-7-16,-1-1 0 16,-1-5 0-16,-4-5-2 15,1-1-1-15,-2-5-2 16,0-1-66-16,0 0-34 16,0-7-87-16</inkml:trace>
  <inkml:trace contextRef="#ctx0" brushRef="#br0" timeOffset="9806.059">27211 8658 539 0,'0'0'10'0,"0"0"43"16,0 0 17-16,0 0-56 15,0 0 23-15,0 0-10 16,-25 75-9-16,25-52 3 16,0-1-9-16,1-2-4 15,13-4 2-15,0-3-4 16,8-2 1-16,0-5-4 16,2-1 5-16,1-4-6 15,-4-1-1-15,-2 0 3 16,-5 0-4-16,-2 0 0 15,-3 3 0-15,-2-2 0 0,3 5 3 16,1-2 9-16,-3 1 9 16,2-2 2-16,-3 3-2 15,-2 3-2-15,-1 1-1 16,-1 0 3-16,-3 1-2 16,0-2-3-16,0 3-2 15,0-1 0-15,-6 1 1 16,-7-4-5-16,-6 1-2 15,-5-2-4-15,-3-1 1 16,-6 1-4-16,2-5-1 16,-1-2-29-16,6 0-16 15,4 0-24-15,3-12-38 16,6-8-31-16,2-9-168 0</inkml:trace>
  <inkml:trace contextRef="#ctx0" brushRef="#br0" timeOffset="9980.796">27251 8603 509 0,'0'0'15'0,"0"0"22"0,85-38 36 0,-40 29-23 0,4 0-36 15,1 2-12-15,2 3-2 16,-6-2-127-16,-1 2-334 15</inkml:trace>
  <inkml:trace contextRef="#ctx0" brushRef="#br0" timeOffset="10532.86">27860 8547 420 0,'0'0'37'16,"0"0"61"-16,0 0 1 16,0 0-27-16,0 0-32 15,0 0-7-15,92 0-7 0,-82 17-11 16,-4 2 1-16,-3 1-3 16,-3 3-4-1,0-2 2-15,0-4-3 0,-9 2-5 16,-1-4-2-16,0-2 3 15,3-5-3-15,4-5 0 16,1 1-1-16,2-3 0 16,0 1 0-16,0-2 1 15,14 0 4-15,4 0-2 16,2 0-2-16,-2 0 0 16,-1 0-1-16,1 0 0 15,-4 0 0-15,0 0 1 16,-2 0 0-16,0 10 6 15,-3-2 3-15,-2 3 0 16,-1 1 1-16,-6 0 1 0,0 1 2 16,0 2 5-16,0-1 0 15,-3 0-6-15,-12-2 11 16,0 1 3-16,-4-2-4 16,4-1-6-16,-7-1-3 15,-5-1-7-15,-1-1-1 16,-4-2-4-16,2-3 1 15,5-2-3-15,5 0-5 16,6 0-23-16,0 0-18 16,7-4-41-16,4-9-94 15,3-4-210-15</inkml:trace>
  <inkml:trace contextRef="#ctx0" brushRef="#br0" timeOffset="13031.122">28685 8445 428 0,'0'0'14'0,"0"0"53"0,0 0 16 0,0 0 3 15,0 0-42-15,0 0-21 0,-48-55-8 16,29 55-7-16,-5 0-4 15,2 2 1-15,-4 7 1 16,1 5 0-16,3 1 2 16,2 0-8-16,4 2 5 15,4 2 6-15,4-1-5 16,7 0 0-16,1 1 1 16,0-4 1-16,3 1 2 15,10-1 9-15,8-1 12 16,2 0 4-16,4-2-13 0,2-1-9 15,3-1-2 1,1 0-4-16,2 0-2 0,-2-1 1 16,0 0-1-16,-5 2 2 15,-2-4-4-15,-5 2-1 16,-2 1 1-16,-7-2-3 16,-3 1 3-16,-3 3-3 15,-6-1 0-15,0 3 2 16,-6 1 0-16,-15-3 3 15,-8 3-1-15,-2-3-1 16,-2 0-1-16,0-4-1 16,2-1 0-16,1-6-1 15,8 2-1-15,1-3-7 16,6 0 0-16,2-4 0 16,4-9 8-16,0-3 0 0,0-4 0 15,5 0 1-15,2-3-2 16,2 1 1-16,0-2 0 15,9 1 1-15,9 2-1 16,10-1 0-16,5-1 5 16,5-1-3-16,1-1 9 15,-1 4 1-15,-5 1 0 16,-3 0 2-16,-8 1-1 16,-6 3 1-16,-4 0-1 15,-9 0 5-15,-3 2-4 16,0 3-7-16,0 1 1 15,-13 2-8-15,-5 2-1 0,-9 3-1 16,-6 3-11 0,-8 0-45-16,-12 0-105 0,-10 0-395 15</inkml:trace>
  <inkml:trace contextRef="#ctx0" brushRef="#br0" timeOffset="17008.98">29589 8167 737 0,'0'0'8'0,"0"0"-1"0,0 0 34 0,0 0-34 15,0 0 0-15,0 0 48 16,0 0-18-16,50 83-2 16,-30-57-14-16,4 1-4 15,-4-2-2-15,-1 0 3 16,-1-1-6-16,-2-2 1 15,-1-4-3-15,-3-1-1 16,-3-3-2-16,-2-5-3 16,-2-1 3-16,-4-4-1 15,-1-2 4-15,0-1 0 16,0-1 14-16,0 3 5 16,0-3 4-16,4 0 3 15,5 0 1-15,8-10-12 0,15-11-23 16,14-9-1-16,18-8 4 15,17-5-1-15,11-4 6 16,10-6 1-16,2-2-3 16,-4 1 6-16,-3-1-4 15,-6 4 0-15,-8 5-2 16,-8 7 1-16,-14 7-8 16,-12 6 6-16,-16 9-5 15,-13 8-2-15,-11 4 2 16,-9 5-2-16,0 6-10 15,-32 25-64-15,-27 23-12 16,-35 10-111-16,-24 4-356 16</inkml:trace>
  <inkml:trace contextRef="#ctx0" brushRef="#br0" timeOffset="21795.36">22483 8063 435 0,'0'0'15'0,"0"0"37"0,0 0 29 16,0 0-33-16,0 0-31 16,0 0-9-16,0 0-2 0,0 0-1 15,-15 25 5 1,15-11-4-16,0-4 2 0,5-1 0 15,-2-5-2-15,0-3-3 16,-3-1 2-16,4 0 15 16,2 0 39-16,4-14-23 15,-2-3-27-15,-2 0 3 16,-1 3-1-16,-5 1 4 16,0 2 6-16,0 0 3 15,0 6 4-15,0 3-4 16,-2 1-1-16,-6 1-4 15,4 0-18-15,-6 0-1 0,2 5 0 16,1 5 0 0,7-3 0-16,0 3-12 0,0-2-67 15,0-4-130 1,0-4-219-16</inkml:trace>
  <inkml:trace contextRef="#ctx0" brushRef="#br0" timeOffset="25831.835">22938 7859 271 0,'0'0'33'0,"0"0"62"0,0 0 8 0,0 0-32 16,0 0-22-16,0 0-15 16,0 0-4-16,-4-32-5 0,2 32-14 15,-5 0-7-15,-4 7-1 16,-4 8 3 0,-4-1 0-16,1 0 3 0,2 5-2 15,5-2 1-15,5 2 0 16,3-1-4-16,3-1 0 15,0 0-3-15,0-2 3 16,9-1 1-16,2-1-1 16,2-3 3-16,2 0-2 15,-3-5-2-15,4 1 3 16,-2-5-4-16,0-1 1 16,2 0-1-16,1 0 1 15,2-7-1-15,-3-5 0 16,3-1 1-16,-4 0-3 15,-1 1 1-15,-3-1 2 0,-2 2 1 16,-1-1 3 0,-5 0 2-16,-1 2 2 0,-2-1 4 15,0-1-2-15,0 2-2 16,0 2-2-16,0-2-1 16,0 1-4-16,-3 0-2 15,-5-1 3-15,3 3-4 16,-2-1-1-16,-2 1 3 15,3 1 2-15,-1-3-3 16,1 8 2-16,1-4 2 16,-1 4-1-16,2 0-4 15,-5-1 4-15,3 2-5 16,1 0 0-16,-2 0 0 0,3 0 1 16,1 0-1-16,-4 0 1 15,1 0-1-15,0 0 2 16,-2 0 1-16,3 0-1 15,2 0-2-15,0 0 2 16,0 0 1-16,2 0-1 16,-2 0-2-16,3 0 1 15,-2 0-1-15,0 3-2 16,2 1 2-16,-4-1-11 16,4 4-53-16,0-5-75 15,0-2-114-15</inkml:trace>
  <inkml:trace contextRef="#ctx0" brushRef="#br0" timeOffset="26714.297">23335 7707 201 0,'0'0'36'0,"0"0"42"15,0 0-6-15,0 0 0 16,0 0-19-16,0 0 0 0,0 0 0 16,15-29 6-16,-15 29-7 15,0 0 3-15,0 0-4 16,0 0-12-1,3 0-19-15,-1 0-18 0,2 11 8 16,8 7 37-16,-3 3-2 16,2 3-3-16,0 1-19 15,-3 0 3-15,2-1-3 16,0-1 1-16,-5-2-9 16,1-3-2-16,-3 1 8 15,0-1-1-15,-3-4-5 16,0 0 0-16,0-4-7 15,0-3 1-15,0-2-2 16,3-2-3-16,-3-3-1 0,0 0-3 16,0 0 6-16,0 0 1 15,0 0 1-15,0 0 3 16,0 0-4-16,0-1-7 16,0-5-38-16,-3 0-62 15,-14 2-131-15,-6 1-294 16</inkml:trace>
  <inkml:trace contextRef="#ctx0" brushRef="#br0" timeOffset="27497.991">22593 7986 492 0,'0'0'33'0,"0"0"46"0,0 0 17 0,0 0-23 0,0 0-27 16,-61 77-3-16,61-58-14 15,0 0-6-15,0-3-3 16,6-7-7-16,5-3 1 15,4-3 2-15,-3-3-6 16,4 0 1-16,-4-6-4 0,-1-8-2 16,-3 0-2-16,-6-1-3 15,-2 0 4-15,0 1-4 16,0 3 3-16,-6 3-3 16,-1 3 2-16,-3 4-2 15,3 1-2-15,-2 0-1 16,2 10-20-16,4 6-58 15,3 3-112-15,0-2-244 16</inkml:trace>
  <inkml:trace contextRef="#ctx0" brushRef="#br0" timeOffset="27907.859">22795 8427 314 0,'0'0'105'0,"0"0"-75"0,0 0 73 0,0 0 4 15,0 0-43-15,125-12-20 0,-71-2-2 16,3 5-7-16,4-6-1 16,0 1 2-16,0 0-9 15,-6-3-8-15,-4 2-1 16,-5-1-6-16,-5 1-8 16,-4-1 4-16,-10 3-3 15,-3 3 0-15,-12 3-1 16,-2 2 0-16,-9 1 1 15,-1 2-2-15,0 2-3 16,-3 0-14-16,-17 4-29 0,-9 10-82 16,-7 4-69-1,-1 2-103-15</inkml:trace>
  <inkml:trace contextRef="#ctx0" brushRef="#br0" timeOffset="28290.778">22891 8517 484 0,'0'0'34'0,"0"0"93"16,0 0-19-16,0 0-53 16,0 0-35-16,0 0-11 15,-22 13 14-15,42-12 33 16,7-1-28-16,4 0-10 0,7 0-4 15,5 0-1 1,8-10 1-16,4-4 2 0,1 2 5 16,-2-2 1-16,-3 0-5 15,-7-1 2-15,-5 1 8 16,-4 1-3-16,-5 2-1 16,-2-2-1-16,-4 4 1 15,-2-1-6-15,-7 2-1 16,-6 0 1-16,-2 3-4 15,-2 2-4-15,-5-1-1 16,0 3-5-16,0 1-3 16,-8 0-23-16,-19 8-42 0,-11 8-130 15,-7 0-272 1</inkml:trace>
  <inkml:trace contextRef="#ctx0" brushRef="#br0" timeOffset="33588.988">24111 7391 294 0,'0'0'158'0,"0"0"-118"0,-81-90 57 0,52 72-1 0,-4 7-1 16,-6 11-29-16,-6 3-2 0,-15 33-19 16,-16 17 2-16,-19 21-1 15,-17 13-14-15,-16 9-14 16,-10 4-5-16,-2-2-5 15,3-4-5-15,4-4-2 16,18-5 1-16,11-9-1 16,22-11 0-16,20-14-1 15,22-12 0-15,21-15-1 16,9-9-30-16,10-10-25 16,0-5-58-16,16-4-23 15,23-27-30-15,11-17-235 16</inkml:trace>
  <inkml:trace contextRef="#ctx0" brushRef="#br0" timeOffset="33888.668">23404 7565 501 0,'0'0'29'0,"0"0"10"16,0 0 42-16,-79 73 7 15,23-15-18-15,-9 17-7 16,-11 10-12-16,-3 9-26 16,-1 10-6-16,2 0-2 15,6-5-2-15,8-10-6 16,8-14-3-16,16-11-1 16,10-11-1-16,10-9-4 0,10-10 0 15,6-10 2-15,4-7-1 16,0-7-1-16,17-10-59 15,6 0-10-15,7-9-42 16,3-13-61-16,4-7-50 16</inkml:trace>
  <inkml:trace contextRef="#ctx0" brushRef="#br0" timeOffset="35052.959">24915 7706 545 0,'0'0'16'0,"0"0"62"0,0 0 43 16,0 0-13-16,0 0-30 16,0 0-44-16,-6-42-31 15,1 54 15-15,-2 5 3 16,7-3-11-16,0-1-1 15,0-3-4-15,0-4 1 16,4 0-2-16,5-6 2 16,4 0 4-16,3-4 6 15,2-10-4-15,0-4-5 16,-6 0 1-16,-4 2 1 0,-5 3 1 16,-3 6 19-1,0 3 4-15,0 2 0 0,0 2-3 16,-4 0-9-16,-8 0-12 15,-1 10-4-15,1 2-2 16,4-2-3-16,5-2 0 16,2 1-9-16,1-1-48 15,0-1-59-15,1-3-82 16,5-4-227-16</inkml:trace>
  <inkml:trace contextRef="#ctx0" brushRef="#br0" timeOffset="36213.333">25495 7436 390 0,'0'0'60'0,"0"0"26"15,0 0-12-15,0 0-16 16,0 0-11-16,0 0-25 0,52-73-5 16,-29 73 1-16,-2 0-8 15,-8 11-2-15,1 15 0 16,-5 5 11-16,-8 4 6 16,-1 3 0-16,0 3-7 15,-15-1-6-15,-4-3-4 16,-3-3-6-16,0-2 0 15,-1-5 3-15,-3-4-2 16,4-7 0-16,4 0 0 16,-1-11-2-16,8-5-1 15,-1 0 0-15,3 0-1 16,0-8 1-16,5-5 0 16,1-3 2-16,3 3 0 0,0-1-1 15,0 5 3-15,1 0 1 16,8 4 1-16,2 5 9 15,4 0-4-15,0 0 2 16,2 7 1-16,2 6 9 16,-3 4-7-16,3 0-7 15,-2-5-2-15,0 1-4 16,0-3 0-16,4-6-3 16,3-4-1-16,5 0-61 15,3-7-131-15,2-15-256 16</inkml:trace>
  <inkml:trace contextRef="#ctx0" brushRef="#br0" timeOffset="36684.961">26028 7224 667 0,'0'0'38'0,"0"0"74"0,0 0 0 15,0 0-64-15,82-47-14 16,-58 47-6-16,-3 2-4 16,1 14-8-16,-8 2 3 15,-3 5-1-15,-6-1-3 16,-5 4-9-16,0-2 0 16,-3-1-3-16,-9-5-1 0,3-4 0 15,3-3 0-15,5-4 0 16,-1-2-2-16,2-1 0 15,0-4 1-15,8 1 7 16,8-1-2-16,2 0-4 16,0 2 0-16,-5 3-2 15,2 3-1-15,-4 3-1 16,-2 3 2-16,-2 1 4 16,-4 0 12-16,-3 5 7 15,0-1 1-15,0 3 4 16,0 1-2-16,-15-1-6 15,-1 0 1-15,-10-2-4 16,-4 0-6-16,-4 3-6 16,-5-1-3-16,-2-1-2 0,0-1-14 15,1-1-56-15,0-3-55 16,3-5-115-16,-1-5-416 16</inkml:trace>
  <inkml:trace contextRef="#ctx0" brushRef="#br0" timeOffset="37039.265">25069 8224 945 0,'0'0'10'0,"0"0"-5"0,0 0 5 16,0 0 13-16,82-17 28 16,3 0-13-16,21-4-20 15,3-3-3-15,1 0-2 16,-7 0 0-16,0 1 9 16,-9 0 3-16,-9 1-11 15,-6 4-6-15,-15-1 4 16,-13 4-10-16,-17 3 3 15,-13 5-4-15,-14 2 0 16,-7 2 3-16,0 3-4 0,-23 0-41 16,-24 0-70-16,-20 14-52 15,-12 6-144-15</inkml:trace>
  <inkml:trace contextRef="#ctx0" brushRef="#br0" timeOffset="37289.076">24976 8417 803 0,'0'0'14'15,"0"0"5"-15,0 0 54 16,138-16 43-16,-43-6-46 0,11-5-33 16,13-4-3-1,3-5-6-15,-2-2-12 0,-7 0 4 16,-7 3-10-16,-12 0-2 15,-16 3-5-15,-13 6 0 16,-23 6-3-16,-18 10-4 16,-18 4-49-16,-6 6-84 15,-33 0-257-15</inkml:trace>
  <inkml:trace contextRef="#ctx0" brushRef="#br0" timeOffset="49022.099">25103 8995 239 0,'0'0'5'0,"0"0"-5"0,0 0 13 0,-70-77 15 16,57 63 15-16,5 4 26 16,4 4-10-16,2 2-10 15,2 4 0-15,0 0-27 16,0 1-21-16,0 18 1 15,3 8 6-15,12 11 11 16,-2 10 0-16,-1 10-3 0,5 15 2 16,-4 6 0-16,5 0-4 15,-1 0 6-15,2-1-5 16,2-8 0-16,-2-2-3 16,2-6 0-16,0-7-4 15,-3-6-3-15,4-6-1 16,0-8 0-16,4-5-1 15,1-6-2-15,1-5 3 16,-1 0 0-16,6-5 0 16,0 0-1-16,2-1 0 15,1-6-1-15,1 1-1 16,2-4 2-16,6 2-1 16,4-4 1-16,11-2 0 15,13 0 0-15,14 0 11 0,17 0-2 16,14-9-5-16,10 2-6 15,5-1 3-15,0-1-2 16,-4 2 2-16,-3 2-3 16,-1-3 1-16,-6 1 2 15,-3-1-4-15,-2-1 0 16,1-4 1-16,3 3 1 16,4-5-1-16,2 3 2 15,-3-3 4-15,-4 3-4 16,-4 0 1-16,-3-2 2 15,-7 0-2-15,-3-2 1 16,-4 0-4-16,-1-1 6 16,1-3-2-16,3 4 4 0,-1-2 3 15,-6 0-8-15,-6-2 3 16,-9 0-6-16,-10-2 5 16,-7-1-4-16,-5 1-1 15,-3-4-1-15,-4-2 1 16,1-3 2-16,-6 0-2 15,-3 0 1-15,-5-3 0 16,-9-3 0-16,-3-2 6 16,-5-2-3-16,-6-7 2 15,-3-1 3-15,-8-2 0 16,-1-4 0-16,0 2 2 0,0 4-8 16,-10-4 0-1,1 1-1-15,-2-1-2 0,1-4 3 16,1 3-1-16,-2-1 0 15,-3 1-1-15,-1 3 0 16,-3 3 4-16,1 4-4 16,-2 2 2-16,-5 7 0 15,1-1-2-15,-2 4 0 16,0 3-2-16,1 3 0 16,2 3 0-16,-1 2 0 15,-2 4 0-15,-2 3 0 16,0 1 0-16,1 2 0 15,-4 4 0-15,-3-1 0 16,-4 2 0-16,-4 2 0 0,-6 0 0 16,0 0 0-16,-7 2 0 15,-4 2 0-15,-6 0 0 16,-6 0 0-16,-10 0 0 16,1 2 0-16,-2 9 1 15,-3-2 1-15,3 2-2 16,0 2 0-16,-3 0 0 15,2-1 0-15,6-1-1 16,-3 2-1-16,1-1 1 16,-5 1 1-16,-7-2 0 15,-1-1 0-15,0-1 0 16,-1 1 0-16,3-2 0 16,5-1 0-16,0 2 0 0,4 1 2 15,0-1-2-15,0 2 2 16,2 1-2-16,-1 2-2 15,2 2 0-15,-4 0 2 16,-4 1 0-16,0-1-2 16,0-2 2-16,0-4 2 15,3 0-2-15,1-3 0 16,2-1 0-16,3 2 1 16,-1 0 0-16,3-1-1 15,-1 3 0-15,1-1 0 16,3-1 0-16,-2 2 0 15,2 3-1-15,1 0 1 0,0 0-2 16,0 1 2-16,6-1 1 16,-2 1-1-16,1 2 0 15,-7-2-1-15,2 2 1 16,-2 0-1-16,4 3 1 16,-2-1 0-16,3 1 2 15,-1 3-1-15,4 0-1 16,3-2-1-16,6 5 1 15,8-2 0-15,3 2-3 16,14 1 3-16,6 1-1 16,6 1 1-16,3-1-1 15,6 7 1-15,0 0 0 16,5 1-2-16,1 0 2 0,2 1 0 16,1-2 0-1,0-2 0-15,1-1 0 0,14-1 0 16,6-1 0-16,8-5 0 15,13 3 1-15,13-3-1 16,17 6-33-16,13-2-57 16,2-6-187-16</inkml:trace>
  <inkml:trace contextRef="#ctx0" brushRef="#br0" timeOffset="53916.004">26708 7203 425 0,'0'0'0'0,"0"0"-5"0,0 0 5 0,0 0 4 0,0 0-2 16,17-89 22-16,-17 70 21 15,0-4-10-15,-5-1-4 16,-4 0 0-16,2-4 8 16,-2 0-2-16,1-1-9 15,-2 3-4-15,-1-2 1 16,-2-1-6-16,1 1 0 15,0 2 5-15,-1-2-4 16,-2 0-7-16,-3 0 3 16,0 0-10-16,-4-2 1 0,-2 4 4 15,-4-1 2-15,-4-1-3 16,-7 5-5-16,-5 2 0 16,-9-1-1-16,-5 5-2 15,-5 4 1-15,-7 0-1 16,-1 3 0-16,-2 2 0 15,-6 5 3-15,-4 0 0 16,-8 3-2-16,-4 0 2 16,-3 1-4-16,8 11 5 15,3 2-2-15,1 5 1 0,1 1 1 16,0 1-3-16,4 3-3 16,-2 0 1-16,1 4 3 15,4 3-3-15,1 2-1 16,3 5 0-16,3 0 0 15,-1 4 3-15,5 2-3 16,9 6 0-16,10 0 0 16,7 5 0-16,8 0-1 15,6 3 1-15,3 3 0 16,3 4 2-16,0 2-1 16,8 2-1-16,-1-1 6 15,4-2-5-15,4-3 1 16,1-3 0-16,5 0 3 15,0 0-4-15,8 0 3 16,16-4-1-16,0-1 1 0,7-4-3 16,5-2 2-1,4 2-2-15,5-3-1 0,7-3 1 16,3-2 1-16,8-5 2 16,-1-6-4-16,0-3-2 15,-1-4 2-15,3-3 2 16,-1-2-2-16,5-3 2 15,-2-1-2-15,2-1 1 16,-2-2-1-16,3-5 1 16,3-1-1-16,3-2 2 15,0-5-1-15,4 0 0 16,0 0-1-16,8 0 1 0,4-12 3 16,-2 1-3-1,1-3-1-15,-4-4-1 0,-2 0-1 16,1-5 2-16,-3-2 2 15,-4 0-2-15,-1-1 0 16,-1-4 0-16,2-2 1 16,-6-4-1-16,2-5 0 15,-4-3 1-15,-7-3 0 16,-5 0-1-16,-3 2 0 16,-10-4-2-16,-6 1-2 15,-9-7 4-15,-6-4-2 16,-7-5 2-16,-5-8-1 15,-3-6 0-15,5-9 0 0,-7 0-2 16,4-2-5 0,-1 5 5-16,-6 5 3 0,1 2 0 15,-5 6-1-15,0 5 2 16,0 6-2-16,-12 5 2 16,-12 4-2-16,-4 2 2 15,-11 3-1-15,-4 2 0 16,-7 1-1-16,0 5-1 15,-1 4 2-15,3 4-2 16,2 2-1-16,0 6 3 16,-5 2-1-16,2 2 1 15,-3 1 0-15,-2 2 0 16,-1 1-1-16,-2 3 1 16,-3 0 0-16,-7 1 0 0,-3 3 1 15,-3 1-1 1,-3 3 1-16,3-1-1 0,6 2 0 15,1 0 0-15,2 2 0 16,4 0 0-16,0 0 0 16,2 0-2-16,-1 9 2 15,0 2-2-15,-5 6 2 16,-3 2 1-16,-4 1-1 16,-1 0-1-16,5 0-1 15,1 1 4-15,5-2-4 16,3 0 4-16,6 1 0 15,1 3-1-15,0 0 0 16,-2 4 0-16,-4 4-1 0,2 1 2 16,-6 3 1-1,-4 3-3-15,3 0 0 0,-2 0 1 16,4 4 0-16,9 2 0 16,2 1-1-16,7 6 0 15,2 3 0-15,3-3 2 16,4 5-1-16,3-3 0 15,0 0 0-15,3 5 0 16,6-1 1-16,0 4 0 16,7 0 0-16,3-1-1 15,6-1 0-15,5-1-1 16,0 0 1-16,2 0 1 0,17 2-2 16,2 0 1-1,8-1-1-15,2 2 0 0,2-2 1 16,4 0-1-16,2 2 2 15,0-3-2-15,0-4 2 16,5-6 0-16,4-5-2 16,7-3 1-16,6-1-1 15,10 0 0-15,3-7 1 16,7-1 0-16,4-5-2 16,7-4 1-16,2-5 0 15,9-4 0-15,-3-8 0 16,2-1 2-16,5-4-2 15,-4 0 0-15,3-4 2 16,-2-8-2-16,1-4 0 16,-5-6-1-16,-1-1 0 0,-2-5-4 15,-1-3 3-15,4-2 1 16,-1-2-1-16,-1-2 1 16,-1-2 1-16,-6-2 0 15,-4-8 0-15,-2 0 3 16,0 0-3-16,-7-2 0 15,-1 2 0-15,-10 2 0 16,-7 0 0-16,-5-5-2 16,-6-1 2-16,-4-3 0 15,-2-7 0-15,-6 3 0 16,-4-6 0-16,-9-5 2 16,-5-4-1-16,-4-6-1 0,-6 0-1 15,-6-4 1-15,-3-3 1 16,0-1-1-16,-12 1-1 15,-10 6 1-15,-7 5 0 16,-5 9 0-16,-3 6 0 16,-5 2 0-16,-1 4 0 15,-2 2 0-15,0 4-2 16,-1 3 2-16,1 2 0 16,-2 3 0-16,-3 0 0 15,1 5 0-15,-2 4-2 16,-2 0 1-16,-1 7 1 15,-10 2 0-15,0 5 0 16,-8 4-4-16,-5 2 3 16,2 4 1-16,0-2 1 0,4 6-1 15,2-1 0-15,3 2 0 16,1 1 0-16,4-1 1 16,1 4-2-16,2 0 2 15,-5 0-1-15,-2 0 1 16,-4 0-2-16,-1 11 1 15,-1 5-2-15,-3 2 2 16,2 7-3-16,-7 2 3 16,-1 4-2-16,-7 0 2 15,1 5 0-15,-4-3 0 16,4 3 0-16,-1 0 2 0,3 2-2 16,6-1 0-1,4-2 0-15,6 7 1 0,-1-2-1 16,11 3 0-16,3 3-5 15,7 4 4-15,8 5 1 16,1 2 0-16,4 10-1 16,0 9 0-16,1 6 1 15,4 6 0-15,-2 5 0 16,4-1 1-16,5 3-2 16,4 0 2-16,3-5-1 15,10-4 1-15,3-5-1 16,3-4 0-16,0-6-2 15,0-4 2-15,16-3 0 16,11-2-1-16,6 1-1 16,7-1 2-16,4-1 1 0,3-6-1 15,5-1 0-15,8-7 0 16,10-4 0-16,6-3-1 16,8-2-3-16,2-4 2 15,5-4 0-15,8-9-1 16,7-1 1-16,7-7 2 15,6-6 0-15,2-5 0 16,2-2 0-16,-1-3 0 16,2-13 2-16,0-5-2 15,-1-4-3-15,0-5 0 16,-5-5 0-16,-5-5 3 16,-4-2-1-16,-6-6-1 0,-6-7 1 15,0-7 1 1,-7-9 0-16,-4-3 2 0,-1-2-2 15,-12-2 0-15,-12 0 0 16,-11 1 0-16,-15-3 0 16,-8 1 0-16,-8 1 0 15,-8 1-1-15,-8 1 1 16,-3 7 0-16,0 4 5 16,-12 7 5-16,-7 3-3 15,-4 3-1-15,-1 3 1 16,-4 2-2-16,1 8 8 15,-1 2-12-15,0 7 7 16,1 6-4-16,0 3 4 0,5 4-2 16,7 4-2-1,1 2 4-15,2 3-1 0,3 2-3 16,2 0-4-16,-2 4 0 16,4 1 1-16,2-1-1 15,2 0 0-15,1 2 0 16,-2-1 0-16,1 1 0 15,1 0 0-15,0 0-2 16,0 0-34-16,0 0-24 16,0 3-56-16,0 15-17 15,0 3 0-15,0 0-149 16</inkml:trace>
  <inkml:trace contextRef="#ctx0" brushRef="#br0" timeOffset="65790.789">26189 10639 551 0,'0'0'97'0,"0"0"1"0,0 0 42 0,0 0-39 0,0 0-72 16,0 0-29-16,0 0 52 16,0 72-7-16,0-25 0 15,0 2-11-15,0-1-11 16,0-4-9-16,0 0-9 15,0-2-2-15,0-1 1 16,0-2-4-16,0-1 0 16,0-9-24-16,7-5-78 15,12-11-100-15,10-13-239 16</inkml:trace>
  <inkml:trace contextRef="#ctx0" brushRef="#br0" timeOffset="66284.373">26695 10740 531 0,'0'0'180'15,"0"0"-126"-15,0 0 51 16,-84-48-41-16,56 53-38 16,0 21-14-16,1 4-2 15,6 2-2-15,5 2-5 16,8-4 0-16,8-3 3 15,0-4-4-15,2-4-1 0,11-4-1 16,3-6-1-16,5-8-19 16,-1-1-7-16,2 0-8 15,2-14-22-15,0-5 0 16,-2-2 17-16,1-3 2 16,-4 1 5-16,-1 0 14 15,-3 3 17-15,-5 6 2 16,-2 5 1-16,-4 6 7 15,2 3 13-15,-2 0-9 16,2 1 0-16,1 17 36 16,-3 6-8-16,2 4 8 15,0 4 8-15,-6 2-10 16,4 5-7-16,-4-3-5 0,2 0-3 16,-2 0-2-1,0-3-10-15,0-2-9 0,0-3-2 16,0-1-3-16,-2-7-3 15,-2-1 0-15,2-5-1 16,-2-5-1-16,4-5-30 16,0-4-52-16,0 0-100 15,0-14-157-15</inkml:trace>
  <inkml:trace contextRef="#ctx0" brushRef="#br0" timeOffset="66541.739">27068 10843 772 0,'0'0'165'0,"0"0"-38"0,0 0-60 0,0 0-43 16,0 0 55-16,0 0-49 15,21 48-6-15,-17-33-12 16,-4-3-5-16,0-1-3 15,0 2 2-15,0-4-3 16,-10-3-3-16,2-1-2 16,2-3-54-16,5-2-57 15,1 0-56-15,0-20-292 16</inkml:trace>
  <inkml:trace contextRef="#ctx0" brushRef="#br0" timeOffset="66998.848">27484 10541 117 0,'0'0'677'16,"0"0"-570"-16,0 0-25 16,0 0 14-16,0 0-28 15,0 0-26-15,26 98-7 16,-26-57-21-16,0-3-9 15,-2-2 0-15,-7 1-2 0,0-5 0 16,0-5 0-16,3-4 1 16,0-5-4-16,2-7-9 15,1 1-14-15,0-8 0 16,1 0 4-16,2-4 4 16,0 0 15-16,-2 0 6 15,2 0 4-15,0 0-7 16,0 0 1-16,0 0-1 15,8-4-1-15,6 2-1 16,6 0 3-16,3-2 1 16,-1 4 1-16,5 0 4 15,0 0-6-15,4 0 0 16,4 4-3-16,2 4 2 0,3 1-2 16,-1 2 0-1,-5-2 0-15,-2 0-1 0,-5-4 0 16,-7-1-30-16,-6-4-64 15,-5 0-86-15,-3 0-177 16</inkml:trace>
  <inkml:trace contextRef="#ctx0" brushRef="#br0" timeOffset="67299.006">27747 10614 392 0,'0'0'173'0,"0"0"-82"0,0 0 13 0,0 0 1 15,0 0 9-15,-24 82-25 0,28-44-1 16,7 1-29-16,-1 0-11 16,-1 0-12-16,0-4-1 15,-2 1-13-15,0-5-9 16,-3-3-6-16,1-4-5 15,-4-1-1-15,1-5 2 16,-2-6-3-16,1-2-3 16,-1-4-38-16,3-6-46 15,1 0-84-15,4 0-55 16,2-20-397-16</inkml:trace>
  <inkml:trace contextRef="#ctx0" brushRef="#br0" timeOffset="67734.634">28068 10658 246 0,'0'0'374'0,"0"0"-283"16,0 0-50-16,0 0 58 16,0 0-18-16,0 0-29 15,17 78-3-15,-3-60-6 16,5 1-12-16,0-7-2 15,-2 3 3-15,4-3-5 0,0-1-8 16,0 0-7 0,4 1-4-16,-1-1-3 0,3 0 4 15,-5 0-1-15,-1 1 0 16,-2 2 6-16,-2-1-2 16,-4-2-1-16,-4 3 7 15,-3 0-9-15,-3 0 0 16,-3 2 0-16,0-1-4 15,-3 2 4-15,-12-1-5 16,-1 2 1-16,-5-3 1 16,-2-2-4-16,0-1 0 15,-3-4 3-15,1-2-5 16,1-5 6-16,-1-1-6 0,-1 0 0 16,4-7-7-16,5-10-38 15,3-6-47-15,6-8-50 16,8-5-138-16,0-9-370 15</inkml:trace>
  <inkml:trace contextRef="#ctx0" brushRef="#br0" timeOffset="67928.646">28230 10556 336 0,'0'0'291'0,"0"0"-149"0,0 0 5 15,112-39-51-15,-69 27-37 16,2-1-24-16,3 0-14 0,1-3-13 16,2 0-8-16,1 1-10 15,-1 1-80-15,-4 0-68 16,-11 3-314-16</inkml:trace>
  <inkml:trace contextRef="#ctx0" brushRef="#br0" timeOffset="68626.369">26877 12034 661 0,'0'0'66'0,"0"0"-32"0,0 0 80 16,-10 84-3-16,10-38-29 15,0 0-21-15,1 4-11 16,6-3-20-16,-4 0-15 16,-1-3-4-16,-2-5-7 15,0-4 0-15,0-2-4 16,0-6-10-16,0-3-44 0,7-6-75 15,16-8-89-15,3-7-158 16</inkml:trace>
  <inkml:trace contextRef="#ctx0" brushRef="#br0" timeOffset="69105.537">27381 12073 598 0,'0'0'83'15,"0"0"24"-15,3-77-14 16,-9 67-30-16,-11 10-30 16,-6 0-20-16,-7 13-8 15,0 14 2-15,2 5-4 16,9 0-2-16,8-1 0 16,6-1 2-16,5-4-1 0,0-7 1 15,5-4-1-15,12-6 1 16,3-6 2-16,6-3 0 15,2 0-5 1,2-9-2-16,0-6-10 0,-2-1 3 16,-5 0-2-16,-3 4 2 15,-5 1 9-15,-4 5-4 16,-4 2 4-16,-4 4-2 16,0 0-1-16,3 0-1 15,-3 10 4-15,0 8 5 16,-2 3 8-16,4 3 9 15,-2 5-6-15,0 0 13 16,0 2 5-16,0 0 2 0,-1-1-9 16,-2-2-8-1,0-2-8-15,0-4-7 0,1-2-1 16,1-5 0-16,0-5-1 16,3-4-2-16,1-6-46 15,4 0-26-15,5-6-28 16,3-15-153-16,3-6-199 15</inkml:trace>
  <inkml:trace contextRef="#ctx0" brushRef="#br0" timeOffset="69314.333">27857 12094 529 0,'0'0'130'0,"0"0"50"0,0 0-36 0,0 0-79 16,0 0 16-16,0 0-26 15,21 20-22-15,-18-12-8 16,-3 0-13-16,0-3-6 16,0-2-5-16,0 0 6 15,0-2-7-15,-10 1-22 16,-3-2-61-16,-6 0-79 16,0 0-223-16</inkml:trace>
  <inkml:trace contextRef="#ctx0" brushRef="#br0" timeOffset="69994.317">28408 11864 503 0,'0'0'51'0,"0"0"52"0,0 0-3 15,0 108-23-15,0-66-22 0,0 2-25 16,0-5-11-16,0-1-10 15,0-6-5-15,0 0 0 16,0-7-2-16,0-6-1 16,0-5-1-16,1-5-1 15,-1-4-24-15,0-4-11 16,0-1 8-16,0 0 10 16,-1 0 9-16,-8-8-7 15,3-2 14-15,-2 0 2 16,7 2 3-16,-1-2 6 15,2 1 10-15,0 3 17 16,0 1-4-16,12 0-11 0,6 3-3 16,3 2-1-16,4 0 0 15,4 0 1-15,2 0 2 16,3 5-5-16,2-2-7 16,-1 0-4-16,-4-2-4 15,-3-1 0-15,-1 0-18 16,-5 0-53-16,-2-1-84 15,-7-12-90-15,-7-1-208 16</inkml:trace>
  <inkml:trace contextRef="#ctx0" brushRef="#br0" timeOffset="70288.782">28682 11886 415 0,'0'0'67'0,"0"0"-2"0,0 0 65 0,0 0-56 0,-3 76 16 15,6-44-9-15,2 0-17 16,2 3 0-16,-3-3-12 16,0 2 0-16,2-1-17 15,-2-3-11-15,1-2-5 0,-1-3-12 16,-1-3-4-1,1-7-1-15,-2-2 0 0,1-3-2 16,1-4-21-16,2-6-45 16,3 0-57-16,2 0-60 15,1-16-231-15</inkml:trace>
  <inkml:trace contextRef="#ctx0" brushRef="#br0" timeOffset="70746.386">29042 11876 549 0,'0'0'103'16,"0"0"10"-16,0 0-43 0,0 0-40 16,0 0-2-1,0 0-6-15,-26 60 3 0,26-37-5 16,7-2-3-16,9 0-7 15,3-4 2-15,2-3 1 16,1-2 1-16,2 0-5 16,-1-2-2-16,-2-3 2 15,-1 2 3-15,-1-2-1 16,-3 0-1-16,-3 0-2 16,0 0-1-16,-3 0 0 15,-3 1 1-15,0 2 0 16,-5 2 1-16,-2-1 5 0,0 3-4 15,0-3 4-15,-4 0 2 16,-7 1-6-16,0-1 0 16,-5-2 2-16,-2-1-6 15,-1-1 2-15,-3-1-4 16,-3 0-3-16,-1-4 2 16,-3 0-3-16,3-2-2 15,2 0-28-15,6 0-29 16,3-10-17-16,6-5-52 15,4-10-124-15,4-4-234 16</inkml:trace>
  <inkml:trace contextRef="#ctx0" brushRef="#br0" timeOffset="70926.122">29089 11901 577 0,'0'0'121'0,"0"0"-2"0,0 0-4 0,108-5-61 16,-71 5-16-16,1-3-23 16,0-1-11-16,-5-1-4 15,-3 1-68-15,-10-3-141 16,-4-2-240-16</inkml:trace>
  <inkml:trace contextRef="#ctx0" brushRef="#br0" timeOffset="71488.898">29730 11794 684 0,'0'0'115'0,"0"0"-13"16,0 0-53-16,0 0 19 15,0 76-24-15,0-37-12 16,0 1-3-16,-5-2-18 0,1-3-2 16,-2-3-6-1,1-6 2-15,2-3-5 0,-4-4 3 16,5-3-1-16,-2-5 0 15,-1-5-2-15,4-1-8 16,-4-5-7-16,1 0 6 16,1 0 6-16,-3 0 4 15,3-2-2-15,1-2 2 16,1-1-1-16,1 3 0 16,0-3 1-16,0 3-1 15,0-3 1-15,5 2-1 16,8 1 0-16,0 0 2 15,3 2 1-15,3 0 0 16,1 0 5-16,3 0-5 0,-1 0 0 16,2 0 0-1,0 0-2-15,0 0 0 0,1 0 2 16,-1 0-1-16,5-1-2 16,-6-4 0-16,-4 0-21 15,-2-2-34-15,-4 0-36 16,-7-2-66-16,-3-2-93 15,-3-1-153-15</inkml:trace>
  <inkml:trace contextRef="#ctx0" brushRef="#br0" timeOffset="71728.665">30026 11867 384 0,'0'0'164'0,"0"0"-58"0,0 0 13 0,0 0 32 0,0 0-57 16,-20 83-18-16,20-47-10 16,0 3-16-16,0 2-5 15,0-2-7-15,0 0-2 16,1-1-16-16,6-4-13 16,-1-1 0-16,3-2-4 15,2-2-3-15,1 2-7 16,-3-6-81-16,-5-5-156 15</inkml:trace>
  <inkml:trace contextRef="#ctx0" brushRef="#br0" timeOffset="73085.26">27596 13439 339 0,'0'0'45'0,"0"0"73"0,0 0-31 0,0 0 31 15,0 0-63-15,0 0-29 16,0 0 58-16,8 91-9 0,-1-38-10 16,-4-2-28-1,1-5-14-15,1-3-7 0,-2-9-10 16,1-3 0-16,4-4-6 16,2-5-44-16,7-7-127 15,7-10-178-15</inkml:trace>
  <inkml:trace contextRef="#ctx0" brushRef="#br0" timeOffset="73540.833">28101 13456 646 0,'0'0'38'16,"0"0"-8"-16,0 0 7 0,0 0-14 15,-96-17-16-15,73 31-4 16,1 2-2-16,0 2 2 16,7-1-1-16,4-3-1 15,8-3 0-15,3-1-1 16,0-3 3-16,8-1 1 16,11-6 5-16,3 0-4 15,4 0-5-15,-3 0 3 16,-3-1-2-16,-1-4-1 15,-8 3 0-15,1 0 1 0,-3 2-2 16,-6 0-1-16,1 9-6 16,-2 9 8-1,1 6 3-15,0 3 9 0,1 3 5 16,2-3 6-16,-1 2 1 16,-1-5 9-16,1 3-4 15,-1-2-7-15,1-1 9 16,-4 0-12-16,-1 1-3 15,0-1-8-15,0-1-2 16,0-2-2-16,-1-3-2 16,-1-2-2-16,2-5-20 15,0-8-104-15,2-3-182 16</inkml:trace>
  <inkml:trace contextRef="#ctx0" brushRef="#br0" timeOffset="73729.831">28429 13640 76 0,'0'0'757'0,"0"0"-628"0,0 0 13 0,0 0-77 16,0 0-51-16,0 0-9 15,-20-19-5-15,37 19-40 16,2 0-141-16,0 0-243 15</inkml:trace>
  <inkml:trace contextRef="#ctx0" brushRef="#br0" timeOffset="74200.758">28927 13305 636 0,'0'0'109'16,"0"0"-3"-16,0 0-42 16,0 0 32-16,0 0-36 15,-15 78-12-15,15-50-8 16,0-1-7-16,0 1-14 16,0-1-7-16,-2-2-7 15,-1-1 0-15,0-2-3 16,-4-3-1-16,4-4 2 0,-3-3-3 15,3-4-24-15,-2-8-7 16,2 0 3-16,0 0 20 16,-2-4 0-16,2-6 4 15,1 1 4-15,1-1 1 16,1 5 2-16,0 0-2 16,0 2 9-16,0 3 7 15,7 0-9-15,11 0 2 16,7 0 1-16,4 0 0 15,0 1 5-15,4 5-10 16,0-2-4-16,-1 3-1 16,-4-2 1-16,-1 1-2 0,-6-3-1 15,3 0-22-15,-7-2-26 16,-3-1-48-16,-2 0-60 16,-9 0-97-16,-2-11-202 15</inkml:trace>
  <inkml:trace contextRef="#ctx0" brushRef="#br0" timeOffset="74466.149">29197 13343 341 0,'0'0'309'0,"0"0"-216"0,0 0-8 0,0 0 34 0,0 0-41 0,-25 87-8 16,25-57-3-1,6 3-20-15,2 0-6 0,0 5-16 16,-2-4-2-16,-2 1-11 16,0-7-9-16,-3-6 0 15,2-5 1-15,-3-4-4 16,1-3 0-16,1-6-38 16,4-2-42-16,4-2-56 15,6-2-47-15,7-16-223 16</inkml:trace>
  <inkml:trace contextRef="#ctx0" brushRef="#br0" timeOffset="74920.948">29669 13265 450 0,'0'0'175'0,"0"0"-24"15,0 0-19-15,0 0-57 16,0 0-57-16,0 0 36 15,-10 107-14-15,10-67-4 16,0 1-4-16,0 6 0 16,0-3-13-16,0-1-3 15,0 0-9-15,6-5 0 16,3-6-5-16,0-5 3 16,3-7-3-16,3-6 2 15,3-4-3-15,4-8 3 16,5-2 0-16,5 0 0 0,-1-2-4 15,0-12 0-15,-2-3 0 16,-6-7 1-16,-3-1 1 16,-5 0 3-16,-6-1-4 15,-6 1 1-15,-3 5-1 16,0 0 1-16,0 4 11 16,-12 5 10-16,-8 4-8 15,-2 1-9-15,-6 6 1 16,-5 0-4-16,-1 0 1 15,-2 9-1-15,1 5-1 16,3 1-1-16,2 2-1 16,0 3 0-16,3 0-3 0,-1-2-69 15,-2-9-142-15,3-9-840 16</inkml:trace>
  <inkml:trace contextRef="#ctx0" brushRef="#br0" timeOffset="80727.903">26807 9337 281 0,'0'0'12'0,"0"0"28"0,0 0 44 16,0 0-11-16,0 0-26 15,0 0-25-15,0 0-6 16,0 0-11-16,-8-3 7 16,32 3 60-16,12 2-25 15,12-2-17-15,6 0-10 0,5 0-5 16,6-2-5-1,-3-6-5-15,3 1-5 0,-5-2 2 16,-6 1 0-16,-3-1-2 16,-11 1 2-16,-6 1-1 15,-7 0 0-15,-11 4 0 16,-8-1-1-16,-5 4-1 16,-3 0-21-16,-3 0-27 15,-21 0 39-15,-13 4-65 16,-8 6-45-16,-10-1-70 15</inkml:trace>
  <inkml:trace contextRef="#ctx0" brushRef="#br0" timeOffset="83055.126">26792 9368 185 0,'0'0'11'0,"0"0"25"16,0 0 46-16,0 0-4 16,0 0-13-16,0 0-13 15,-22 8-16-15,22-8-4 16,4 3 27-16,15-3 18 16,8 0-32-16,9 0-12 15,4 0-15-15,5 0-4 16,3 0-3-16,3 0-1 0,-1-3-1 15,-3 3-2-15,-3-2-4 16,-4 2 3-16,-2 0 2 16,-2 0 0-16,-5 0 10 15,-4 0-4-15,-6 0 2 16,-5 0 2-16,-6 0-3 16,-4 0-3-16,-4-2 8 15,-2 2-2-15,0 0 6 16,0 0 1-16,0 0-5 15,0 0-3-15,0-3-2 16,0 3-2-16,0 0-3 16,0 0-3-16,0 0-1 0,0 0-3 15,0 0 0-15,0 0-1 16,0 0 1-16,0 0-1 16,0-1-1-16,0 1 0 15,0 0 1-15,0 0 1 16,0-3-1-16,0 3-2 15,0-1-3-15,0 0-1 16,0-1 4-16,0 1 0 16,0 1 1-16,0-2 1 15,0 2-2-15,0 0 3 16,0 0-2-16,0 0 3 16,0 0-2-16,0 0 1 15,0-1-1-15,0 1 0 0,0 0-2 16,-2 0 1-1,2 0-1-15,0 0 0 0,0 0 0 16,0 0 0-16,0 0 0 16,0 0 2-16,0 0-2 15,0 0 3-15,0 0-2 16,0 0 2-16,-1 0 1 16,1 0-1-16,0 0 1 15,0 0-2-15,0 0 1 16,0 0 0-16,0 0 0 15,0 0 0-15,0 0-1 16,0 0 0-16,0 0-1 16,0 0 0-16,0 0-1 15,0 0 0-15,0 0 0 0,0 0 0 16,0 0-1-16,0 0 1 16,0 0-1-16,0 0 1 15,0 0-1-15,0 0 0 16,0 0 1-16,0 0-1 15,0 0 1-15,0 0 1 16,0 0-1-16,0 0 0 16,0 0 0-16,0 0 0 15,0 0 0-15,0 0 0 16,0 0 0-16,0 0 0 16,0 0 1-16,0 0-1 15,0 0 0-15,0 0 1 16,0 0-1-16,0 0 0 0,0 0 0 15,0 0 0-15,0 0 1 16,0 0-1-16,0 0 0 16,0 0 0-16,0 0 1 15,0 0-1-15,0 0 0 16,0 0 0-16,0 0 0 16,0 0 0-16,0 0 0 15,0 0 1-15,0 0-1 16,0 0 1-16,0 0-1 15,0 0 0-15,0 0 0 0,0 0 0 16,0 0 0 0,0 0 0-16,0 0 0 0,0 0-1 15,0 0 1-15,0 0 0 16,0 0 0-16,0 0 0 16,0 0 0-16,0 0 0 15,0 0 0-15,0 0-1 16,0 0 2-16,0 0-1 15,0 0 1-15,0 0 1 16,0 0 0-16,0 0-1 16,0 0 1-16,0 0-1 15,-2 0 0-15,2 0-1 16,0 0 0-16,0 0 0 16,0 0-2-16,0 0 0 15,0 0-1-15,-1 1-1 16,-1 6 4-16,-1-3 4 0,-2 3-3 15,2 0 1-15,0-1-2 16,0 0 1-16,0-1-1 16,1 0 0-16,1 0 0 15,1-3 0-15,-2 1 1 16,1-2-1-16,-1 1 0 16,2-2-1-16,0 1 1 15,0-1 2-15,0 0-2 16,0 0 1-16,0 0-1 15,0 0 2-15,0 0-1 16,0 0 2-16,0 0 0 16,0 0-1-16,0 0 0 0,0 0 3 15,0 0-1-15,0 0 5 16,0 0 0-16,0 0 0 16,0 0 1-16,0 0-7 15,0 0 0-15,0-1-1 16,0-1-1-16,0 1 1 15,0-2-2-15,0 3 1 16,0-2 1-16,0 2-2 16,0 0 1-16,0 0 0 15,0 0-1-15,0-2 1 16,0 0-1-16,0 1 0 16,0-1 0-16,0 2 1 0,0 0-1 15,0-1 0 1,0 1 0-16,0 0 0 0,0 0 1 15,0 0-2-15,0 0 1 16,0 0 0-16,0 0 0 16,0 0 0-16,0 0-1 15,0 0 0-15,0 0 0 16,0 0 0-16,0 0 0 16,0 0 0-16,0 0 1 15,0 0-1-15,0 0 1 16,0 0 1-16,0 0-1 15,0 0 1-15,0 0-1 16,0 0 0-16,0 0 1 16,0 0 0-16,0 0 0 0,0 0-1 15,0 0 0-15,0 0 1 16,0 0-1-16,0 0 0 16,0 0 2-16,0 0-2 15,0 0 1-15,0 0-2 16,0 0 1-16,0 0 0 15,0 0 1-15,0 0-1 16,0 0 1-16,0 0-1 16,0 0 0-16,0 0 0 15,0 0 1-15,0 0-1 16,0 0 0-16,0 0 1 16,0 0-1-16,0 0-1 15,0 0 1-15,0 0 1 0,0 0 0 16,0 0-1-16,0 0 2 15,0 0-1-15,0 0-1 16,0 0 0-16,0 0 1 16,0 0 1-16,0 0-2 15,0 0 2-15,0 0 2 16,0-2-1-16,0-2-2 16,0 3 0-16,0-2 0 15,0 3-1-15,0-2 1 16,0 2-1-16,0-1 0 15,0 1 2-15,0 0-2 16,0-1 0-16,0 1-2 0,0 0-7 16,0 0-37-1,3 0-54-15,0 8-80 0,-1 8-21 16,-2 4-160-16</inkml:trace>
  <inkml:trace contextRef="#ctx0" brushRef="#br0" timeOffset="84006.779">27767 11242 280 0,'0'0'26'0,"0"0"20"0,0 0 52 15,0 0 1-15,0 0-28 16,0 0 0-16,0 0-19 16,-78-27-12-16,78 27-15 15,3 0 0-15,20 0 23 0,15 0 11 16,12 0-32-16,7 0-7 16,3 0-5-16,-2 0-1 15,2 0-5-15,1 0-1 16,3 0-5-16,1-1-1 15,0-5 1-15,-6-1-3 16,-5 0 0-16,-3-3 0 16,-4 2 0-16,-6 1 0 15,-4 0 2-15,-7 1-1 16,-11 3 0-16,-5-1-1 16,-8 4 1-16,-4 0 1 15,-2 0-2-15,0 0 2 16,-19 0-8-16,-9 0-10 0,-6 0-52 15,-8 7-43-15,-1 1-62 16,-9 0-129-16</inkml:trace>
  <inkml:trace contextRef="#ctx0" brushRef="#br0" timeOffset="84470.797">27772 11289 258 0,'0'0'30'0,"0"0"41"0,0 0 18 16,0 0-1-16,0 0-15 15,0 0-10-15,-27-11-23 16,35 11-11-16,14 0-13 15,11 0 5-15,9 0 1 16,4 0-5-16,5 0 9 16,4 0-11-16,0 0 2 15,8 0 11-15,-1-3-13 16,1-2-4-16,-3 1-3 16,-4-2-5-16,-4-1 4 15,-5 0 1-15,-3 0-2 0,0 0 4 16,-2 3 5-1,-1-1 3-15,-5 1 0 0,-3 2-1 16,-6-1 6-16,-7 0-4 16,-1-1-3-16,-9 1 4 15,-3 2-6-15,-4-1 1 16,-3 2 1-16,0 0-6 16,0 0-7-16,0 0-3 15,0 0-15-15,-14 0-81 16,-19 0-170-16</inkml:trace>
  <inkml:trace contextRef="#ctx0" brushRef="#br0" timeOffset="86057.68">28888 14096 282 0,'0'0'69'0,"0"0"-63"0,0 0 7 16,0 0 32-16,0 0-9 15,0 0-18-15,0 0 9 0,5 20 20 16,34-17-20 0,13-3-7-16,9 0-5 0,8 3-2 15,6-3-3-15,6 0 2 16,4 0 0-16,3 0 2 16,2 0-10-16,-7 0 1 15,-7-7-4-15,-8 0 5 16,-7 1-6-16,-8 1 3 15,-11 1-3-15,-9 2 0 16,-12 0 1-16,-12 2 1 16,-9 0-2-16,-2 0-3 15,-29 0-12-15,-11 8-80 16,-15 2-95-16,-4-2-102 16</inkml:trace>
  <inkml:trace contextRef="#ctx0" brushRef="#br0" timeOffset="86425.393">29018 14313 211 0,'0'0'95'16,"0"0"-63"-16,0 0 47 15,0 0 21-15,0 0-32 16,0 0-36-16,43 0 8 0,5 0 9 16,12 0-13-1,4-5-5-15,9-1-3 0,7 1 1 16,7-1 0-16,1 1-9 16,-5-1-5-16,-6 1-5 15,-9-1-5-15,-5 0 2 16,-6 2-3-16,-10 0 4 15,-11 1-4-15,-12-1 1 16,-12 4-3-16,-9 0-2 16,-3 0 0-16,-9 0 0 15,-27 10-25-15,-24 2-122 16,-20 0-318-16</inkml:trace>
  <inkml:trace contextRef="#ctx0" brushRef="#br0" timeOffset="95937.953">28446 8448 23 0,'0'0'196'0,"0"0"-140"16,2-76 20-16,-2 55 6 15,0-1-16-15,0 4-9 0,-10 0-14 16,-1 0-22-16,-1 0 0 15,-3 3 14-15,0 0-10 16,-1 3-6-16,-1 4-3 16,-3 1-1-16,-4 1-8 15,-6 4-4-15,-3 0 3 16,-1 2-1-16,-4 0-2 16,1 0 3-16,0 0-2 15,3 0 5-15,1 3-1 16,3 5 7-16,2 0-4 15,1 7-2-15,1 0-1 16,-1 2-3-16,-3 3 6 0,1 4-4 16,2 0-3-1,0 1 4-15,2 3-5 0,5-1 3 16,2 3-2-16,5-2 6 16,3 0-5-16,1 2 3 15,2-2 0-15,1 1 2 16,2 1-3-16,1-1 1 15,2-1-6-15,-1 0 7 16,2-2-3-16,0-2-2 16,0-2 1-16,0 1-3 15,9 0 1-15,3-1 1 16,2 0 2-16,0 1 0 16,3 0-3-16,1-2 2 15,1 0-1-15,-1 0 1 16,1-4-3-16,1 3 0 0,4-5 0 15,0-2-1-15,2-1 5 16,1-2-5-16,0 0 0 16,-1-2 2-16,2 1 1 15,-1-1-3-15,-2-4 4 16,3 0-5-16,-2 0 1 16,0-2-1-16,3-2 2 15,-2 0-1-15,3 0 2 16,0 0-3-16,-2-4 0 15,-3-3 2-15,-1-4-2 16,-2 0 1-16,-2-3 1 16,-2 2 0-16,-3-4-2 0,-2-2 2 15,-2-4 1-15,-1-2 0 16,2-5-2-16,-3 1 0 16,0-5 1-16,0 2-1 15,-2-4-1-15,-2 5 1 16,4-1-1-16,-2 0 1 15,0 1 0-15,0 1-1 16,-4-2 3-16,0 1 0 16,-2 1-1-16,-1-1 2 15,0 3-3-15,0-2 3 16,0 4 3-16,0 0-4 16,0 2 1-16,0 2 3 15,-4 0 3-15,-6 1 3 0,1 2-7 16,-2 0 0-1,-1 1-1-15,-5 2 1 0,2 0-3 16,-2 1-3-16,0 0 2 16,1 1 0-16,-1 1-2 15,-2-2 3-15,-2 2-2 16,1-1 0-16,-3 0 1 16,-3 6-1-16,0 2-1 15,-6 3-2-15,-2 2 2 16,-2 0 0-16,-1 0 0 15,-2 0 0-15,2 9-1 16,2-4 0-16,1 5 1 0,3 0 0 16,-1-1 0-1,3 2 0-15,3-1 0 0,1 1 0 16,5 0 0-16,0-1 0 16,2 3-1-16,1 1-1 15,-1 3 0-15,0 2 4 16,1-1-2-16,1 0 0 15,2 5-1-15,3 1 1 16,-2 1 3-16,4 3-3 16,-2 2-1-16,4 1 1 15,-2 0 2-15,2 5-1 16,2-3-1-16,2 1 0 16,0 0 0-16,3-3 0 15,0-4 0-15,0 4 0 16,0-6 0-16,11 1 0 0,-1-4 0 15,3 1 0 1,-1-1 1-16,2 1-1 0,2-2 2 16,2 1-2-16,0-3 0 15,6 2 0-15,0-3 0 16,2 1 0-16,3-2 0 16,1-5 0-16,2 5 2 15,1-7-2-15,2-1 3 16,1 1-3-16,2-2 0 15,1-4 0-15,0 1 4 16,0-4-3-16,-3 2-1 16,4-3 0-16,-3 0 0 0,-3 0 2 15,-1 0-2-15,-5 0-1 16,1-4 1-16,-4-3 0 16,-1-3 0-16,-1 0 0 15,-1-3 0-15,0 2 1 16,-1-4 0-16,0 0 0 15,0-3 0-15,-5-3-1 16,2 1 0-16,-1-6 0 16,-3 1 0-16,0-3 0 15,-1-2 0-15,-4-1 0 16,-1 0-1-16,-4-1 1 16,1 1 0-16,-3-2 0 15,0 1 0-15,0-1 0 0,-2-1 1 16,0 2-1-1,0 0 0-15,0-1 0 0,0 1 0 16,-9-1-1-16,0 3 1 16,1 3 0-16,-5 2 0 15,1 2 0-15,0 5 0 16,-4 2 0-16,2 0 0 16,-2 3 0-16,-5 0 0 15,4 2 2-15,-2 1-2 16,0 1 3-16,-2 2-1 15,0 0 2-15,0-2-2 16,0 2 2-16,0 2-3 16,3-1 7-16,1 1-5 15,1 1 0-15,0 1 1 0,3-2 0 16,-4 0-3-16,5 1 4 16,-2 2-3-16,0 1 1 15,-2 1-2-15,-1 0-2 16,-2 0 0-16,-5 0 1 15,4 0 1-15,0 6-1 16,-1 0 0-16,3-1-2 16,-3-1 1-16,3 4 1 15,2-2 0-15,-4 2 0 16,2-1 1-16,-1-1 0 16,-2 1-1-16,0-2 0 0,-3 2 0 15,2-1 0 1,1 1 0-16,3-2 0 0,2 1 0 15,4 1-2-15,-2 4 2 16,-2 0 1-16,1 1-1 16,0 0-2-16,3 3 2 15,-3-4 0-15,2 5 2 16,-2-1-3-16,3 0 2 16,0-1-1-16,0 1 0 15,3 0 0-15,0 2 2 16,-1-2-2-16,4 0 0 15,1 0 0-15,-2-1-1 16,5 1 1-16,-2-1 0 16,1-2-10-16,3 0-9 0,0-1 1 15,0 0-27-15,6 1-31 16,13-4-120-16,7-7-94 16</inkml:trace>
  <inkml:trace contextRef="#ctx0" brushRef="#br0" timeOffset="96807.113">28299 9292 72 0,'0'0'20'0,"0"0"-11"0,0 0-3 16,0 0-3-16,0 0-2 15,0 0 2-15,0 0 10 16,0-3 9-16,0 3 3 16,0 0-3-16,0 0-3 0,0 0 11 15,0 0-4-15,0 0-1 16,0 0 6-16,0 0 1 16,0 0-2-16,0 0 7 15,0 0 4-15,0 0-4 16,0 0-5-16,0 0-6 15,0 0-2-15,0 0-1 16,0 0-3-16,0 0-9 16,0 0-5-16,0 0-3 15,0 0-3-15,0 0-18 16,0 0-81-16,0-2-170 16</inkml:trace>
  <inkml:trace contextRef="#ctx0" brushRef="#br0" timeOffset="102714.137">26429 11297 398 0,'0'0'69'0,"0"0"-65"0,0 0-3 15,0 0 8-15,0 0 5 16,0 0-7-16,0 0-2 16,-10-11 0-16,34 11 6 15,10 0 3-15,9 3-3 0,8-2 4 16,7 2-3-1,6-2-1-15,5-1 5 0,6 0-5 16,5 0 2-16,5 0-3 16,2 0 0-16,-2 0 0 15,1 0-3-15,1-4 1 16,4 3-2-16,-2-2 2 16,2 3 5-16,0-3-7 15,-3 1 1-15,-4 0-4 16,-5 2 4-16,-4-4-3 15,-4 4-2-15,-4-5 0 16,1 3 3-16,-6 0-5 0,-4 0 0 16,-1-2 1-1,-2 2 0-15,1-1-1 0,2-2 3 16,-3 1 1-16,-2 0 2 16,-6 0-4-16,-3-2 0 15,-5 0 0-15,-3 1 2 16,-1-1-2-16,-4 1-1 15,-3-1 3-15,-2 1-4 16,-4 2 8-16,-4-1-5 16,-5 2-2-16,-4 1 4 15,-3-1-4-15,-4 2 4 16,-1 0-4-16,-1 0 4 16,0 0-3-16,0 0-2 0,0 0 2 15,0-3-2 1,0 3 1-16,0 0 0 0,0 0 1 15,0 0 6-15,0 0 6 16,0-4 9-16,2-3 1 16,-1-2-16-16,-1-2-7 15,3-1-1-15,-3-4 0 16,0-2 0-16,0-8 2 16,0-5-2-16,0-4-2 15,0-4 2-15,0-6 0 16,0-4 2-16,0-3-4 15,0-4 2-15,0 2 0 0,0-4 0 16,0 3 0 0,0 1 0-16,3 0 0 0,3 2 0 15,2-2 0-15,1-2-1 16,-1-3 1-16,0 3 0 16,1 2 0-16,-3 8 0 15,1 6 1-15,-2 5 1 16,-4 4-2-16,-1 4 1 15,0 7 0-15,0 3 0 16,0 5 3-16,0 0-1 16,-3 4-2-16,-7 0-1 15,-1 2 1-15,-6 3-1 16,-5-1 0-16,-6 2 0 16,-11 2-2-16,-11 0 2 15,-11 0 0-15,-11 0 2 16,-10 8-1-16,-5-1-1 15,-2 2 0-15,-4 2-1 0,-1 2 1 16,-3 0 0-16,-1-2 2 16,-2 1-2-16,-1-1-1 15,1 0 1-15,-7 0 0 16,-1-1-1-16,-4 0 1 16,1-1 0-16,6-2 0 15,5 0 0-15,4-2 1 16,4 0 0-16,-1-1-1 15,5-2 0-15,2 0 0 16,3-1-1-16,0 4 1 0,-2-1 0 16,0-2 0-16,3 1 0 15,3-1 0-15,5 2 0 16,7-4 0-16,5 3 1 16,5-2-1-16,8-1 0 15,1 2 1-15,0-2-1 16,0 1 0-16,-7 2 0 15,-3 1 1-15,3 3-2 16,1-1 1-16,8 1 0 16,6 5-2-16,4-3 2 15,5 4 0-15,5-2 0 16,5 2 0-16,5 1-1 16,6-1 1-16,3 3-1 15,3 9 1-15,4 4-4 16,0 11 4-16,0 5 1 0,9 9-1 15,-1 2 0-15,2 2 0 16,-3-3 0-16,4-4 0 16,4-2 0-16,0-4 0 15,4 0 0-15,1-2 0 16,0 0 0-16,3-2 2 16,-2 0-2-16,1-4 0 15,-3-4 1-15,-1 0-1 16,0-6 0-16,-3-3 1 15,2-3-1-15,-7-5 0 16,8-2 0-16,-5 3 0 16,2-6 1-16,-1 3-1 0,3-1 0 15,-4-1 0-15,4 1-1 16,0-1 3-16,2-2-2 16,3-2 0-16,5 1 0 15,6-1 0-15,6-1 1 16,9-7 1-16,10 4 3 15,12-4-5-15,11 0-1 16,14 0 1-16,12 0 1 16,13-8-1-16,8 0 0 15,7-4 3-15,8 1-3 16,1-1 1-16,3-1-1 16,-6 2 0-16,-6 2 0 15,-8 0-1-15,-7 2 1 0,-9 2 1 16,-11-4-1-1,-8 5 3-15,-7-3-2 0,-4-2 1 16,-10 2 1-16,-11 3-2 16,-17-3 0-16,-17 6-1 15,-14-3 0-15,-8 2 2 16,-4 2-2-16,-3 0 0 16,-21 0-6-16,-17 0-31 15,-7 0-84-15,-9 0-136 16</inkml:trace>
  <inkml:trace contextRef="#ctx0" brushRef="#br0" timeOffset="106095.446">24966 11028 593 0,'0'0'7'0,"0"0"-7"0,0 0 26 0,0 0 10 16,0 0-22-16,0 0-8 15,0 0 39-15,-48 33-6 0,63-11-14 16,1-2 6-16,4 0 5 16,5-1-8-16,-1 1-5 15,0-2-6-15,0-2-6 16,-1-1 2-16,-3-4-2 15,5-3 2-15,-1-5-3 16,3-3 5-16,7 0 6 16,11-18 1-16,16-13 1 15,24-12-1-15,26-10-10 16,20-5-2-16,17-1-5 16,2 6-4-16,-11 10-1 15,-27 14-23-15,-34 14-105 16,-44 7-184-16</inkml:trace>
  <inkml:trace contextRef="#ctx0" brushRef="#br0" timeOffset="106416.448">24949 11473 491 0,'0'0'0'0,"0"0"-2"0,0 0 2 0,0 0 9 16,0 0 12-1,0 0 17-15,52 61 12 0,8-61-3 16,27-24-3-16,31-22-11 16,46-15-13-16,46-10-11 15,48-6-9-15,29-9-143 16</inkml:trace>
  <inkml:trace contextRef="#ctx0" brushRef="#br0" timeOffset="110580.094">15077 5798 270 0,'0'0'145'0,"0"0"-132"0,0 0 41 0,0 0 14 0,0 0-20 15,0 0-8-15,0 0-8 16,-28-39-21-16,31 39-8 16,22 0 1-16,17 6 1 15,21-1 6-15,14 0-5 16,13-1 12-16,5 3-4 15,3 1-12-15,-2-2-1 16,-2 2 4-16,0-2-5 16,0-4 1-16,2-2-1 15,1 0 2-15,4 0-2 0,5-2 1 16,2-7 2 0,-1 1 5-16,-4-3 0 0,-2 3-3 15,-4 0-2-15,-8 3 0 16,-5-1-2-16,-9 4 0 15,-16 0-1-15,-11 1 4 16,-6 1 3-16,-9-1 1 16,-8 0-3-16,-8-1 2 15,-11 2-5-15,-3 0 1 16,-3 0 0-16,0-1-3 16,-27 1-19-16,-15 0-93 15,-13 0-202-15</inkml:trace>
  <inkml:trace contextRef="#ctx0" brushRef="#br0" timeOffset="124738.023">9623 10225 404 0,'0'0'0'0,"0"0"11"0,0 0-7 0,-86-72 9 15,61 56 27-15,-2 1 17 16,2 0-18-16,-2 1-8 16,-1 0-1-16,5 0 8 0,-5 0 6 15,0-1-9-15,1-1-4 16,-3 1-8-16,5 2-6 16,-2-1 1-16,-1 5-3 15,-4 0-6-15,1 1-2 16,-3 3 1-16,1 0-3 15,-5 1 5-15,4 1 2 16,-5 0-1-16,4 1 0 16,-3 0 0-16,1-2 4 15,-2 1-3-15,-1 0-5 16,1 2 2-16,-1 1-3 16,-8 0 0-16,3 0-6 15,-4 0 4-15,1 0 2 16,-4 0 1-16,3 0 1 0,4 0-3 15,3 0 1-15,-1 0-1 16,1 0 1-16,-1 0 0 16,-5 0-5-16,-1 0 0 15,1 0 0-15,2 3 2 16,6 1-1-16,1 2 6 16,-1 1 0-16,-1 1-4 15,-1 2 0-15,-1 0 2 16,3 1-3-16,3-1 1 15,4 4 0-15,1-3-2 16,7 6 0-16,-2 1-2 0,2 1 0 16,0 1 1-1,5 1 1-15,1-1-1 0,1 4 0 16,3-1-1-16,1 2 1 16,3 2 0-16,2-1-1 15,1 4 1-15,1 1-1 16,4 1 3-16,1 2-2 15,1 1-1-15,1-2 2 16,0 0-2-16,0-2 3 16,0 0 0-16,6-1-1 15,6-4 0-15,-3 1 1 16,0-3-2-16,4 3 0 16,1 1 1-16,-1-1-1 15,2 0 0-15,3-1 0 16,0-2 0-16,1-1 1 0,3 0 0 15,-2-3-1-15,4 0 0 16,-2 1-1-16,5-4 2 16,-3 3 2-16,6-2-2 15,1 1 0-15,3-3 1 16,-1-3-1-16,0 0 1 16,1-1-2-16,-1-4 3 15,4 0-2-15,-1 1 0 16,4-2 0-16,-1-1-1 15,3-1 1-15,1 1-1 16,-1-1 0-16,0 0-1 16,4-1 1-16,-1 1 1 0,1-1-1 15,0 0 0-15,5 1 0 16,-3-2 2-16,6 0-3 16,-5 0 1-16,-3 0 2 15,3-1-2-15,-4 2-1 16,6-4 2-16,-4 1 1 15,1-1 0-15,6 0-3 16,-5 0 3-16,0 0 0 16,-5 0 0-16,-3-1-3 15,-2-3 3-15,-1 0-3 16,-1 0 2-16,3 0-2 16,-3 0 0-16,4 0 1 15,2-3 0-15,2 0 0 16,4-3-1-16,0-2-2 0,2-1 2 15,1-2 1-15,-1-3-1 16,-2 0 0-16,0-1 0 16,-7-1 1-16,1-1-1 15,-7-3 1-15,-2 5-1 16,-8-4 1-16,-2-1 2 16,-5-1-3-16,-1-3 1 15,0-1 0-15,-6-3-1 16,4 0 0-16,-4-3 3 15,3 0-3-15,-3 3-3 16,-3 0 3-16,-5 1 4 0,-4 0-2 16,0 0-2-1,0 0 2-15,0-2-1 0,-4 0-1 16,-5 0 1-16,0 0-1 16,-7 6 0-16,1 1 1 15,-5 3-1-15,-5 1 0 16,-3 2 0-16,-5 0 0 15,-4 0 0-15,-1 0 0 16,-4 0 0-16,1 2 0 16,-4 2-1-16,-1 3 1 15,1 1 0-15,-1-1 2 16,1 3-2-16,-3-3 0 16,3 3 0-16,-4-2 0 15,4-1 2-15,-1-1-2 16,3 3 1-16,2-4-1 0,3 3 1 15,1-1-1-15,2 3 0 16,-1 0 1-16,2 2-1 16,0 3 0-16,-3-1 1 15,2 0 0-15,-1 2-1 16,-4-2-1-16,-3 2 1 16,-2 0 2-16,-4 0-2 15,-1-1 0-15,-3-1 0 16,-2 1 2-16,-2-2-2 15,0 3 0-15,-3-4 0 16,1 3 2-16,-2-1-2 16,-4 4-1-16,-3-2 1 0,-2 3 2 15,-2 1-2-15,3 0-2 16,7 0 2-16,2 0-2 16,2 5 2-16,3 1 0 15,0 3 0-15,3 1 0 16,5-2 0-16,4 4-1 15,-2 3 1-15,3-1 0 16,-1 4 0-16,0 2-1 16,1 2 1-16,2 2 1 15,4 0 0-15,3-1-1 16,5 0 0-16,1 0 0 16,7-1 0-16,3-1 0 15,3-1 0-15,2-1-2 0,3 0 0 16,2 4 2-16,0 1 0 15,1 3 0-15,1 2-1 16,2 6 0-16,3 3 0 16,0 1-1-16,0 3 0 15,0-1 1-15,12-1-2 16,4-1-2-16,1-4-2 16,10-4 1-16,6-5-13 15,10-3-11-15,13-5-8 16,13-7-49-16,9-10-62 15,1-1-147-15</inkml:trace>
  <inkml:trace contextRef="#ctx0" brushRef="#br0" timeOffset="127437.98">16464 10000 102 0,'0'0'81'0,"0"0"-75"0,0 0 17 16,0 0 65-16,0 0-20 15,0 0-11-15,0 0-4 16,-8-8-9-16,8 8-19 15,0 0-11-15,0 0-6 16,0 0-7-16,0 0 0 16,1 0-1-16,16 0 21 15,2 0-11-15,5 4-2 16,4 0 0-16,4 1-5 0,5-3 0 16,3-1 0-1,5-1 1-15,7 0 0 0,8 0 1 16,7 0 1-16,6 0-3 15,2 0-2-15,-2 0-1 16,6-1 2-16,-1-3 0 16,5-3-2-16,2 3 0 15,0 1 1-15,-4-1 0 16,1 4-1-16,-3 0 1 16,-2 0-1-16,-7 0 2 15,1 0-1-15,-5 0 0 16,-1 0 0-16,-6 0-1 15,-3 0 0-15,-4 0 1 16,-8-3-1-16,-5 2 0 16,-9-2 0-16,-8 3 0 0,-8-2-4 15,-9 1-22-15,-5 1-37 16,0 0-110-16,-19 0-39 16</inkml:trace>
  <inkml:trace contextRef="#ctx0" brushRef="#br0" timeOffset="128381.947">15095 10943 302 0,'0'0'1'0,"0"0"4"0,0 0-3 0,0 0-2 0,0 0 3 16,0 0-3-1,66-14 1-15,-45 14 2 0,4 0 5 16,6 2 3-16,8 0 5 15,3-2 3-15,6 0-4 16,-2 0 1-16,2 0-2 16,-1 3-2-16,0-2 1 15,3 2-5-15,3 0-5 16,2-2 0-16,3 2-1 16,0-1 0-16,0-2 2 15,5 0 3-15,3 0 2 16,7 0-4-16,3-2 3 15,0-1-1-15,0 1 4 16,-3 0-3-16,0 2-3 0,-4 0-3 16,-5 0 1-16,0 0-2 15,-1 0 2-15,-2 0 6 16,3 0-5-16,2 0 3 16,1 0 0-16,1 0-1 15,-1-1-5-15,-2-2 3 16,0 0-3-16,1-1 1 15,3 0 0-15,-2-1-1 16,-2 1-1-16,-4 2 1 16,-1 2 1-16,-6 0 2 15,-3 0-3-15,-4 0 2 16,-5 0 0-16,-1 0-1 16,-5 0 0-16,-5 0 2 0,-9 0-4 15,-3 0 1 1,-10 0 0-16,-1-4-1 0,-6 4 0 15,-2 0 0-15,0 0-38 16,-17 0-212-16</inkml:trace>
  <inkml:trace contextRef="#ctx0" brushRef="#br0" timeOffset="129078.034">15065 12396 364 0,'0'0'6'0,"0"0"-6"0,0 0 6 0,0 0-2 16,0 0 1 0,0 0 1-16,33-31 6 0,-11 28 4 15,8 2 1-15,11 0-9 16,15 0 9-16,18-1-3 16,18 0 25-16,20 1 8 15,13 1-16-15,15 0-12 16,5-1-9-16,1 1-4 15,-4 0-4-15,-5 0-2 16,-8-2 4-16,-9 1 1 16,-11-1-2-16,-7 0 6 15,-10-1-2-15,-7-1 0 16,-15 0-5-16,-19 1-2 16,-20 0 0-16,-17-1-30 0,-14-4-173 15</inkml:trace>
  <inkml:trace contextRef="#ctx0" brushRef="#br0" timeOffset="132201.704">9727 12672 471 0,'0'0'13'0,"-94"-64"-10"0,40 32 39 15,-5-4-1-15,-7 0-6 16,-3 2 2-16,-2-1 2 15,-2 5-12-15,-1 2-10 0,-6 2-9 16,0 5-4-16,-9 3 0 16,-9 3-3-16,-5 10 0 15,-2 2 2-15,-3 3-3 16,-7 3 3-16,-7 17 0 16,-7 9 3-16,1 7-3 15,-2 6 3-15,8 6 0 16,1 13 5-16,0 4-5 15,-1 6-3-15,2 1-2 16,11 0 0-16,8 0 2 16,14 2-3-16,10-1 0 15,13 0 0-15,13 1 1 16,15 2-1-16,18 4 0 0,11 4 0 16,7 2 2-16,24 4-1 15,18 4 4-15,17-3-3 16,14-5-1-16,15-7 2 15,15-8-2-15,15-8 0 16,15-8 0-16,11-7 1 16,9-12 1-16,14-11-1 15,12-11-1-15,15-14 3 16,15 0 0-16,1-23-4 16,-3-15 0-16,-7-13 3 15,3-9-3-15,-4-11 0 16,2-9 0-16,-10-10-1 0,-14-3-2 15,-20-2 3-15,-24 2 0 16,-21 4-1-16,-20-1-3 16,-18-5 1-16,-16-4 1 15,-24-8-2-15,-19-4 4 16,-15-2-2-16,-24-5 1 16,-22 5 0-16,-17 7 1 15,-12 11 3-15,-14 14 4 16,-14 12 4-16,-21 11-3 15,-11 11 7-15,-15 18-11 16,-6 11 0-16,-10 15 0 16,-4 3-3-16,-8 25-1 15,-12 16 0-15,-9 16-4 0,-8 12-20 16,2 13-12-16,8 15-56 16,12 8-94-16,3-2-238 15</inkml:trace>
  <inkml:trace contextRef="#ctx0" brushRef="#br0" timeOffset="143302.056">12301 14061 280 0,'0'0'2'0,"0"-86"9"0,-5 43 10 0,-10-7 22 15,-10-5 5-15,-5-1-14 16,-3 1 1-16,-6 5-11 16,-2 7 5-16,-6 3-12 15,-5 8-4-15,-7 2 2 16,-10 5-7-16,-7 6 2 15,1 8-1-15,-7 7 6 16,3 4 2-16,-3 0-5 16,-3 18 2-16,-2 9 1 15,-4 5-4-15,5 6-4 16,-4 8-3-16,4 6 1 16,-1 8 3-16,-2 11-4 0,-2 2 0 15,-3 3-1-15,3 1 0 16,9 2-3-16,7-3 0 15,16 0 0-15,5-2 2 16,6-5 0-16,11-2 0 16,10 0-2-16,12-3 4 15,9-4 1-15,6-1-2 16,12 1 0-16,21-3 0 16,10 1 2-16,12-4-4 15,11-8 3-15,16-3 0 16,15-5-3-16,12-4 3 15,17-4 0-15,7-1-4 16,3-2 1-16,3-3 3 16,-6-4-2-16,-5-9-2 15,-1-8 1-15,-2-3 3 0,2-10-2 16,1-17 1-16,4-10-3 16,-7-8 3-16,-6-9-2 15,-7-11 0-15,-12-8 1 16,-9-7-2-16,-12-3 2 15,-10-5-1-15,-12-2 1 16,-11-5-1-16,-13-8 0 16,-13-7 3-16,-11-3 6 15,-9-1 2-15,-1-1 6 16,-29 1 8-16,-16 8-1 16,-11 9-3-16,-16 14-1 0,-11 12-5 15,-8 14-4-15,-12 7-5 16,-4 13 0-16,-7 11-4 15,-6 12-1-15,-7 12 4 16,3 2-6-16,-12 27 1 16,-2 18-1-16,-7 14 0 15,-8 17-7-15,-4 17-100 16,-8 9-152-16</inkml:trace>
  <inkml:trace contextRef="#ctx0" brushRef="#br0" timeOffset="146686.257">1978 12127 456 0,'0'0'278'0,"-85"-29"-275"0,58 11 3 0,3-4 2 16,5 2 16-16,11-2 20 15,7 4-17-15,1 3-11 16,7 2-15-16,14 9 1 16,6 4-2-16,4 1-5 15,-1 21-1-15,1 1 4 16,-5 6 2-16,-8 1 1 16,-2-4-1-16,-5-2 3 0,-4-3-2 15,-2-3-1 1,-2-6 2-16,1-1-1 0,-3-3-1 15,4 0 1-15,1 2-1 16,3 1 0-16,7 3 0 16,1 7 0-16,2 4 0 15,-1 7 0-15,-6-1 1 16,0 1 2-16,-5-1-1 16,-7-2-1-16,0-3 5 15,-4 1 8-15,-17-6 3 16,-9-1-2-16,-1-5-2 15,-9-5-5-15,2-5-2 16,-2-5-2-16,1 0 4 16,2-8-6-16,4-8 1 15,6-7-2-15,14-7-1 0,11-11-57 16,2-7-130-16,21-8-82 16</inkml:trace>
  <inkml:trace contextRef="#ctx0" brushRef="#br0" timeOffset="146949.64">2276 11729 634 0,'0'0'0'0,"0"0"0"0,0 0 5 0,30 81 23 16,-5-40 8-16,2 6-5 15,3 1-19 1,-1 0-3-16,-4-1 0 0,2-5-6 16,-3-4-1-16,-5-2 2 15,-1-7-2-15,-2-4 0 16,-4-4-2-16,-4-13-66 16,-5-8-128-16,-3-3-282 15</inkml:trace>
  <inkml:trace contextRef="#ctx0" brushRef="#br0" timeOffset="147085.403">2555 11893 501 0,'0'0'42'0,"0"0"-41"16,0 0-1-16,0 0-81 15,0 0-138-15</inkml:trace>
  <inkml:trace contextRef="#ctx0" brushRef="#br0" timeOffset="147339.679">2703 11472 571 0,'0'0'4'0,"0"0"17"0,0 0 53 16,-22 85 5-16,28-39-6 15,16 2-18-15,8 0-14 16,0-4-11-16,4 0-10 16,2-5-8-16,-2-1-8 15,-1-5 0-15,-6-2-3 16,0-2 1-16,-7-3-2 16,-6-5-14-16,-2-7-64 15,-6-8-69-15,-6-6-160 16</inkml:trace>
  <inkml:trace contextRef="#ctx0" brushRef="#br0" timeOffset="147685.466">2974 11438 547 0,'0'0'77'15,"0"0"-74"-15,0 0 13 16,0 0 26-16,0 0-9 16,0 0-16-16,86-41-14 15,-64 68 2-15,-4 10 5 16,-8 3 3-16,-7 5-4 16,-3 0-4-16,0-8-2 15,0-6-1-15,0-12-1 16,3-6 2-16,5-5-2 15,2-6 6-15,2-2 7 0,9 0 17 16,4-16-5-16,-2 0-17 16,2-2-6-16,2-3-2 15,-2-3-2-15,2 0-13 16,0-5-123-16,-6-3-103 16</inkml:trace>
  <inkml:trace contextRef="#ctx0" brushRef="#br0" timeOffset="147976.435">3394 11090 635 0,'0'0'8'16,"0"0"3"-16,0 0-11 15,0 0 3-15,0 0 4 16,0 0 3-16,58 45-7 15,-31-23 1-15,-5 5 0 16,-5 0 7-16,-3-2 4 16,-3-3 7-16,1-5-8 15,0-6 16-15,0 0-10 16,1-7 9-16,7-4 5 16,5 0 2-16,9-11-25 15,5-9-11-15,4-2-40 16,-2-3-138-16,-10 5-157 0</inkml:trace>
  <inkml:trace contextRef="#ctx0" brushRef="#br0" timeOffset="148363.143">2248 12834 722 0,'0'0'0'0,"0"0"-1"15,0 0 1-15,0 0 30 0,133-82 17 16,-26 12 3 0,20-12-20-16,16-7-15 0,12-1-10 15,-1-1 2-15,7-1-6 16,-3 3 3-16,-12 2-1 15,-11 8 1-15,-22 8 1 16,-22 12-2-16,-21 14 9 16,-21 11 10-16,-24 14 2 15,-11 9 5-15,-9 9-3 16,-5 2 3-16,0 0-8 16,-11 0-15-16,-14 10-6 15,-8 10-12-15,-4 3-65 16,-2 5-51-16,-3-6-88 15,-5-5-367-15</inkml:trace>
  <inkml:trace contextRef="#ctx0" brushRef="#br0" timeOffset="148958.675">4125 10347 444 0,'0'0'10'0,"0"0"7"0,0 0-12 0,0 0 87 0,1 111-19 0,4-62-13 15,1 0-17-15,1-6-19 16,4-11-9-16,-1-5-4 16,0-7-2-16,-2-6-3 0,-5-6-2 15,0-4-3 1,-3-4 3-16,0 0 0 0,0 0 1 15,-3-11-5 1,-9-4-9-16,-3-5 5 0,0 6 1 16,5 1 3-16,2 6 0 15,4 2 2-15,4 5 2 16,0 0 2-16,0 16-5 16,3 11 19-16,12 2 29 15,7-2 1-15,2-2-4 16,9-7-13-16,3-6 5 15,8-12 1-15,9-8-1 16,11-24-6-16,9-22-17 16,6-13-10-16,9-20-3 15,3-10-2-15,-6-10-38 0,-2-6-51 16,-6 2-57-16,-7-1-46 16,7 9-22-16,-5 13 76 15,-2 16-81-15</inkml:trace>
  <inkml:trace contextRef="#ctx0" brushRef="#br0" timeOffset="152481.945">8293 15755 641 0,'0'0'9'0,"0"0"-7"0,0 0-2 16,0 0 9-16,0 0 23 15,27 95-2-15,-11-70-11 16,0-3-8-16,-2-5 0 0,0-8-2 16,2-5-1-16,8-4 4 15,18-16 32-15,22-25-9 16,30-24-23-16,30-21-11 16,16-17 4-16,11-6-1 15,6 0-4-15,-11 6-50 16,-8 10-125-16,-15 5-266 15</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17:01.452"/>
    </inkml:context>
    <inkml:brush xml:id="br0">
      <inkml:brushProperty name="width" value="0.05292" units="cm"/>
      <inkml:brushProperty name="height" value="0.05292" units="cm"/>
      <inkml:brushProperty name="color" value="#FFC000"/>
    </inkml:brush>
  </inkml:definitions>
  <inkml:trace contextRef="#ctx0" brushRef="#br0">8615 8785 721 0,'0'0'0'0,"-83"-93"0"0,31 51 9 0,-12 2-4 16,-8 6 12-16,-7 9 0 16,-8 7 11-16,-5 11-3 15,-3 7 4-15,-4 0-5 16,-1 17-4-16,-6 16 0 16,-3 8 2-16,-7 9-9 15,7 4-1-15,5 6-4 16,10 3 1-16,13 6-1 15,15 0 3-15,14 1-5 0,16 7 0 16,15 5 1-16,17 3 6 16,4 2-3-16,22-1-1 15,15-2-2-15,5-5-1 16,7-1-4-16,8-8 0 16,7-11-2-16,8-12 1 15,8-5-1-15,4-12 2 16,7-7 2-16,3-8-4 15,6-4 5-15,-2-10-1 16,4-1-4-16,5 0 2 0,-4-16 2 16,2-9-4-1,-4-8 1-15,-10-7-1 0,-7-2 0 16,-4-4 3-16,-9-7-2 16,-6-3 0-16,-7-2-1 15,-7-1 1-15,-11 1-1 16,-10-3 0-16,-6-4 2 15,-12-2 0-15,-7-4 0 16,-5 1 1-16,0-4 0 16,-8 3 6-16,-13 0-3 15,-1 0-3-15,-11 7 0 16,-7 4-1-16,-5 5 2 16,-4 7 0-16,-4 3 5 15,-8 4-2-15,-7 6-2 16,-1 4 2-16,-3 8 2 0,5 6-6 15,3 7-2-15,3 5 0 16,7 5 0-16,7 0-1 16,5 2 0-16,6 14-1 15,6 5 0-15,9 0 1 16,8 5-11-16,8 2-39 16,5-2-35-16,8 1-55 15,20-4-79-15,8-11-191 16</inkml:trace>
  <inkml:trace contextRef="#ctx0" brushRef="#br0" timeOffset="1092.18">7925 9628 661 0,'0'0'20'0,"0"0"-16"0,0 0 5 0,0 0-5 15,0 0-4-15,0 0-58 16,12-27-120-16</inkml:trace>
  <inkml:trace contextRef="#ctx0" brushRef="#br0" timeOffset="4066.194">6804 14370 417 0,'0'0'177'0,"0"0"-177"0,0 0 0 16,0 0-2-1,0 0-3-15,0 0 1 0,0 0 4 16,-1 13-6-16,23-10-15 16,-1 2-124-16,-3-5-219 15</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17:29.671"/>
    </inkml:context>
    <inkml:brush xml:id="br0">
      <inkml:brushProperty name="width" value="0.05292" units="cm"/>
      <inkml:brushProperty name="height" value="0.05292" units="cm"/>
      <inkml:brushProperty name="color" value="#FFC00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00B0F0"/>
    </inkml:brush>
  </inkml:definitions>
  <inkml:trace contextRef="#ctx0" brushRef="#br0">11389 6670 169 0,'0'0'10'0,"0"0"-9"0,0 0 2 0,0 0 15 15,0 0 21-15,0 0 5 16,0 0 4-16,76 0-12 15,-55 0-8-15,6 0-5 16,3 0-1-16,1 0-2 16,5 0-4-16,4 0-4 15,6 0 1-15,5 6-3 16,6 2-4-16,7-1 3 16,3-1-1-16,2-3-5 15,1 0 2-15,7-3 0 16,3 0-2-16,3 0-2 15,5 0 2-15,-4 0-3 0,1 0 1 16,-3 0 1-16,-3 0 1 16,-3 4-2-16,-6 2 0 15,-1-2-1-15,1 1 1 16,-2 0 0-16,3-4 0 16,-1-1 1-16,0 0-2 15,-2 0 1-15,3 0-1 16,3 0 2-16,-1 0-2 15,2-1 1-15,-1-3-1 16,-5 2 0-16,-3 1 0 16,-2-2 3-16,-3-1-3 15,-1 1 0-15,-5-1 1 16,-5-2-1-16,-5 4 7 0,-3-2 1 16,0 3 3-1,-3-2 0-15,-3 1 2 0,-2 2-5 16,-4 0 1-16,-3-2 11 15,-4 2 1-15,-2 0-1 16,-4 0-5-16,-3 0 1 16,-1 0 1-16,-4 0-5 15,1 0 0-15,-4 0-4 16,1 0-1-16,-2 0 0 16,0 0 0-16,-3 0-3 15,1 0 4-15,-1 0-1 16,-2 0 3-16,1 0 9 0,1 0-3 15,-2 0-1-15,1 0 0 16,2 0-1-16,2 0 3 16,-2 0-3-16,-2 0-3 15,1 0-4-15,-1 0 1 16,-1 0 0-16,0 0-3 16,0 0 3-16,0 0-4 15,0 0 3-15,0 0-1 16,0 0 1-16,0 0-2 15,0 0 1-15,0 0-1 16,0 0 4-16,0 0-4 16,0 0 3-16,0 0-1 15,0 0 0-15,0 0-2 0,0 0 3 16,0 0-3-16,0 0 1 16,0 0 0-16,0 0-3 15,0 0 0-15,0 0-2 16,0 0-1-16,0 0 2 15,0 0-2-15,0 0 1 16,2 0-2-16,-2 0 1 16,1 0 0-16,1 0-33 15,-2 0-56-15,4 0-69 16,-4 0-64-16,0-9-192 16</inkml:trace>
  <inkml:trace contextRef="#ctx0" brushRef="#br0" timeOffset="1966.558">3877 7740 336 0,'0'0'23'0,"0"0"-18"0,0 0 5 0,0 0 5 16,0 0 9-16,0 0-6 15,0 0-16-15,-19 2 2 16,41 8 23-16,8 2-2 15,15 2 1-15,7-2-10 16,15 0 11-16,12-3-2 16,9 0-10-16,6-3-3 15,6-2-5-15,2-4 2 16,8 0 3-16,6 0 0 16,11-9 28-16,0-2-17 15,1 0-13-15,-5 1-2 0,-7 2 0 16,3 1 6-1,-10 3-2-15,-10-1-3 0,-11 1-1 16,-8 4-4-16,-14 0 0 16,-9 0 4-16,-17 0-5 15,-7 0 2-15,-11 9-2 16,-11-4 2-16,-4 1 3 16,-4-1 3-16,-3-3-2 15,0 0 7-15,0 0 4 16,0-2 5-16,0 0-3 15,0 0-7-15,0 0-6 16,0 0-2-16,0 0-7 0,0-9-70 16,0-13-262-1</inkml:trace>
  <inkml:trace contextRef="#ctx0" brushRef="#br0" timeOffset="4157.767">19352 6833 479 0,'0'0'3'0,"0"0"-3"0,0 0 0 0,0 0 2 16,0 0-2-16,0 0 7 15,0 0-2-15,65-23 4 16,-35 27 5-16,12 2 8 15,7-1 2-15,12-1 10 16,17 0 1-16,8-3-1 16,8 0-14-16,6 2-3 15,3 1-6-15,2 2-4 16,-1 4 0-16,-4 0-1 16,-2 1 1-16,2 0-1 15,-3-2 0-15,2-2 3 16,-2-3 1-16,-6-3 5 15,-1 2-5-15,-9 0-1 0,-10 0-2 16,-10 1-4 0,-14 0-2-16,-11 2 2 0,-12-1 1 15,-6 0-2-15,-6-1-2 16,-9-1 0-16,-2 2 0 16,-1-2-2-16,0 6 0 15,-1 2-67-15,-23-2-142 16</inkml:trace>
  <inkml:trace contextRef="#ctx0" brushRef="#br0" timeOffset="14751.476">21952 11067 293 0,'0'0'7'0,"0"0"-4"0,0 0 4 0,0 0 24 0,0 0 19 16,0 0 3-16,0 0-20 15,-67-3-19-15,79 9 24 16,12 2 32-16,7 2-20 16,9-1-13-16,6 1-12 15,5 0-1-15,6-2-1 16,7-1-3-16,10-4-1 0,9-3-6 16,8 0 1-1,4 0-2-15,6 0 2 0,1-7 8 16,0 0-1-16,-4 0-6 15,6 0 2-15,-2-1 2 16,0 3-4-16,-1 1-4 16,-4-1-4-16,-2 0-1 15,-1-1-1-15,0 2-3 16,-6-2 2-16,-1 0 3 16,-9 5-1-16,-10-2 1 0,-8-1 1 15,-8 4 1 1,-10 0 1-16,-7-3-6 0,-12 3 2 15,-1 0-3-15,-10 0-1 16,-4 0-2-16,-8 0 0 16,0 0 0-16,0 0-4 15,-2 0-25-15,-22 0-53 16,-15 0-84-16,-16 0-110 16</inkml:trace>
  <inkml:trace contextRef="#ctx0" brushRef="#br0" timeOffset="15569.732">21848 11157 276 0,'0'0'7'0,"0"0"-5"0,0 0 1 0,0 0 16 0,0 0 23 15,0 0 2-15,-61 3-12 16,61-3-18-16,0 2 6 16,0 3-3-16,17-3 17 15,7 2 20-15,16-1 4 16,8 1-14-16,9 0-11 16,8 1-2-16,3-2-8 15,3-1 0-15,7 0 3 16,3-2-7-16,5 0-6 15,3 0-3-15,2 0 0 16,0 0 1-16,3 0 7 16,-3 0 2-16,-1 0-5 0,-1 0 2 15,4 0-7 1,-4 0-5-16,2 0 2 0,-5 0-4 16,-3 0 1-16,-1 0-3 15,-1 0 4-15,-1 2-3 16,-2-1 3-16,-4 3 1 15,1-3 4-15,-3 0 0 16,-5 1-2-16,-5-2 1 16,-2 0-1-16,0 0 0 15,-4 0-4-15,1 0 0 16,0 0 1-16,-3 0 1 16,-4 0 6-16,-5 0-6 15,-3 0 1-15,-3 0-1 16,-7-2 2-16,-2 2-5 0,0 0 6 15,0 0 1-15,-6 0-2 16,1 0 2-16,-4 0-6 16,-6 0 3-16,-2 0-1 15,-3 0-2-15,-3 0-3 16,-3 0 3-16,-1 0-2 16,-3 0-1-16,0 0 0 15,0 0 0-15,0 0-1 16,0 0-1-16,0 0-41 15,-11 0-70-15,-21-1-98 16,-13-13-314-16</inkml:trace>
  <inkml:trace contextRef="#ctx0" brushRef="#br0" timeOffset="19117.802">9230 12089 4 0,'0'0'7'0,"0"0"-5"0,-104 2-1 15,59 3 1-15,-6-1-1 16,2-1 0-16,-3-2 3 16,1 0-1-16,6 1 4 15,1-2-2-15,5 0 1 16,0 0 6-16,5 0 38 15,7-2-11-15,3-3-8 16,5 1-19-16,4-2-3 16,6 3 1-16,0 1 10 15,6 0 19-15,3 2 15 16,0-1-2-16,0 1-20 16,3 0-18-16,13 0 12 15,6 0 7-15,4 0-2 0,8 0 0 16,8 0-6-1,7 0 6-15,8 0-3 0,6 0 18 16,2 0-13-16,5-4-13 16,-4-1-6-16,4 5 3 15,5-2-4-15,4 0 7 16,3-1-6-16,3-1-4 16,-3 3 2-16,0-2-9 15,3 0 3-15,3 0-1 16,-7 2-1-16,2 1 5 15,-5 0-6-15,-2 0 5 16,0 0-4-16,-3 0 3 0,-3 5-5 16,2 0 3-1,-1-1-4-15,3 0 2 0,3 0 2 16,-2 1-3-16,-2-3-1 16,6-2 0-16,0 0 2 15,3 0-3-15,3 0 1 16,3 0 0-16,0 0 1 15,-4 0-1-15,-1 0 0 16,-2 3 1-16,-7 1 0 16,2-2-1-16,2 0 1 15,1 0-1-15,3-2 2 16,-1 1-3-16,-5-1 4 16,6 0-4-16,3 0 1 15,-3-1 4-15,5-6 0 16,-2 1-1-16,-2 2-3 0,-2 1 3 15,-2 2-1-15,-6-2 1 16,-5 3-4-16,-4-2 2 16,-1 1 0-16,-3 0 0 15,2-2-1-15,-2-1 2 16,-4 4-1-16,0-2-2 16,-4 1 0-16,-1 0-3 15,0-1 3-15,1 1 0 16,2 1 0-16,-2 0 0 15,2 0 1-15,1 0-1 16,0 0 2-16,2-2-1 16,-3-3 1-16,1-1-2 0,-2 0 2 15,2-4-1-15,-2-1 0 16,2-2 1-16,-3-2 1 16,-1-2-2-16,4-3 0 15,-1-1 1-15,-2-3 1 16,-1-3-3-16,-5-1 3 15,-6-7-1-15,-7 0-2 16,-7-4 6-16,-7-4 3 16,-10-3-2-16,-5-2-1 15,-4-4 2-15,-1-3 1 16,-20-3-5-16,-7 6-3 16,-3 1 11-16,-7 9-7 15,-2 8 0-15,-6 1 0 16,-4 4-1-16,0-1-3 0,-4 7 3 15,1 0-4-15,-3 4 0 16,-7 4 1-16,-3 4-1 16,-8 2 0-16,-5 2 0 15,-6 0 1-15,-5 4 0 16,-5-1-1-16,2 0 2 16,-1 1-2-16,2 2 1 15,1 1-1-15,0 0 0 16,3 0 0-16,3 0 0 15,3 0-1-15,-3 0 0 16,0 0 1-16,-9 0 0 16,1 0 1-16,-5 0-1 15,-4-5 0-15,1-1 1 0,4 1 1 16,0-2 0-16,0 0-2 16,-2 3 0-16,4-1 0 15,4 0-4-15,3 1 2 16,-3 1 0-16,-5-2-5 15,1 0 2-15,-3-1-4 16,-1-2 2-16,4-1 7 16,4 2-1-16,3-1 1 15,5 1-4-15,3 3 4 16,1-3 0-16,6 3-4 16,4-2-1-16,-1 4-1 15,0-2 1-15,-2 0-2 16,-4-1 4-16,-6 3-3 0,-6 0-3 15,2-1-4-15,-1 0 1 16,5-1 12-16,4 3-2 16,7-2 2-16,0 2 0 15,-3 1 0-15,-4 0 0 16,-4 0 0-16,-1 2-2 16,-5 8 0-16,3 2 2 15,-6-2 0-15,1 2 0 16,5-3 0-16,5-5 0 15,5 2 0-15,0-2 0 16,4 0 0-16,-5 2 2 16,-5 2-2-16,-5 2 0 0,-5 3 1 15,2 0-1-15,3-2-2 16,7 0 1-16,4-2 1 16,4-2 1-16,2-3-1 15,5-4 1-15,3 0 0 16,0 4 0-16,-2 3-1 15,2 1 0-15,-8 7 1 16,2 2 2-16,-3 1-3 16,3 2 0-16,1 1 0 15,2 3 1-15,4-1-1 16,1 2 0-16,4-3 0 16,5 1-1-16,4 4-1 15,7-1 2-15,2 4 2 0,1 2-2 16,3 2 1-1,3 4-1-15,3-2 0 0,4 1 1 16,2-1 0-16,10 1-1 16,2 1 1-16,2 3 0 15,7 2 0-15,0 0 1 16,0 3 0-16,10 1-2 16,10 1 1-16,8 0-1 15,4-2 3-15,6-1 0 16,4-2 0-16,3-3 1 15,13-2 2-15,5-2 1 16,4 0-1-16,10-4-5 0,-2-4 3 16,13 0 0-1,3-7 2-15,8-3 2 0,6 0 2 16,0-6-5-16,5 0 2 16,-1-6-1-16,3-2 3 15,13-4 0-15,7 0-3 16,9-1 6-16,8-16-10 15,-1-3-1-15,0-4 0 16,0 0 0-16,-11 1 0 16,-1 1 1-16,2 3-2 15,1 4-61-15,3-2-95 16,-6-6-326-16</inkml:trace>
  <inkml:trace contextRef="#ctx0" brushRef="#br1" timeOffset="26033.062">21570 11268 377 0,'0'0'8'0,"0"0"-4"0,0 0 18 0,0 0 21 15,0 0 12-15,0 0-9 16,-24-33-12-16,47 31-13 15,14 2-7-15,8 0 8 16,10 0-2-16,7 0-3 0,9 0-2 16,6 0-2-16,5 0-3 15,3 0-3 1,0 2-1-16,2-1 2 0,0-1 0 16,4 0-4-16,0 0 6 15,0 0 6-15,0 0 3 16,3 0-8-16,-5-1-2 15,-4-5 3-15,1 2-4 16,1 0-1-16,-8 1 3 16,0 0-9-16,-7 2 3 15,-5-2-4-15,0 0 1 16,3 0 3-16,2 2 1 0,-2-2 0 16,1 1-1-1,0 1 0-15,-3 1 0 0,1 0-3 16,1 0 4-16,-4 0-4 15,2 0 1-15,-2 0 0 16,4 0 0-16,2 0 3 16,1 3-1-16,-3-1 3 15,-2-1-2-15,-2-1 0 16,0 0 2-16,-1 0 0 16,3 0-2-16,-1 0 4 15,1 0-2-15,-2 0-1 16,-2 0-2-16,-4-1 0 15,-1-3 1-15,-5 1-5 16,-1 3 6-16,-7-2-5 0,-1 0 3 16,-1 2 2-16,-7-3-3 15,4 1 2-15,-4-1 3 16,-1 3 0-16,1 0 3 16,-4-1 2-16,0 1-2 15,-3 0-2-15,-4-3-6 16,-1 3 4-16,-3 0 2 15,-4-1-2-15,-2-2-1 16,-1 3-2-16,-4 0 2 16,-4 0-2-16,3 0-2 15,-4 0 6-15,-1 0-3 16,2 0-3-16,4 0-2 16,-1 0 0-16,-1 0-1 0,3 0 1 15,-3 0 0-15,0 0 1 16,3 0 2-16,-5 0-2 15,2 0-1-15,-1 0 0 16,1 0 0-16,-2 0 0 16,-1 0 1-16,0 0 0 15,0 0 0-15,0 0-1 16,-3 0 2-16,0 0 3 16,0 0-2-16,0 0 1 15,2 0 0-15,1 0-2 16,-1 0 2-16,-3 0-3 15,-1 0 2-15,-1 0-3 0,0 0 3 16,0 0-2 0,0 0 1-16,0 0-2 0,0 0 2 15,0 0-2-15,0 0-1 16,0 0-2-16,0 0-12 16,0 0-12-16,0 0-27 15,0 0-56-15,-14-4-138 16</inkml:trace>
  <inkml:trace contextRef="#ctx0" brushRef="#br2" timeOffset="33581.472">21627 11386 274 0,'0'0'67'0,"0"0"-66"0,0 0 1 16,0 0 1-16,0 0 10 16,0 0 19-16,98 11 7 15,-59-8-5-15,12-3 10 16,12 0-4-16,8 0-19 15,5 0-6-15,3 0-4 16,2-3 5-16,10-3-1 16,4-5 6-16,7 3-3 15,-2 0-9-15,3 2-2 16,-2 2-3-16,2 1 4 0,-4 0 4 16,-1 1-7-16,2 0 3 15,0-1-4-15,-3 1 0 16,-2 0-1-16,-1 2 0 15,-1 0 0-15,-1 0 5 16,-1 0-3-16,0 0-2 16,0 0 0-16,-3 0 4 15,-4 0-3-15,-5 0-2 16,3 2 3-16,-1 1-2 16,4 1 3-16,-5-4 1 15,1 0-4-15,-2 0 4 16,0 0 2-16,-3 0-2 15,-4 0-1-15,-1 0 0 16,-5 0-1-16,-5 0-2 16,2 0 4-16,-4 0 2 0,-1 0 3 15,-2 3-3-15,-2 0-1 16,-5 1 1-16,2 2-1 16,-2 0 1-16,3-1-3 15,-4 1-3-15,2 0 1 16,-5 0 2-16,-3-1-3 15,-3-1-2-15,-3 0 4 16,-2 1 0-16,6 1 1 16,-6-1 2-16,-2-2-4 15,-8-3 0-15,-5 1 2 16,-6 1 4-16,-7-2-1 16,-4 0 7-16,-2 4 0 0,0-4 14 15,0 0-25 1,-12 0-1-16,-9 0-4 0,-7 0-2 15,-5-4-41-15,-2 2-61 16,-2-7-118-16,-3-3-259 16</inkml:trace>
  <inkml:trace contextRef="#ctx0" brushRef="#br2" timeOffset="35162.224">7693 12403 236 0,'0'0'104'0,"0"0"-97"0,0 0 7 15,0 0-4-15,0 0 10 16,0 0 9-16,60-15 10 15,-33 9-3-15,7 2-10 16,4-1 3-16,2 1-14 0,6 1-4 16,4-1 7-16,3 2-9 15,2-1 7-15,5 0 0 16,4 2-2-16,5-4 4 16,11-2 21-16,8 1-9 15,6-2-24-15,0 1-4 16,0 4 0-16,-1-2-1 15,-2 2-1-15,0 1 4 16,-3 0-4-16,7-3 1 16,1 1 0-16,4-2 0 15,0-1 0-15,1 2 2 16,4-2-2-16,-5 1 0 0,4 1 0 16,-6 0 0-1,-4 3-1-15,-1 2 2 0,-7-2-2 16,-5 2 1-16,-2 0-1 15,-1 0 2-15,1 0-1 16,0 0-1-16,3 0 5 16,-2 0-4-16,7-4 2 15,1-3 0-15,2-1 0 16,-2 0-1-16,0 0 2 16,-3 2 0-16,-6 0 1 15,3 1-2-15,-7 3 5 16,-1 1 1-16,-1 1-3 15,2 0-2-15,-1 0 1 0,4 0 1 16,-3 0 0 0,-1 0 2-16,-2 0-2 0,1 0-2 15,0 0 3-15,5 0 0 16,0-5 0-16,0 4-1 16,3-2 2-16,-4 3-3 15,-2 0 1-15,0 0 3 16,-4 0 1-16,1 0-5 15,-2 0-1-15,-3 0 0 16,-1 0-2-16,-5 0 2 16,-3 0-1-16,2 0 0 15,-2 0 1-15,2 0 1 16,1 0 1-16,-2 0 2 16,1 0-2-16,-3 0 1 0,-3 0 5 15,-4 0 1-15,-1 3 6 16,-5-3-7-16,-5 0 5 15,-8 0-9-15,-3 0 4 16,-7 0-5-16,-6 0 3 16,-5 0-5-16,-4 0 3 15,-4 0-3-15,-2 0-3 16,0 0 1-16,0 0-1 16,0 0-2-16,0 0 0 15,-5 0-50-15,-21 0-76 16,-15 0-249-16</inkml:trace>
  <inkml:trace contextRef="#ctx0" brushRef="#br2" timeOffset="36615.786">7610 15679 508 0,'0'0'0'0,"0"0"0"0,0 0 2 0,0 0 3 0,0 0 1 16,0 0 0-16,0 0-5 16,-6 0-1-16,6 0-29 15,-3 0-157-15,-9 1-23 16</inkml:trace>
  <inkml:trace contextRef="#ctx0" brushRef="#br2" timeOffset="39942.157">18892 13872 566 0,'0'0'23'0,"0"0"2"0,-27-84 92 0,17 59-27 0,1 2 1 15,3 6-2-15,4 7-27 16,2 6-7-16,0 4-22 15,0 18-31-15,0 18 17 16,5 9 22-16,1 8-5 16,-3 4-7-16,0 0 0 15,0 2-8-15,-3-2-11 16,0-5-2-16,0-5-3 0,0-8-4 16,0-7 1-16,0-4-2 15,0-9 0-15,0-5-24 16,0-4-46-16,1-4-72 15,9-6-69-15,1 0-198 16</inkml:trace>
  <inkml:trace contextRef="#ctx0" brushRef="#br2" timeOffset="40219.889">19197 14021 603 0,'0'0'97'0,"0"0"-79"16,0 0 81-16,0 0 8 0,0 0-25 15,0 0-28 1,34 69-14-16,-33-58-5 0,-1-1-8 16,0-5-11-16,0-2 1 15,0 0-4-15,0-2-5 16,-7 2 6-16,-4-3-9 15,7 0-2-15,-2 0-3 16,2-3-12-16,1-7-59 16,3-3-51-16,0-4-188 15</inkml:trace>
  <inkml:trace contextRef="#ctx0" brushRef="#br2" timeOffset="40833.316">19501 13819 628 0,'0'0'14'15,"0"0"28"-15,0 0 67 16,0 0-17-16,22-72-26 15,0 72-36-15,1 0 0 16,-2 11-10-16,0 10-2 0,-5 5-2 16,-1 1-1-1,-9 2-3-15,-6-1-5 0,0 2-2 16,0-2 2-16,-16-1-3 16,-2-3 0-16,0-1 1 15,3-7-3-15,0-3-1 16,7-4 1-16,5-5-2 15,-1-4 1-15,4 0 4 16,0 0 3-16,0-7-8 16,7-3-2-16,7-2 2 15,8 4 1-15,-2 3 0 16,2 0-1-16,1 5 0 16,-1 0 0-16,-2 0-1 15,-3 11 1-15,2 5 0 0,-5 2 1 16,-2 1-1-16,-5 3 7 15,-4-2 11-15,-1 1 0 16,-2-4-2-16,0 0 13 16,-5-3-8-16,-12 0-3 15,-2-1-3-15,-4-2-7 16,-4-2 3-16,-5 1-7 16,1-3 0-16,-3-3-3 15,2-2 2-15,3-2-1 16,8 0-1-16,4 0-1 15,4-13-27-15,8 3-15 16,5-6-46-16,0-2-80 16,20-3-217-16</inkml:trace>
  <inkml:trace contextRef="#ctx0" brushRef="#br2" timeOffset="41298.804">20090 13758 638 0,'0'0'45'0,"0"0"70"0,0 0-42 0,0 0-18 0,0 0-31 16,-85-45-16 0,63 62-1-16,1 3-1 0,4 2 1 15,12 4-4 1,5-1 5-16,0 0 2 0,13-1-2 15,9 0 1-15,5-2-5 16,2-3 3-16,-4-2-6 16,-1-1 3-16,-1-4-3 15,-6 4 2-15,-4 0-2 16,-7-3 4-16,-3 5 2 16,-3-3 7-16,0 2 2 15,-17 0 1-15,-5 0-7 16,-3-5-2-16,-2 1-5 15,4-7-2-15,3-3 1 16,4-3 1-16,7 0 0 0,1-13 3 16,6-6 2-1,2-8 6-15,0-3 0 0,14-1-7 16,7-2-6-16,3 5 1 16,0 1-2-16,4 4 0 15,2 3-43-15,0 1-60 16,1 5-111-16,-1 3-154 15</inkml:trace>
  <inkml:trace contextRef="#ctx0" brushRef="#br2" timeOffset="41741.325">20502 13658 449 0,'0'0'130'0,"0"0"-1"0,0 0-2 15,0 0-40-15,0 0-32 16,0 0-53-16,-10-1 12 16,0 34 3-16,3 7 5 15,-1 6-6-15,8 0 6 16,0-2-6-16,0-2-3 16,0-2 2-16,9-6-4 15,1 2-9-15,1-6 1 16,0-4 1-16,2-4-3 15,2-10-1-15,2-4 0 16,3-5 6-16,1-3-2 16,3 0 1-16,0-8-1 0,-3-9 1 15,1-3-2-15,-4-3 0 16,-1-1 1-16,-5 0-1 16,-9-1 3-16,1 2 10 15,-4 1 9-15,0 3 9 16,-6 3-3-16,-12 7 3 15,-10 4-2-15,-11 5-22 16,-4 0-9-16,-9 11 0 16,4 10-1-16,0 4 0 15,6 5-24-15,5 4-97 16,-5-5-197-16</inkml:trace>
  <inkml:trace contextRef="#ctx0" brushRef="#br2" timeOffset="46002.088">20903 13469 366 0,'0'0'11'0,"0"0"22"0,0 0 45 0,0 0-12 15,0 0-24-15,-52-72-11 16,46 64-11-16,-3-1 4 16,2 3-5-16,-5 1-2 15,1-2-2-15,-4 5-3 16,-1-1-5-16,-5 2 3 15,-4 1 1-15,1 0 2 16,-3 0-2-16,3 0 5 16,0 0 3-16,0 0 1 15,4 0-3-15,1 1-3 16,3 4 0-16,3 2-2 16,2 0-1-16,-4 0-3 15,6 3 2-15,-5-1-2 0,3 3 1 16,-1-1-2-1,-1 2 2-15,1-1-1 0,-5 0 0 16,4 2-2-16,-2-3 2 16,4-1 0-16,-1 1 1 15,1-1-2-15,3 1 3 16,-3 1-2-16,4-1 0 16,1 2-3-16,-3 1 1 15,6 0 0-15,-3 1 3 16,1 1-5-16,0 1 3 15,3 1-1-15,-2 0 0 16,4 2 1-16,0 2 0 16,0 0 5-16,0 1-3 15,0 1-3-15,0 0 1 0,4-3-1 16,1 0 0-16,0-3 0 16,-1 4-2-16,3-5-1 15,1-1 0-15,-5 0 3 16,4-2-4-16,0 0 5 15,-2 1-5-15,3-3 2 16,-2 4-4-16,0-4 4 16,-1 1 2-16,1 1-2 15,0 1-2-15,2-3 1 16,-2 5-1-16,0-1-1 16,3-2 1-16,-2 2-2 0,1-3 2 15,1 1 1 1,-2-1-2-16,1-1-1 0,-2 0 1 15,4-3-1-15,-1 0 0 16,-1 0 2-16,0-2 1 16,3 0-3-16,-2 0 1 15,4-1 0-15,1-1 0 16,2 0 1-16,0 1-1 16,7-1 0-16,-4-1 0 15,5-1 0-15,1-2 0 16,2-1 1-16,3 0 2 15,3 0-4-15,-5 0 0 16,1-1 1-16,-3-5-1 16,0 0 0-16,-2 0 0 0,-3-2 1 15,1 1-1-15,-4-1 0 16,4 1 1-16,1-2-1 16,2 1 1-16,1-2-1 15,0 0 0-15,-2-1 0 16,1-2 1-16,1 1 0 15,-7-1-1-15,4 1 1 16,-6-1-1-16,-2 1 1 16,0-3 1-16,-3 2-2 15,2-3 0-15,-1-1 1 16,-2 1-1-16,0 0 1 16,0-1-1-16,-2-4 1 15,4 2-2-15,-2-2 2 0,-4 0-1 16,5 1 0-1,-3 0 1-15,0 0-1 0,-4-1 0 16,2-5 0-16,-3 0 1 16,-4-1-1-16,0 2 0 15,0-3 1-15,0 6 0 16,0 3-1-16,0 0 2 16,0 3-2-16,-1-1 0 15,-9 1 0-15,2-1 1 16,-2 5-1-16,-2-4 1 15,0 2 0-15,0-2-1 16,-1 1 0-16,-1 1 0 0,-1-2 1 16,2 1-1-1,-2-1 1-15,-2 3-1 0,0 0 3 16,-2 0-2-16,-3 1 0 16,0 3 1-16,-3-1 1 15,2 1 1-15,1 3-1 16,-1 0 3-16,5-2-5 15,-3 4 4-15,4 0 2 16,2 0 2-16,-3 2 0 16,4 1 1-16,-2-2-5 15,1 3 0-15,0 0-2 16,0 0 5-16,2 0-8 16,1 0 2-16,-3 0 0 0,3 4 1 15,-2-1-2 1,3 1-1-16,-1 1 0 0,4-3 0 15,-2 1 0 1,2-1 0-16,1 1 1 0,-1-3 1 16,8 0-2-16,-1 0-4 15,1 0-28-15,0 0-58 16,0-16-183-16,0-8-620 16</inkml:trace>
  <inkml:trace contextRef="#ctx0" brushRef="#br2" timeOffset="49211.111">20863 14320 419 0,'0'0'50'0,"0"0"83"0,0 0-27 0,0 0-45 0,0 0-38 16,0 0-8-16,0 0 34 15,-6 76-20-15,0-46 2 0,-2 3 0 16,-3 4-9-1,-4 3-5-15,0 0-5 0,-3 0 0 16,-3-5-8-16,1-4 1 16,0-4-2-16,-3-3-1 15,0-3 1-15,0-4-3 16,-2-4 2-16,1-3-1 16,2-3 1-16,3-6-1 15,2-1 2-15,0 0-1 16,-2 0-2-16,0-8 0 15,0-3-2-15,0-4-4 16,2 1 2-16,0-3 1 16,-1-1 0-16,6-3 0 0,0 1 3 15,0-3 0 1,3 1 3-16,-2 0-3 0,0 3 0 16,2-1 0-16,1 3 2 15,4 2-2-15,2-2 0 16,0 1 0-16,0 4 1 15,2-2-1-15,0 1 1 16,0 0 0-16,0 1 1 16,0 0 0-16,0 2 0 15,0 0 0-15,0 2 1 16,0 2-1-16,-1 2 1 16,-4 0-1-16,5 1 1 0,-3 0 1 15,0 1-1 1,3 0 1-16,-2 0 1 0,-1 2-2 15,2 0 3-15,-1 0 1 16,-1 0 0-16,-4 0-3 16,1 0-1-16,-4 4-2 15,-1 5 0-15,2 4 2 16,-1 2-1-16,-1 1-1 16,0 2 6-16,4 2-1 15,0 0-2-15,-5 3 3 16,8-1 3-16,-2-1-1 15,-3 0-1-15,4 1 0 16,-5-5 1-16,4 2-3 16,0-4-1-16,-2-2-1 15,1 0-2-15,-1 0 0 0,1-3-1 16,-1 1 0-16,1-4-1 16,3 0 0-16,1-2 1 15,3-4-1-15,0-1 0 16,0 0-3-16,0 0-29 15,3-6-15-15,11-8-51 16,-2-4-51-16,5-4-108 16,-7-2-283-16</inkml:trace>
  <inkml:trace contextRef="#ctx0" brushRef="#br2" timeOffset="49537.833">20300 14436 36 0,'0'0'283'0,"0"0"-186"0,0 0 71 0,0 0-66 15,0 0-5-15,84 50-12 16,-66-40-35-16,7 1 22 16,1-2-16-16,-1 0-18 15,-1-2-7-15,-2-3-8 16,-1 0-10-16,-2-1-6 0,-2-1-5 16,-4 3 0-1,-1 2-2-15,-6 1-67 0,-6-1-180 16</inkml:trace>
  <inkml:trace contextRef="#ctx0" brushRef="#br2" timeOffset="50269.023">20235 15488 537 0,'0'0'33'0,"0"0"108"0,0 0-28 16,0 0-21-16,0 0-43 0,0 0-26 15,-25 5 37-15,31 17-20 16,7 6 10-16,-1 3 1 16,1 3-13-16,-1 1-17 15,-1 1 9-15,-1-4-3 16,-1 1-4-16,-3-4-7 15,2-2-6-15,-4-3-3 16,0-1-2-16,-2-5-4 16,-1 0 0-16,-1-4 1 15,5-4-1-15,-1 0-1 16,1-5-11-16,3-5-51 0,3 0-72 16,1 0-37-16,3-18-184 15</inkml:trace>
  <inkml:trace contextRef="#ctx0" brushRef="#br2" timeOffset="50569.53">20624 15573 631 0,'0'0'50'16,"0"0"20"-16,0 0 45 0,0 0-25 15,0 0-32-15,0 0-15 16,23 58-4-16,-22-44-5 16,3-4-6-16,-4-2-3 15,0-1-5-15,0-1-3 16,0-2-3-16,0 0-4 16,-7-2-3-16,-3-1-7 15,-1-1 5-15,4 0-5 16,-2 0 0-16,7 0-17 15,2-3-69-15,0-9-69 16,8-1-197-16</inkml:trace>
  <inkml:trace contextRef="#ctx0" brushRef="#br2" timeOffset="51191.136">20917 15418 627 0,'0'0'78'0,"0"0"79"0,0 0-59 16,28-74-26-16,-4 63-30 16,-1 4-8-16,2 6 2 15,-3 1-10-15,-4 0-1 16,-2 16-4-16,-2 5-5 15,-8 4-7-15,-2 1 7 0,-4 1-10 16,0-1 0-16,-4-1-3 16,-10-4 2-16,1-2-4 15,2-4 0-15,1-4 1 16,2-4 0-16,7-2-1 16,-2-4 1-16,3-1 0 15,0 0 2-15,0 0-4 16,8-9 0-16,8-2 0 15,9 0 0-15,-1-1 0 16,3 3 0-16,0 0 1 16,-2 5-1-16,-3 3 0 0,-2 1 0 15,-4 0-3 1,1 3 3-16,-2 12 1 0,-5 0 1 16,-2 2 1-16,-1 2 0 15,-6 1 5-15,-1-1-2 16,0 1 4-16,0 0 2 15,-1 0 4-15,-12-5-1 16,-1-1-4-16,-1-1-3 16,-4-2 0-16,-1-2-4 15,-2 2-2-15,-1-4 0 16,0-2-1-16,-3 0 1 16,3-5-2-16,0 0-1 15,7 0-9-15,0 0-11 16,5-3-23-16,2-5-15 0,9 1-51 15,0-3-45-15,6-2-232 16</inkml:trace>
  <inkml:trace contextRef="#ctx0" brushRef="#br2" timeOffset="51768.537">21687 15368 596 0,'0'0'43'0,"0"0"94"0,0 0-55 15,0 0-22-15,0 0-38 16,-80-50-12-16,59 50-2 0,-1 0 3 16,0 9 0-16,1 9 0 15,3 3 4-15,3 7 4 16,3 0-1-16,6 0 1 15,5 0-4-15,1-2-7 16,0-4-2-16,0-4-2 16,6-5-3-16,7-4-1 15,2-3 5-15,3-6-2 16,7 0 1-16,-2-3 0 16,2-12-4-16,-1-5-3 15,-2-2-5-15,-5-1 2 0,-1-1-2 16,-4 3 6-1,-3 2 1-15,-3 3 1 0,-3 5 1 16,-3 5 2-16,0 3 3 16,1 3 11-16,-1 0-10 15,2 5-6-15,-1 9 16 16,2 5 7-16,-1 4 6 16,1 5 4-16,-2 1-10 15,-1 4-3-15,2 0-3 16,-2-1 10-16,0-3-5 15,3-3-8-15,-2 0 2 16,-1-6-7-16,0-1-2 16,0-3 0-16,3-5-7 15,0-1 1-15,-3-3-2 16,0-1-2-16,0 0-35 0,0-1-55 16,-13 2-80-1,-8-5-121-15</inkml:trace>
  <inkml:trace contextRef="#ctx0" brushRef="#br2" timeOffset="52857.581">19799 16440 512 0,'0'0'11'0,"0"0"8"0,0 0 72 0,0 0 11 0,0 0-61 15,0 0 19-15,36 8-17 16,25-8-16-16,18-12-7 15,9-2-7-15,20-4 1 16,8-5 2-16,9-1-2 16,10-1 5-16,5-1-7 15,3 4 3-15,3 1-4 0,0-1 0 16,-5 1-2-16,-3 2 5 16,-8 0-2-16,-9-1 2 15,-11 2-2-15,-8-1-2 16,-7-2 5-16,-10 1-6 15,-8-5-5-15,-13 3 7 16,-7-2-1-16,-10-5-1 16,-7 1 4-16,-5-1-2 15,-7-2-3-15,-7 0 4 16,-4-4-5-16,-4-4 1 16,-7-3-4-16,-6-5 1 15,0 0-2-15,-2-7-2 16,-12 2 0-16,-2-2-1 15,-1 2 0-15,-1-2 2 0,-5 4-2 16,0-1 0-16,1 4 0 16,-3 2 0-16,1 3 0 15,2 4 1-15,-3 4-1 16,-1 6 0-16,-4 2-2 16,-1 7 2-16,-6 7 1 15,-2 4 0-15,-6 7-1 16,-1 1 1-16,-5 0 1 15,-9 6-2-15,1 9-2 16,-7 5 2-16,-10 5 0 16,-2 2-1-16,-11 2 0 15,-12 0 1-15,-1 2-1 0,-10 1 1 16,2-4 3-16,-4-1-3 16,8-3 0-16,1-1-1 15,0-4-11-15,8-1 8 16,0-1-4-16,0-1 6 15,2-3 0-15,1 1 2 16,7-6 0-16,8 2-5 16,3-4 5-16,8 2 1 15,8-1 0-15,10-2-1 16,10 4 1-16,11-2-2 16,12 2 1-16,8 2-2 0,5 5 1 15,4 2-2 1,4 7 3-16,17 5 3 0,7 4-2 15,5 2 1-15,2 5-1 16,4 0 1-16,-4 3 1 16,-2 0-1-16,0 1 1 15,-2 0 1-15,-1 4-3 16,-2-5 4-16,-4 0-2 16,2 0 9-16,-1-7-5 15,-1-5 7-15,-1-4-4 16,3-5-2-16,1-5 2 15,7-3-1-15,5-5-2 16,13-5-3-16,6-5-2 16,20 0-2-16,13-9-27 15,15-14-152-15,9-16-726 0</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18:35.440"/>
    </inkml:context>
    <inkml:brush xml:id="br0">
      <inkml:brushProperty name="width" value="0.05292" units="cm"/>
      <inkml:brushProperty name="height" value="0.05292" units="cm"/>
      <inkml:brushProperty name="color" value="#00B0F0"/>
    </inkml:brush>
    <inkml:brush xml:id="br1">
      <inkml:brushProperty name="width" value="0.05292" units="cm"/>
      <inkml:brushProperty name="height" value="0.05292" units="cm"/>
      <inkml:brushProperty name="color" value="#FFC000"/>
    </inkml:brush>
  </inkml:definitions>
  <inkml:trace contextRef="#ctx0" brushRef="#br0">15006 3807 415 0,'0'0'23'0,"0"0"-19"0,0 0 0 16,0 0 14-16,0 0 27 0,0 0 18 16,0 0-25-1,-6-6-10-15,6 6 0 0,0 0-5 16,0 0 3-16,0 0-6 15,0 0-13-15,7 2 9 16,12 3 27-16,5 1-12 16,4 3-10-16,5-4-9 15,2-1-3-15,5 2-5 16,5-3 2-16,4-1 0 16,5 0 0-16,-2-1-4 15,0 1 0-15,-1-1 1 16,-1 2 0-16,3 0-1 15,4-1-1-15,-2 4-1 0,0 0 3 16,-3 0-3-16,-3-1 0 16,-1 1 0-16,0-2 0 15,1 2 0-15,0-3 1 16,5-1 1-16,-2 2-2 16,1-4 1-16,-1 1 0 15,-2-1 0-15,1 0-1 16,0 0 1-16,-1 0-1 15,-2 0 3-15,0 0-3 16,-3 0 0-16,-1 0 1 0,0 0-1 16,2 0 3-1,2 0-1-15,2-1-2 0,4-1 1 16,-3-1-1-16,3 2 0 16,-2-2 1-16,-4 2-1 15,-2-2 0-15,2 0 0 16,1 0 0-16,-1-1 0 15,2-1 2-15,1 3 1 16,0-3 0-16,0 1-1 16,-1-1-1-16,3-1 4 15,0 3-5-15,-1-3 3 16,6 3-3-16,-2-1 0 16,-2 2 1-16,-1-1-1 15,-6 1 5-15,5 0-5 16,1-1 4-16,2 0-2 15,1-2 1-15,2 3 1 16,-1-2-3-16,-4-1-1 0,1 3 0 16,-3-3 0-16,1 4 1 15,-1-3 0-15,-2 2 0 16,0-1 3-16,-1 2 0 16,-2-2 5-16,1 0-4 15,-1 0 0-15,-3 3-1 16,2-2 0-16,-5 0 0 15,1 1-3-15,-2-2 2 16,-1 1-2-16,1 0 0 16,-5 0 0-16,-2 1 4 15,-3-2-5-15,0 2 4 16,-6 0-3-16,3-1 1 0,0-1-1 16,-3 2 0-16,1-1 0 15,0 0 1-15,-2 2-2 16,2-2 0-16,0 2 1 15,3 0 0-15,-2-1 0 16,-1-1 1-16,-1 1-1 16,-3-2 0-16,1 0-1 15,-1-1 1-15,-4-1 2 16,-2-1 3-16,0-1 0 16,-3-2 2-16,-4-3 3 15,-1-2 4-15,-3-5 1 16,-3-5-8-16,0-9-8 15,0-5 0-15,0-5 17 16,0-2-12-16,0-1-1 0,0 4-3 16,0 5 4-16,0 1 8 15,0 1-1-15,0-3-2 16,0 2-3-16,0-2-2 16,0 3 0-16,0-2 1 15,0 0-3-15,-2 1 3 16,-1-1-6-16,-1 0 5 15,1 2-5-15,0 1 2 16,3-1-2-16,-1 5 3 16,-1 2-3-16,1 1 0 15,-1 2 1-15,1 0-1 0,-2 2 1 16,3 2-1-16,-3 1 0 16,-2 0 0-16,1 2 0 15,-2 1 2-15,0 4-2 16,-2 0-1-16,-1 3 1 15,1 5-1-15,-6-1 0 16,-2 3-5-16,-4 2 6 16,-2 1 0-16,-3 0 2 15,-5 0-4-15,-3 0 4 16,-4 0-2-16,-1 4 0 16,-6 2-2-16,-1-1 2 15,-6 3 0-15,-5 0-3 16,-9-2 3-16,-5 0 2 15,0-4-2-15,-6 1 0 0,0 0 0 16,-5-3 1-16,-1 0-1 16,2 0 0-16,1 0 0 15,4 0 0-15,5 0 0 16,-3 0 0-16,0 0-16 16,-3-3 16-16,2 0-1 15,1-1-2-15,2 1 3 16,1-1-7-16,-5 4 7 15,-1 0-3-15,0 0 1 16,-3 0 4-16,2 0-2 16,-1 0 1-16,3-1-1 15,0-1 1-15,-1 2-1 16,-3-3 3-16,-4 3-3 0,-3-3 1 16,2-2 0-16,-1 0-1 15,1 1-4-15,-1 0 4 16,-3 1 0-16,-2-1-2 15,4-1 2-15,1 3 3 16,1-1-3-16,1 0-1 16,2 0-2-16,5 1 3 15,-1 2 1-15,-1 0-1 16,-4 0 0-16,-1 0 0 16,3 0-5-16,1 0 5 15,8 0-1-15,2 0 0 16,3 0-1-16,3 0 4 15,1 0-1-15,1 0-1 0,1 0-1 16,0 0 1 0,4 0-2-16,2 0 2 0,-1 0 0 15,7 0-2-15,-1-3 2 16,5 0 0-16,0 0 0 16,2-1 0-16,0-2 0 15,1 1 0-15,-1 2 0 16,-1 0 0-16,5-1-2 15,1 1 0-15,4 2 2 16,2 1 0-16,-1 0-1 16,1 0 1-16,0 0-4 15,-4 5 3-15,2 8-1 0,2 0 2 16,0-1 0-16,1 6-1 16,5 2 0-16,1 0-1 15,7 4-1-15,0 1-3 16,4 5-1-16,3 2 4 15,3 10-1-15,2-2 4 16,2 6-3-16,3 0 2 16,0 2-2-16,0-1 3 15,5 0 0-15,4-1 0 16,1 1 0-16,-1-1 0 16,0 0 0-16,0 2 1 15,3 1-1-15,-2-4 1 16,4 0 1-16,-1-2-2 15,3 3 0-15,1-4 0 0,1-1 0 16,-2 0 2-16,4-4-2 16,-2-4 0-16,3-2 1 15,1-2 1-15,0-4-2 16,2-1 0-16,0-1 2 16,4-3 0-16,4-4 0 15,2-2-1-15,11-1 1 16,3-2-1-16,10-1 1 15,6-1-2-15,5-4 1 16,6 0 1-16,6-5-1 16,12 0-1-16,8 0 2 0,5 0 0 15,4-6-1 1,-1-1-1-16,3-1 0 0,6-1-44 16,4-5-89-1,1-7-404-15</inkml:trace>
  <inkml:trace contextRef="#ctx0" brushRef="#br0" timeOffset="2092.245">25663 3870 282 0,'0'0'95'0,"0"0"-95"0,0 0-5 16,0 0 5-16,0 0 4 15,0 0 5-15,102-9 16 16,-49 9-2-16,17 0-4 15,12 2-1-15,19 1 1 0,13 0-6 16,14-3-5-16,8 1 4 16,3 1 1-16,4-1 0 15,3 1 2-15,-4-1-2 16,2 0-3-16,1-1-2 16,-3 0 1-16,6 3 8 15,1-1-5-15,-6 2-3 16,-1 0-2-16,-5 1 1 15,-13-1-5-15,-11 0-1 16,-7 0-2-16,-9 2 2 16,-6-2 4-16,-8 0 21 15,-8-1 7-15,-8 0-4 16,-8 0-2-16,-7-3-5 16,-9 0 2-16,-7 0 2 0,-6 0-2 15,-5 0-1-15,-9 0 2 16,-5 0 1-16,-8 0-13 15,-2 0-4-15,-1 0 3 16,0 0-13-16,0 0 0 16,0 0-36-16,-7 0-15 15,-17 1-115-15,-12 0-124 16</inkml:trace>
  <inkml:trace contextRef="#ctx0" brushRef="#br0" timeOffset="5105.532">27954 2260 557 0,'0'0'62'0,"0"0"-9"0,0 0 108 0,0 0-55 16,0 0-22-16,0 0-74 16,0 0-8-16,-5 36 32 0,0 13 0 15,3 4-6-15,2 0-1 16,0-5-9-16,-1-3-4 15,-1-8-9-15,1-4-5 16,1-6 2-16,0-5-2 16,0-8-54-16,0-9-61 15,0-5-88-15,6-4-31 16,2-20-245-16</inkml:trace>
  <inkml:trace contextRef="#ctx0" brushRef="#br0" timeOffset="5317.656">27963 2235 446 0,'0'0'109'0,"0"0"43"0,0 0-51 16,0 0-85-1,0 0 8-15,0 0 64 0,60 106-31 16,-32-61-7-16,3-3 0 16,-1-7-20-16,0-5-11 15,0-3-10-15,-2-8-2 16,-4-4-4-16,2-9-3 15,-4-2-10-15,0-4-53 16,-2-5-53-16,-1-20-117 16,-4-13-187-16</inkml:trace>
  <inkml:trace contextRef="#ctx0" brushRef="#br0" timeOffset="5616.626">28364 1615 668 0,'0'0'28'16,"0"0"66"-16,0 0 24 16,0 0-54-16,0 0-28 15,0 0-28-15,-70 0 13 16,58 45 29-16,6 9 16 16,2 7-17-16,4 5-5 15,0 2-9-15,0 3-9 16,0-2-15-16,9-6 0 15,0-2-4-15,-2-4-1 16,1-6-4-16,-4-1 1 16,1-8-3-16,0-6 1 0,0-10-1 15,4-9-29-15,6-9-60 16,7-8-84-16,5 0-86 16,3-19-214-16</inkml:trace>
  <inkml:trace contextRef="#ctx0" brushRef="#br0" timeOffset="5924.441">28615 2270 692 0,'0'0'63'0,"0"0"-49"15,0 0 93-15,-61 90-16 0,50-56-19 16,7-2-16 0,4-7-16-16,0-4-21 0,6-5-6 15,9-8-6 1,7-5 1-16,5-3-2 0,1-3 2 15,1-20-7-15,-4-4 4 16,-7-10-1-16,-3-3-1 16,-8-3 1-16,-4-2-1 15,-3 9 0-15,0 8-2 16,-4 9 3-16,-11 8 1 16,-2 6 8-16,-2 5-9 15,1 0-4-15,-1 9-1 16,5 8-1-16,4 3-4 15,10 1-96-15,3-6-106 16,21-2-181-16</inkml:trace>
  <inkml:trace contextRef="#ctx0" brushRef="#br0" timeOffset="6272.482">29087 2089 320 0,'0'0'178'0,"0"0"-21"0,0 0 10 0,0 0-32 0,0 0-61 16,0 0-13-16,-68-26-13 15,46 46-3-15,-1 10-13 16,7 3-10-16,7 2-3 16,5 1-1-16,4-2-8 15,0-2-6-15,4-5 1 16,17-5-2-16,7-9-2 16,10-7-1-16,7-6-31 15,7-8-88-15,-2-20-58 16,-3-6-141-16</inkml:trace>
  <inkml:trace contextRef="#ctx0" brushRef="#br0" timeOffset="7364.412">29380 1828 627 0,'0'0'128'0,"0"0"89"16,0 0-43-16,0 0-104 15,0 0-59-15,0 0 29 16,-50 74 0-16,44-28-14 15,3-5-6-15,3 0-7 16,0-2-6-16,0-9-2 16,6-4-3-16,2-9 0 15,-3-3-1-15,-1-7 3 16,0-5-4-16,0-2-3 16,2 0-4-16,4-14 0 0,1-11-17 15,1 1 5 1,0 2-3-16,1 4 10 0,-4 8 8 15,0 6 4-15,0 4-13 16,3 0 5-16,3 9 6 16,4 7 2-16,-1-1 3 15,3 2-3-15,-1-4 1 16,2-1-1-16,0-7 1 16,0-5 0-16,-2 0-1 15,-1-7-36-15,-3-12-13 16,-5-7-4-16,-3-3 11 15,-7-3-1-15,-1-1 17 16,0 8 8-16,0 9 18 0,0 8 6 16,-3 8 38-1,-3 0-7-15,3 11-21 0,2 9 23 16,1 1-23-16,0 0-6 16,12-4-2-16,5-5-4 15,3-6 1-15,4-6-3 16,1 0 3-16,-1-8-5 15,-3-7-1-15,-3-5-31 16,-8 2 5-16,-2 1 12 16,-4 3 11-16,-4 6 4 15,0 6 4-15,0 2 9 16,0 0-3-16,0 5-7 0,0 9 5 16,6 1 4-1,5-3 1-15,3-3-8 0,2-3 0 16,3-6-1-16,1 0 2 15,0 0-2-15,1-11-1 16,-3-4-3-16,-2-1-4 16,-4 2-31-16,-2 1 11 15,-5 6 9-15,-3 3 11 16,-2 4 1-16,0 0-5 16,0 6-16-16,1 7 24 15,2 1 3-15,3-3 4 16,3-1 1-16,4-3 3 15,3-6-4-15,3-1-1 0,3 0-2 16,-1-8 0 0,0-6-4-16,-2-5-11 0,-8 1-4 15,-5-3-11-15,-3 3 7 16,-3-1 4-16,0 7 8 16,0 6 4-16,0 6 3 15,0 0-1-15,0 6 3 16,0 19 8-16,0 6 14 15,0 7-4-15,0 9 5 16,0 2 4-16,-2 2-3 16,-1 0-9-16,2 1 6 15,-2 0 7-15,-3 0-16 16,-3-3 1-16,-1-3 1 16,-4-8 4-16,-2-13-7 0,2-5 0 15,3-13 9-15,4-4 5 16,4-3 7-16,3-8 19 15,0-20-35-15,3-9-9 16,20-16-9-16,5-7 0 16,2-8 0-16,6-3-15 15,-2 1-30-15,-1 5-39 16,-3 12-44-16,-5 18-91 16,-4 14-154-16</inkml:trace>
  <inkml:trace contextRef="#ctx0" brushRef="#br0" timeOffset="7806.379">30519 1973 342 0,'0'0'141'0,"0"0"28"0,0 0-26 0,0 0-29 0,0 0-51 15,0 0-27-15,37-6-9 16,-34 2 5-16,-1 1 3 15,-2-1 0-15,0 4-3 16,-8 0-13-16,-14 4-19 16,1 12-1-16,0 2 1 15,5 1-3-15,7 3 3 16,6-5 0-16,3-4 0 0,0-4-1 16,14-6 1-1,7-3 1-15,8-1 4 0,-1-15-3 16,-3-8-1-16,-5 0 0 15,-8-3 0-15,-6-4 1 16,-6 7 3-16,0 2-4 16,-3 8 2-16,-16 9-1 15,-3 5 3-15,-3 6 5 16,0 19 1-16,4 8-2 16,10 5 6-16,11 1-5 15,0 1-2-15,26-7-3 16,13-5-2-16,20-10-3 15,23-8-10-15,8-9-23 16,7-1-129-16,-12-11-219 16</inkml:trace>
  <inkml:trace contextRef="#ctx0" brushRef="#br0" timeOffset="7945.23">31089 1980 842 0,'0'0'126'16,"0"0"13"-16,0 0-55 15,0 0-56-15,0 0-28 16,0 0-59-16,-37 7-83 16,37-5-447-16</inkml:trace>
  <inkml:trace contextRef="#ctx0" brushRef="#br0" timeOffset="8265.462">28548 2723 710 0,'0'0'5'15,"0"0"65"-15,98 7-2 16,-7-9 28-16,29-14-20 0,23-8-43 16,15-1-22-1,6-1-6-15,-4-1 3 0,-11 2-7 16,-17 0-1-16,-21 8 0 16,-23 0-25-16,-28 8-114 15,-36 4-87-15,-24 5-242 16</inkml:trace>
  <inkml:trace contextRef="#ctx0" brushRef="#br0" timeOffset="8453.431">28640 2855 719 0,'0'0'162'0,"0"0"-162"15,0 0 0-15,0 0 80 16,121 29-1-16,17-43-36 15,32-10-22-15,21-6-14 16,8 2-7-16,0-4-35 16,-2-7-45-16,-10-4-280 15</inkml:trace>
  <inkml:trace contextRef="#ctx0" brushRef="#br0" timeOffset="13303.374">11947 5109 613 0,'0'0'23'0,"0"-104"-13"0,0 58 18 16,0 0 27-16,-3 1 2 15,-18 4 11-15,-9-1-13 0,-16 2 8 16,-12 4-39-16,-15 5-19 16,-11 5-1-16,-10 6 3 15,-13 9 5-15,-15 7 2 16,-14 4-8-16,-15 0 0 16,-4 14-2-16,-8 7 1 15,4 2 0-15,4 9 4 16,1 5 1-16,12 4 3 15,3 1-2-15,11 2 5 16,13 1 1-16,17 6-4 16,11 4-2-16,11 11-4 15,10 9 5-15,10 11-3 16,20 6 0-16,18 3-5 0,18 3 11 16,13-1-9-1,28 2 8-15,18-6-14 0,7-4 0 16,10-7 0-16,6-13 6 15,8-7-2-15,7-6-4 16,13-9 2-16,11-7 1 16,6-8-3-16,1-8 3 15,3-8-1-15,6-6 2 16,-5-10-4-16,2 0 0 16,5-10 2-16,-5-14-2 15,-1-7 0-15,-5-4 1 16,-13-4 1-16,-6-4-2 15,-9 0 3-15,-4-6-3 0,1-9 1 16,-6-8-1-16,0-11 3 16,-11-6-3-16,-7-6 0 15,-10 3 0-15,-9-3 1 16,-17 3 0-16,-7 4 1 16,-14-1-1-16,-8 0 0 15,-8 1 1-15,-11 0 0 16,-23 1 1-16,-14 5 15 15,-10 0-8-15,-8 2 4 16,-3 7 4-16,-3 10-5 16,-6 10-3-16,-6 9-2 15,-5 14-5-15,-4 10-2 16,-7 12-2-16,-11 2 2 16,-12 16-4-16,-10 15 1 0,-4 8 2 15,-9 17 0-15,-2 10-3 16,9 7-31-16,14 1-30 15,19-3-50-15,21-11-116 16,12-18-375-16</inkml:trace>
  <inkml:trace contextRef="#ctx0" brushRef="#br0" timeOffset="20097.551">11757 5097 616 0,'0'0'41'0,"0"0"59"0,0 0 15 0,0 0-8 0,0 0-81 16,0 0-24-16,0 0 27 15,-14 120 8-15,8-57-6 16,-5 2-7-16,-2-3-9 15,2-3-7-15,1-7-3 16,0-2-1-16,-1-7-2 16,2-5-1-16,-3-9 0 15,2-9 0-15,1-5 0 16,-2-8 1-16,5-1-1 16,2-5 3-16,-4-1-2 15,0 0 1-15,2-2 1 0,1-10-2 16,5-3 3-1,0 2-4-15,0 1-1 0,0-1 0 16,0 0-1 0,16 0 0-16,5 5 1 0,8-3 1 15,4 0-1-15,8 2 0 16,3 0 1-16,-1 1 1 16,3 2-1-16,-4 1-1 15,-4-1-1-15,-5 3 1 16,-1-1 0-16,-10 0-2 15,1 1 2-15,-6-2 0 16,-3 1 0-16,-1-2-25 16,-2-2-34-16,-7 1-15 15,-1-1-63-15,-3-1-115 0,0-3-208 16</inkml:trace>
  <inkml:trace contextRef="#ctx0" brushRef="#br0" timeOffset="20413.101">11893 5178 586 0,'0'0'33'0,"0"0"98"0,0 0-15 0,0 0-48 16,0 0-23-16,-34 76 20 15,34-23-16-15,8 5-5 16,6 5-10-16,0 2-1 15,1 0-11-15,-6-2-5 0,3-6-6 16,-4-6-6-16,-3-6 1 16,-2-8-2-16,-3-3-2 15,5-8 0-15,-5-6 0 16,0-7-2-16,0-6 0 16,0-7 0-16,0 0-30 15,0-16-11-15,0-13-77 16,-5-8-27-16,-3-8-106 15,-6-10-235-15</inkml:trace>
  <inkml:trace contextRef="#ctx0" brushRef="#br0" timeOffset="20794.144">11795 4920 549 0,'0'0'8'16,"0"0"70"-16,0 0 18 15,0 0-51-15,-45 100 29 16,45-45 0-16,0 9-9 16,0 1-26-16,3-3-16 15,-3-3 3-15,0-6-9 16,0-2-8-16,-3-6-3 15,-6-2-3-15,-1-6-2 0,-1-5 1 16,-1-3-1 0,3-6 0-16,2-7 4 0,0-6-4 15,4-4 1-15,0-3-2 16,-2-3 4-16,5 0-4 16,-3 0-4-16,3-7-19 15,0-5-9-15,0-3-24 16,0 0-26-16,6-2-35 15,3-1-60-15,1-4-75 16</inkml:trace>
  <inkml:trace contextRef="#ctx0" brushRef="#br0" timeOffset="21133.206">11762 4984 455 0,'0'0'12'16,"0"0"49"-16,0 0 57 16,0 0-21-16,0 0-64 15,0 0-25-15,-6 59 43 16,6-3 2-16,0 6 21 16,0 5-37-16,0-2-7 15,0-5-2-15,0-6-9 16,0-9-4-16,-10-5-4 15,2-9-1-15,-1-4-3 16,2-9-2-16,-2-4-2 0,6-7-2 16,0-4 2-16,-2-3-3 15,2 0 0-15,-1 0-22 16,-1-14-31-16,1-6-36 16,4-10-68-16,0-7-99 15,0-12-140-15</inkml:trace>
  <inkml:trace contextRef="#ctx0" brushRef="#br0" timeOffset="21438.828">11787 4892 468 0,'0'0'15'0,"0"0"101"15,0 0-15-15,0 0-52 16,-4 75 16-16,4-30 2 15,0 6-19-15,0 2 16 16,0 4-15-16,0-1-17 16,0-4-5-16,-6-1-6 15,-1-7-11-15,-4-3-4 16,-2-6-1-16,-2-3-5 16,0-9 3-16,0-2 0 15,3-7-3-15,2-6 1 16,2-4-1-16,5-4-24 15,0 0-19-15,0-7-56 0,3-12-69 16,0 2-104-16,0-2-143 16</inkml:trace>
  <inkml:trace contextRef="#ctx0" brushRef="#br0" timeOffset="21731.325">11713 5493 407 0,'0'0'24'15,"0"0"97"-15,0 0 9 0,0 0-29 16,0 0-12-16,110 14-13 16,-75-14-34-16,-3 0-9 15,4-4-14-15,-1 1-8 16,2-1-8-16,-8 1-2 15,0-1 4-15,-5 1-4 16,-3-1 0-16,-8 1-1 16,0-4 0-16,-5-1-15 15,-2-2-31-15,-3-3-54 16,-3 0-104-16,0-4-117 16</inkml:trace>
  <inkml:trace contextRef="#ctx0" brushRef="#br0" timeOffset="21958.777">11983 5227 455 0,'0'0'59'0,"0"0"46"0,0 0 19 16,0 0-19-16,-22 76 3 16,22-31-29-16,0 9-26 15,3 8 10-15,1 8-20 16,-3 0-23-16,-1 3-4 15,5-4-9-15,1-3-4 16,0-3-2-16,4-2-1 16,-2-3-30-16,-5-5-85 15,0-7-159-15</inkml:trace>
  <inkml:trace contextRef="#ctx0" brushRef="#br0" timeOffset="31792.077">10303 5759 844 0,'0'0'6'0,"0"0"-6"0,0 0 8 0,0 0 3 16,0 0-10-16,0 0 10 0,0 0-4 15,134-73-1 1,-29 46-3-16,23-6 1 0,17-4-1 15,1 3-2-15,-3 0 0 16,-10 6 1-16,-12 5 4 16,-17 0-2-16,-8 5 2 15,-10 2-3-15,-10-1-1 16,-9 1 2-16,-9 1-4 16,-13 2 1-16,-13 3 0 15,-15 4-1-15,-17 6-3 16,-8 0-53-16,-39 5 12 15,-30 14-124-15,-26 7-97 16</inkml:trace>
  <inkml:trace contextRef="#ctx0" brushRef="#br0" timeOffset="32084.545">10440 5752 464 0,'0'0'10'15,"-98"47"0"-15,71-28 17 16,11-6 14-16,16-2 10 15,0-1-29-15,31-7 49 16,29-3 1-16,32-3-27 16,29-24-14-16,25-9-12 15,15-4-12-15,6-4-1 16,-10 5-6-16,-12 3 10 16,-17 1-5-16,-16 5-3 15,-15 3 5-15,-6-2-6 0,-5 6 3 16,-10 1-1-1,-10 3-2-15,-21 5-1 0,-20 7-5 16,-19 4-25-16,-9 3-76 16,-42 0-15-16,-32 14-75 15,-32 9-214-15</inkml:trace>
  <inkml:trace contextRef="#ctx0" brushRef="#br0" timeOffset="32371.386">10603 5835 617 0,'0'0'11'0,"0"0"-11"16,0 0 4-1,0 0 9-15,0 0 55 0,115 1-16 16,-27-16-7-16,19-8-14 16,19-5-14-16,11-2-7 15,0-1-4-15,-4 3 0 16,-11-3 3-16,-11 4-2 15,-14-1 3-15,-12 0-6 16,-15 1 1-16,-9 0-3 16,-17 2-2-16,-14 1 1 15,-16 5-1-15,-14-1-22 16,-20 4-96-16,-38 3 1 16,-30 3-81-16,-24 6-73 15</inkml:trace>
  <inkml:trace contextRef="#ctx0" brushRef="#br0" timeOffset="32653.279">10685 5499 488 0,'0'0'23'16,"-133"19"-16"-16,93-9 4 15,16 0 1-15,11-6 22 16,8-2 34-16,5-2-17 16,15 0-48-16,31 0 60 15,26-6-24-15,29-15-7 16,23-7-4-16,15-7-15 15,7 1 4-15,0 0-2 16,-4 1-4-16,-18 5-2 16,-15 2-1-16,-17 3-3 0,-16 1-4 15,-13 4 2-15,-12 3 1 16,-20 5-4-16,-14 4 1 16,-17 5-1-16,0 1-46 15,-41 0 34-15,-23 13-116 16,-33 13-33-16,-31 7-136 15</inkml:trace>
  <inkml:trace contextRef="#ctx0" brushRef="#br0" timeOffset="33053.377">10391 5715 633 0,'0'0'0'0,"0"0"2"0,0 0-2 16,0 0 44-1,104 0 13-15,-30-17 24 0,17-3-39 16,17-8-11-16,9-2-14 16,7-4 0-16,2-2 2 15,-9 3 4-15,-5 5-5 16,-14 3 4-16,-11 2 3 16,-16 6-10-16,-12 3-4 15,-15 1-1-15,-5 3 2 16,-8 3-2-16,-5 2 5 15,-7 0 1-15,-4 1-5 16,-3 3 1-16,-6-1 3 16,-3 1-5-16,-3 1-3 15,0 0-2-15,0 0-3 0,0 0-1 16,0 0 0-16,0 0 0 16,0-2 3-16,0 1 0 15,3-2-4-15,-2 2-15 16,5-1-27-16,5-1-27 15,5 1-54-15,11-1-63 16,3-7-194-16</inkml:trace>
  <inkml:trace contextRef="#ctx0" brushRef="#br0" timeOffset="34448.751">13786 4442 743 0,'0'0'22'0,"0"0"30"0,0 0 54 16,0 0-27-16,0 0-52 0,0 0-11 15,-80 28 5-15,72 16-4 16,2 11-4-16,5 3 6 16,1 1-3-16,0 3 3 15,0-3-8-15,4-5-3 16,7-9-3-16,1-8 0 15,1-9-3-15,-2-7 1 16,2-5-1-16,-2-10 1 16,1 0-1-16,1-6 2 15,2 0 1-15,3-12-3 16,-3-8 2-16,4-8-2 16,-1-3-2-16,-4-1 1 15,-5-7 1-15,1 2-1 16,-9 2 2-16,-1 4-3 15,0 7 2-15,0 7 0 0,-8 6 1 16,-6 6 0-16,-4 5 3 16,-4 0-2-16,-5 15-4 15,2 7 2-15,-2 5 2 16,3-2 4-16,7 1-1 16,1-1-5-16,4-5 2 15,4-4 0-15,3-3-4 16,2-3 1-16,3-7-1 15,0-1 0-15,0-1-1 16,1-1-10-16,19 0-51 16,6-5-94-16,6-11-205 15</inkml:trace>
  <inkml:trace contextRef="#ctx0" brushRef="#br0" timeOffset="34771.49">14285 4596 785 0,'0'0'56'0,"0"0"57"16,0 0-19-16,0 0-44 15,0 0-12-15,0 0 1 0,0 0 1 16,0 0-4-16,0 0-4 15,-2 0 5 1,-5 0 4-16,-5 0-12 0,-2 6-23 16,1-2-2-16,3-3-1 15,2-1-2-15,4 3 0 16,-2-2 0-16,3-1-1 16,3 2-1-16,0-2-28 15,0 0-77-15,5 0-90 16,11 0-228-16</inkml:trace>
  <inkml:trace contextRef="#ctx0" brushRef="#br0" timeOffset="35333.262">14371 4496 733 0,'0'-19'58'0,"2"5"81"15,14 0-34-15,7 4-40 16,5 3-19-16,3 4-8 16,4 3-9-16,-2 0-8 15,-5 14-5-15,-3 4 1 16,-7 7 2-16,-5 0-5 16,-5 0-5-16,-8 3-1 15,0 0 0-15,-9-3-4 16,-10-1 1-16,1-5-3 15,0-3 0-15,4-6 0 0,6-4 0 16,2-6 1-16,4 0 0 16,1 0 1-16,1 0-3 15,0 0-1-15,1-10-1 16,13 3 0-16,5-2 1 16,0 2 0-16,1 4-2 15,2 2 2-15,2 1 1 16,-2 0-1-16,1 0 1 15,-2 13 1-15,-4 1 3 16,-3 2-1-16,-5 6 5 16,-6 0 3-16,-3 4 0 15,0 1 2-15,-11-5 0 0,-11 5 0 16,-6-4-3-16,-7-3-1 16,1-1-5-16,-5-3 2 15,2-4-4-15,4-3-1 16,2-5 0-16,4-2-2 15,6-2 0-15,2 0 0 16,5-12 0-16,8-5-22 16,6-10-58-16,8-8-99 15,20-6-195-15</inkml:trace>
  <inkml:trace contextRef="#ctx0" brushRef="#br0" timeOffset="35775.474">15062 4402 785 0,'0'0'73'0,"0"0"58"0,0 0-37 0,0 0-24 16,-13 86-25-16,13-55-8 15,0-1-16-15,0-2-6 16,0-1-1-16,0-1-9 15,0-4 0-15,0-2 0 16,-3-2-4-16,-1-3 3 16,-1-6-2-16,0-2 0 0,1-5-2 15,-2 0 0 1,0-2 1-16,-3 0 0 0,5 0-1 16,-1-2 0-16,2-4 1 15,3 5-1-15,0-2 2 16,0 0-2-16,6 0-1 15,13-1 1-15,4-1 1 16,5-1 0-16,4 1 1 16,1 0 0-16,6 1-1 15,-3-1-1-15,-1 0 1 16,-5-1 1-16,-5 3-2 16,-7-1-34-16,-2 1-40 15,-5 0-53-15,-4-1-49 0,-6-2-111 16,-1-1-205-1</inkml:trace>
  <inkml:trace contextRef="#ctx0" brushRef="#br0" timeOffset="36023.488">15220 4441 385 0,'0'0'403'15,"0"0"-274"-15,0 0-7 16,0 0-13-16,0 0-28 15,-10 90-19-15,11-52 1 16,8 7-16-16,5 3-10 0,-4 3-3 16,1 0-10-1,-1-5-6-15,-1-8 0 0,-1-8-9 16,-2-5-5-16,2-6-4 16,-2-7 0-16,-1-2-1 15,-1-1-43-15,-2-3-110 16,-2-5-235-16</inkml:trace>
  <inkml:trace contextRef="#ctx0" brushRef="#br0" timeOffset="39008.85">24272 5195 850 0,'0'0'0'0,"0"0"0"15,-48 76 9-15,26-26 36 16,-2 2 26-16,5 0-28 16,8-1-21-16,5-9-9 15,6 0-6-15,0-13-3 16,3-7-1-16,13-7 0 0,7-9 1 16,4-4 1-1,3-2-1-15,1-2 0 16,-1-13-3-16,-5-7-1 0,0-3-1 15,-9-3 1-15,-6-1 2 16,-10 4 0-16,0 3 1 16,-10 6 9-16,-16 8 25 15,-4 8-14-15,-4 3-5 16,-2 20 2-16,2 7 1 16,7 6 4-16,7 0-9 15,9 1-1-15,8-4-9 16,3 0-3-16,0-6 2 15,9-1-3-15,10-9 0 16,2-6 0-16,1-8 1 0,2-3-3 16,1 0-9-16,1-14-8 15,-8-4-1-15,-2-7 6 16,-8 4-1-16,-5 1 8 16,-3 0 0-16,0 5 2 15,-2 6 0-15,-8 7 1 16,-5 2 2-16,1 4 5 15,-2 18 2-15,2 3 8 16,4 3 0-16,8 0-4 16,2-1-1-16,0-6-3 15,0-5-5-15,9-9 1 16,8-7 1-16,7 0-4 16,4-21-14-16,4-6-62 0,0-11-95 15,-5-7-223 1</inkml:trace>
  <inkml:trace contextRef="#ctx0" brushRef="#br0" timeOffset="39495.273">24500 4405 766 0,'0'0'12'0,"0"0"78"0,0 0 0 0,0 0-58 16,0 0-20-16,0 0 43 15,-52 102-18-15,47-54-9 16,4 8-3-16,-2-5-8 16,-3-2-3-16,-3-5-7 15,3-8-3-15,0-6-3 16,-3-6 2-16,0-6-2 15,-1-7-1-15,1-3-11 16,2-6-9-16,-1-2 7 16,0 0 11-16,-2-6-9 15,9-4 3-15,-2 2 4 16,3 0-3-16,0 0-3 0,0 2 10 16,0 3 0-16,10 3 0 15,8 0 1-15,6 0 5 16,3 0 1-16,7 5 0 15,2 0-1-15,4 2 3 16,2-5-4 0,-5 1-1-16,2-2-3 0,-5-1 0 15,-2 0-1-15,-2 0 0 16,-8 0-43-16,0-4-102 16,-10-6-68-16,-6-3-171 15</inkml:trace>
  <inkml:trace contextRef="#ctx0" brushRef="#br0" timeOffset="39723.426">24647 4536 626 0,'0'0'85'0,"0"0"14"0,0 0-24 15,-17 71 41-15,15-14-41 16,2 6-8-16,0 7-14 15,0 1 0-15,0 5-29 16,0 2-15-16,0-3-6 16,0-9-3-16,0-9-17 15,6-16-104-15,7-9-71 16,-2-16-266-16</inkml:trace>
  <inkml:trace contextRef="#ctx0" brushRef="#br0" timeOffset="40395.392">24852 4120 484 0,'0'0'122'16,"0"0"32"-16,-127-75-105 15,71 61 27-15,-13 7-51 16,-7 7 37-16,1 0-27 16,1 17-4-16,7 13-1 15,7 12-1-15,5 12 8 16,0 15 1-16,7 11-5 15,9 6-3-15,12 8-15 16,12 2-6-16,11 4-1 16,4-3-7-16,9-8 4 15,16-7-5-15,9-10 0 16,8-5 0-16,10-9 10 0,1-11-8 16,4-10-2-16,7-8 2 15,4-10-1-15,4-8 2 16,1-6-3-16,1-5-11 15,-2 0 1-15,1-15-14 16,-1-9-9-16,-2-7 0 16,-3-6-2-16,-3-7 12 15,-4-4 10-15,-11-5-3 16,-4-2 16-16,-11-4 5 16,-8-2-4-16,-7-7 2 15,-10-4-2-15,-7-2 5 16,-2 2 21-16,-10-1 7 15,-12 4 12-15,-8 0-16 16,-5 2 3-16,-7 6-17 0,-7 6-2 16,-5 5 18-16,-6 9-15 15,-5 8-9-15,-7 9-8 16,-4 8 0-16,1 9-9 16,-4 7-11-16,0 0-56 15,-4 19-67-15,2 2-95 16,-3-6-642-16</inkml:trace>
  <inkml:trace contextRef="#ctx0" brushRef="#br0" timeOffset="43901.19">29849 5709 285 0,'0'0'17'0,"0"0"-3"0,0 0 72 0,121 0-1 16,-54-6-18-1,18 1-24-15,15-1 6 0,15-2-12 16,9 1-5-16,13 1 8 16,2 3 0-16,5 1-7 15,0 2-12-15,-4 0-7 16,-6 0-5-16,-7 0-2 15,-11 0-1-15,-10 0 0 16,-12 0-6-16,-15 0 4 16,-9 2-2-16,-13-2 2 15,-9 0-4-15,-14 0 3 16,-12 0-3-16,-11 0 0 16,-11 0 2-16,0 0-2 15,-15 0-30-15,-28 0 24 16,-21 0-165-16,-24-2-131 0</inkml:trace>
  <inkml:trace contextRef="#ctx0" brushRef="#br0" timeOffset="44306.668">29561 5868 753 0,'0'0'0'0,"0"0"-64"16,0 0 64-16,0 0 17 0,115 4 38 15,-31-4 2-15,24 0-16 16,25-1-22-16,18-5 0 16,10-2 17-16,9 3 0 15,2-1 3-15,1 1-17 16,-1-1-8-16,-3 0-4 15,-6 0-1-15,-4 3-2 16,-12-2-3-16,-12 2 1 16,-14-1 2-16,-19 0-2 15,-14 0 1-15,-21 1-6 16,-18 0 5-16,-16 1-1 16,-13-1 1-16,-12 0-3 15,-6 2-1-15,-2-2-1 16,-23-1-19-16,-27 0 11 15,-38 0-115-15,-26-1-80 0,-27-1-76 16,-8-1-197 0</inkml:trace>
  <inkml:trace contextRef="#ctx0" brushRef="#br0" timeOffset="44659.684">29805 5920 700 0,'0'0'0'16,"0"0"-33"-16,0 0 33 0,153 0 17 15,-64 0 28-15,16-10-8 16,17-3 8-16,14 4 2 16,18-8-2-16,11 1 2 15,8 0-1-15,5-2-7 16,-4 1-16-16,-6 4-16 15,-15 1 4-15,-13 4-9 16,-17 3 2-16,-19-1-2 16,-17 1-1-16,-17 0-1 15,-21-2 0-15,-16 3 2 16,-13-3-2-16,-12 5 1 16,-6-1 2-16,-2 1-3 15,-17-3-29-15,-25-2 6 0,-28-3-108 16,-27 0-71-16,-25-5-80 15</inkml:trace>
  <inkml:trace contextRef="#ctx0" brushRef="#br0" timeOffset="45024.348">30365 5671 602 0,'0'0'58'0,"0"0"-58"16,0 0 0 0,0 0 14-16,0 0 6 0,122-11 35 15,-37 5-5-15,26-4-1 16,20-2-17-16,11 3 1 16,7-3 2-16,2 3-7 15,1 0-5-15,-2 4-3 16,-6-4-8-16,-4 4-2 15,-12 1-7-15,-16 1-1 16,-13-2 0-16,-21 3-1 16,-17-1 1-16,-15 0-1 15,-16-1-1-15,-14 4 1 16,-10 0 0-16,-6-2-1 16,-6 1-11-16,-21-2-2 15,-24 0-53-15,-19 0-49 0,-24-1-64 16,-21-2-223-1</inkml:trace>
  <inkml:trace contextRef="#ctx0" brushRef="#br0" timeOffset="45401.001">30383 5703 485 0,'0'0'0'0,"0"0"-41"16,78 0 41-1,-19-8 46-15,13-1 30 0,19 2-13 16,15-1 7-16,19 1 0 16,6-3-18-16,8 3-19 15,-3-1-1-15,-11 1-10 16,-7 5-10-16,-16-1-4 15,-14 2-3-15,-15-1-1 16,-16 2-1-16,-10 0-2 16,-14 0 1-16,-11 0 2 15,-8 0 9-15,-11 0 13 16,-3 0 7-16,0-1 3 16,0 1 0-16,-5-2-12 15,-14 1-24-15,-9-4-32 0,-8-6-111 16,-2-4-224-16</inkml:trace>
  <inkml:trace contextRef="#ctx0" brushRef="#br0" timeOffset="46831.923">29672 4584 511 0,'0'0'27'0,"0"0"77"0,0 0 6 0,0 0-12 16,0 0-25-1,0 0-55-15,0 0-12 0,0 37 28 16,0 12 9-16,0 2-3 16,0 2-19-16,0-4-5 15,0-4-4-15,-3-1-9 16,-7-7 3-16,4-1-3 15,-3-7-3-15,1 0-17 16,-1-8-35-16,4-10-49 16,0-2-61-16,5-9-51 15,0 0-59-15</inkml:trace>
  <inkml:trace contextRef="#ctx0" brushRef="#br0" timeOffset="47067.323">29669 4698 516 0,'0'0'31'16,"0"0"-26"-16,0 0 88 15,72 81 11-15,-42-43-42 16,1-1-4-16,2-4 5 16,-3-4-29-16,-2-3-17 15,-1-5-8-15,-2-5-5 16,0-3 2-16,-5-6-5 15,-1-3-1-15,0-4-19 16,-3 0-74-16,-1-15-95 16,0-7-113-16</inkml:trace>
  <inkml:trace contextRef="#ctx0" brushRef="#br0" timeOffset="47334.477">30091 4336 98 0,'0'0'429'0,"0"0"-344"16,0 0 47-16,0 0-40 16,0 0-12-16,0 0-64 15,-36-22 5-15,36 60 15 16,0 4 5-16,0 5 9 16,7 2 4-16,1 0-10 0,0 2-15 15,-1 1-7-15,-4-2-12 16,0-3-5-16,-3-4 0 15,0-8-4-15,0-4-1 16,0-6-25-16,3-11-55 16,1-2-61-16,8-9-132 15,1-3-254-15</inkml:trace>
  <inkml:trace contextRef="#ctx0" brushRef="#br0" timeOffset="47655.189">30384 4680 188 0,'0'0'486'16,"0"0"-475"-1,0 0 88-15,-56 72-13 0,51-47-16 16,5-4-40-16,0-2-18 16,2-2-4-16,10-4-2 15,4-5 2-15,2-6-4 16,4-2 1-16,-1 0-2 15,-3-10 3-15,-3-8-6 16,-3-5 5-16,-4-4-1 16,-2-5 1-16,-6-1-4 15,0 1 0-15,0 6 0 16,-2 9 2-16,-10 8-3 0,-2 6 0 16,-3 3-2-16,-1 0 1 15,4 11-5-15,8 3-58 16,5 4-90-16,1-2-183 15</inkml:trace>
  <inkml:trace contextRef="#ctx0" brushRef="#br0" timeOffset="47922.139">30975 4616 708 0,'0'0'47'15,"0"0"116"-15,0 0-45 0,0 0-67 16,-98 0-8 0,69 23-18-16,4 7-5 0,6 4-9 15,10 0-6-15,6-1 2 16,3-5-3-16,0-3 2 16,13-3-3-16,8-6-3 15,3-4 0-15,4-4-17 16,5-8-54-16,1 0-29 15,5-7-100-15,-1-14-133 16</inkml:trace>
  <inkml:trace contextRef="#ctx0" brushRef="#br0" timeOffset="49577.982">31250 4498 593 0,'0'0'183'0,"0"0"15"0,0 0-72 16,0 0-97-16,0 0-5 15,0 0 35-15,-33 88-20 16,27-47-6-16,5 1-5 16,1-1-3-16,0-4-10 15,0-2-5-15,0-10-4 16,8-1-4-16,-2-5 0 16,-1-8 2-16,-2-5-4 15,0-2 0-15,0-4-20 16,0 0 6-16,4-13 7 15,2-7-18-15,3-2 6 16,3 1 7-16,-3 3 8 16,0 3-1-16,-5 5 4 0,-1 10 1 15,2 0-1-15,2 0-4 16,1 6 3 0,1 8 2-16,3 0-1 0,1 0 2 15,5-1-2-15,3-1 0 16,4-3-90-16,5-2-6 15,3-5-7-15,-2-2-116 16,-4 0-39-16,-8-14-15 16,-10-8 133-16,-7-6 141 15,-5-4 117-15,0-1 15 16,-5 5 87-16,-8 11-30 0,-7 8-29 16,1 8-9-1,-2 1-52-15,2 7-37 16,4 13-26-16,1 4-15 0,8-2-8 15,6 1-5-15,0-3-4 16,8-6 3-16,11-6-1 16,3-3-1-16,3-5-5 15,0 0-11-15,-1-5-16 16,-4-8 0-16,-6-3-1 16,-3 0 0-16,-4 6 25 15,-6 6 3-15,1 3 1 16,-1 1 0-16,1 0 1 15,2 15-2-15,1 1 1 16,1 1 6-16,4-2-5 16,2-2-1-16,4-3 1 0,3-6 4 15,4-4-3-15,4 0-3 16,3 0-19-16,1-14-48 16,-8-6-15-16,-5-3-16 15,-7-6-13-15,-1-2 7 16,-6 6 48-16,-1 8 49 15,-3 5 7-15,0 12 124 16,0 0 6-16,-1 13-63 16,-7 10-4-16,3 5-13 15,0-1-8-15,3-4-11 16,2-1-13-16,0-7-9 16,0-5-3-16,0-4-1 15,10-6-1-15,0 0 4 0,2-6-2 16,-1-11-6-16,-3-4-9 15,1-3-16-15,3 1-3 16,-3 2 13-16,-2 6 11 16,-2 5 3-16,-1 10 1 15,-1 0 4-15,5 0-4 16,4 16 6-16,1-1 4 16,2 0-7-16,6 1-2 15,2 0 1-15,6-5 0 16,5-5-2-16,1-6-14 15,2 0-54-15,-4-2-50 16,-2-13-21-16,-6-8 16 0,-5-4 6 16,-7-7 37-1,-5 2 67-15,-7 5 13 0,-1 6 44 16,0 10 121-16,-4 8 13 16,-8 3-38-16,0 4-65 15,1 13-23-15,4 7-12 16,2 1-22-16,5 1-8 15,0-2-2-15,2-5-6 16,13-6 4-16,4-7-6 16,2-6-8-16,2 0-44 15,-3-7-27-15,-1-13-9 16,0-1-11-16,-5-2-4 0,0 2-11 16,-6 7 61-1,-5 6 52-15,0 3 1 0,-3 5 98 16,0 0-9-16,0 13-54 15,0 15 61-15,0 9-25 16,-3 7-6-16,-5 7-11 16,2 4-3-16,2 4-9 15,4 3-13-15,0 0 2 16,0-3 1-16,0-5-7 16,3-12-8-16,-2-8-7 15,-1-14 0-15,0-9-5 16,0-7 1-16,-3-4 0 15,-3 0-1-15,-1-8-2 16,5-9-1-16,2-7 0 16,0-3-1-16,2-2 0 0,17-2 0 15,9-2-1-15,5-1 0 16,3 3 1-16,3 0 0 16,-1 4-1-16,3-2-2 15,-2 2 0-15,4-3-3 16,-3 0 0-16,-4-5 0 15,-3 4 4-15,-11-3-1 16,-11 5 0-16,-11 4 0 16,0 7 2-16,-20 13 0 15,-7 5-2-15,-2 5-1 16,-3 26 3-16,4 13 3 16,3 8 9-16,8 8 4 0,8-5 11 15,8-2-11 1,1-8-5-16,9-6-7 0,19-9-1 15,5-5 1-15,10-10-3 16,7-5-2-16,8-8-11 16,4-2-89-16,8-5-192 15</inkml:trace>
  <inkml:trace contextRef="#ctx0" brushRef="#br0" timeOffset="52316.819">10006 6809 612 0,'0'0'54'0,"0"0"-14"0,-103-10 84 0,84 2-37 16,8 5-16-16,7-1-10 15,4 3-16-15,4 1-45 0,26-1 0 16,21-1 19-16,22-4-10 16,15-4 3-16,10-1-6 15,-2-3-3-15,-2 0 0 16,-6-3 1-16,-7 2-4 16,-4-1 2-16,-8 0-2 15,-13 4 0-15,-11-1-2 16,-18 5-12-16,-15 2-8 15,-12 1-5-15,0 2-17 16,-36 1-84-16,-25 2-97 16,-26 0-41-16</inkml:trace>
  <inkml:trace contextRef="#ctx0" brushRef="#br0" timeOffset="52564.392">9605 6915 441 0,'0'0'94'15,"0"0"-79"-15,0 0 33 16,0 0 24-16,22 81 10 16,23-74-7-16,16-7-11 15,21 0-21-15,13-15-17 16,12-9-10-16,0-2-9 16,-6-3 3-16,-5 0-2 15,-13 2-4-15,-6 3-1 16,-13 4-1-16,-8 2-1 15,-13 7-1-15,-13 5-35 0,-19 6-53 16,-11 0-179-16,-27 2-21 16</inkml:trace>
  <inkml:trace contextRef="#ctx0" brushRef="#br0" timeOffset="52736.635">9988 7072 555 0,'0'0'9'0,"0"0"27"16,0 0 80-16,0 0-30 16,104 17-25-16,-39-17-26 15,11-10-26-15,7-8-7 16,8-5-2-16,3-5-94 16,6-4-233-16</inkml:trace>
  <inkml:trace contextRef="#ctx0" brushRef="#br0" timeOffset="53575.361">13821 6477 628 0,'0'0'77'0,"0"0"68"0,0 0-69 16,0 0-37-16,-96 21 6 15,79 17 3-15,4 10 3 16,3 4-4-16,4 3 1 0,5-3-9 16,1-4-15-16,0-5-9 15,0-7-8-15,10-2-5 16,2-9 1-16,3 0-2 16,4-8 0-16,2-7-1 15,5-9-1-15,2-1-5 16,2-1 1-16,3-13-1 15,-6-5-2-15,-1-2 1 16,-6-3 5-16,-8 0 2 16,-6-2 1-16,-6 4 0 15,0 1 0-15,-2 2 1 16,-13 5-2-16,-4 4 0 16,-6 9 2-16,-5 1-2 15,-3 2-1-15,-1 16 1 0,-1 0 0 16,8 5 1-16,2-2-2 15,7-1 1-15,5 1 0 16,8-4-18-16,5-5-86 16,3-6-64-16,21-6-198 15</inkml:trace>
  <inkml:trace contextRef="#ctx0" brushRef="#br0" timeOffset="53808.101">14222 6667 905 0,'0'0'69'0,"0"0"100"0,0 0-72 0,0 0-42 0,0 0-39 16,0 0 12-16,0 0 6 15,11 14-24-15,-10-4-2 16,1-1-3-16,-2-1-3 15,0 1-2-15,3-3-65 16,1-1-164-16,11-5-385 16</inkml:trace>
  <inkml:trace contextRef="#ctx0" brushRef="#br0" timeOffset="54298.875">14468 6468 795 0,'0'0'83'0,"0"0"87"16,0 0-75-16,0 0-26 15,0 0-41-15,0 0-9 16,63-58-5-16,-39 81-3 16,-8 4-2-16,-4 5-2 15,-7 4-5-15,-5 1 1 16,0-2 3-16,-17-1-5 15,1-7 0-15,0-5-2 16,3-7 0-16,5-7-2 0,5-6-1 16,3-2-3-16,0 0 6 15,3-1-2-15,18-12-6 16,4 0 7-16,3 2 0 16,0 1 0-16,1 6 1 15,-2 1 1-15,-3 3-1 16,-3 0 1-16,-2 3-1 15,-4 8 1-15,-6 6 3 16,0 2 11-16,-6 3 6 16,-3 0 8-16,0 3 8 15,-15-3-6-15,-8 2-5 16,-5 0 0-16,-9-1-3 16,-2-2-7-16,-7 0-11 0,-3-4 1 15,-2-3-3 1,5-5-2-16,4-5-20 0,8-1-64 15,9-3-72-15,5 0-192 16</inkml:trace>
  <inkml:trace contextRef="#ctx0" brushRef="#br0" timeOffset="55130.101">13700 7306 839 0,'0'0'0'0,"0"0"-40"0,0 0 40 0,0 0 38 16,106-8 8-16,-58 2 7 15,11-2-17-15,10-4-17 16,11-3 3-16,11-4 2 15,8-4-15-15,7-2-3 16,4 2 0-16,-2-3-6 16,-1-1 0-16,-5-2 0 15,-2-5 1-15,-1 0 3 16,-10-2-3-16,-6 0-1 0,-8 1 0 16,-13 3 1-1,-9 2 0-15,-10-1 0 0,-10-3 2 16,-7-2-3-16,-7-1 6 15,-8-7-4-15,-6-1 16 16,-5-5-5-16,0 0 0 16,-21-3-7-16,-6 1-5 15,-4 4 1-15,-2 1-1 16,2 5 1-16,-1 4 1 16,3 1 2-16,-3 6 19 15,1 3-6-15,-3 3 12 16,-1 2-5-16,-4 5-21 0,-5 6-2 15,-8 7-1-15,-7 5-1 16,-11 0 0-16,-5 3 0 16,0 11-1-16,0 4 2 15,-2 3-1-15,-1 3 2 16,-4 2-2-16,2-2 0 16,2 1 0-16,0-1 0 15,-3 0 0-15,-1 0 0 16,-1-4-2-16,-1-2 0 15,8-1 2-15,5-3 0 16,3 0 0-16,6 2 0 16,2-1 0-16,8 0 0 15,5 6 4-15,6 0-4 16,5 3 0-16,5 5-2 16,2 4 2-16,3 4-1 0,9 3 0 15,8 4-1-15,5 2 2 16,4-2-1-16,0 3 1 15,13 2 0-15,11 5 2 16,3 3-2-16,1-3-1 16,8 2 0-16,0-6 1 15,6-4 1-15,7-8-1 16,9-6-2-16,10-7 0 16,16-7-16-16,10-12-95 15,6-6-255-15</inkml:trace>
  <inkml:trace contextRef="#ctx0" brushRef="#br0" timeOffset="65205.096">15655 4576 475 0,'0'0'2'0,"0"0"12"16,0 0 46-16,-60-92-2 0,49 64-5 16,2 1-2-16,-2 2-26 15,0 0-2-15,-1-1 1 16,-3 1-1-16,-3 0 3 16,-4 1-1-16,-5-1-7 15,-4 0 4-15,-5 1-7 16,-3 1-1-16,-6 1 15 15,-4 2-12-15,-2 0 0 16,-2 0 6-16,-4 4-5 16,-1-1-7-16,-5 2 8 15,2-2-8-15,-2 2 2 16,-1 0-1-16,0 2-1 0,-3 0 0 16,-3 3-1-16,-6 3-3 15,-7 4 3-15,-2 3-5 16,-4 0-3-16,4 5 2 15,2 13-3-15,0 3 3 16,-2 3-3-16,5 3 1 16,4 3 0-16,1 2-1 15,8 5 4-15,3 2-4 16,7 3 2-16,8 5 1 16,6 3-4-16,7 3 3 15,5 4-3-15,4 2 7 16,4 4-3-16,4 4-3 15,7 5 5-15,3 0 1 0,9-3-2 16,0-5 2-16,9-5-2 16,13-5-2-16,10 0-2 15,9-4 2-15,9 1 1 16,11-1 7-16,6-5-2 16,9-5-4-16,3-3 0 15,3-6 0-15,2 0 0 16,2-6-3-16,-2-5-1 15,7 0 0-15,5-1 0 16,3-5 1-16,1-3-1 16,-1-1 0-16,1-6-2 15,-1-2 0-15,0-2 1 0,-5 0 1 16,-3-10-1-16,-9-7 0 16,-3-1 0-16,-7-7 0 15,-4-4-1-15,-4-3 1 16,-2-1 0-16,-8-2 3 15,-1-3-2-15,-1-3-1 16,-5-1 0-16,-1-4 0 16,-7-2-1-16,-6-4 1 15,-8-4 0-15,-7-3 1 16,-11-7 0-16,-5-4 1 16,-2 0-2-16,-6-1 0 15,-15 6 0-15,-6 3 4 16,-6 3-2-16,-6 5-2 15,-5 3 3-15,-3 5 3 0,-2 2-4 16,1 5 6-16,-2 3-5 16,-1 3 0-16,0 4 3 15,-2 1 0-15,-1 3 0 16,3 2 3-16,0 5-7 16,4 2 2-16,0 3 2 15,1 3-6-15,1 3 3 16,-1 2-2-16,3 5 0 15,-1 0-1-15,1 0-1 16,3 8-1-16,1 12-20 16,-2 11-68-16,2 8-60 15,-6-7-217-15</inkml:trace>
  <inkml:trace contextRef="#ctx0" brushRef="#br0" timeOffset="68011.413">15398 4939 328 0,'0'0'6'0,"0"0"15"15,0 0 49-15,0 0-7 16,0 0 14-16,0 0-17 16,0 0-3-16,-12-22-17 15,12 22-18-15,0 12 16 16,0 6 10-16,7 1-16 0,2 0-1 16,1-1-2-16,-2 1-8 15,0-4-5-15,-2 0 0 16,-2-4-10-16,1-4 2 15,-1 2-3-15,-1-4 6 16,-2-1-5-16,1-3 1 16,-1-1 2-16,1 0 2 15,3 0-3-15,4 0 10 16,10 0 4-16,14-10 0 16,9-9-7-16,5-1-7 0,-2 0-2 15,-2 2-2-15,-5 0-2 16,-6 2-2-16,-2 2 2 15,-5 3-3-15,-6 0 2 16,-5 6-2-16,-8 1 1 16,-3 3-1-16,-3-1-20 15,0 2-14-15,0-3-20 16,0 3-15-16,-7 0 35 16,-8 0-78-16,0 0-18 15,1 0-28-15,-2 0-121 16</inkml:trace>
  <inkml:trace contextRef="#ctx0" brushRef="#br0" timeOffset="68269.555">15545 5089 391 0,'0'0'0'0,"0"0"2"0,0 0 11 16,0 0 20-16,0 0 2 15,0 0 2-15,14 13 10 16,11-13-14-16,7 0-18 16,2-8-10-16,2-1-5 15,-2 3-42-15,2-3-154 16,-6-7-80-16</inkml:trace>
  <inkml:trace contextRef="#ctx0" brushRef="#br0" timeOffset="69326.871">18280 3839 391 0,'0'0'0'0,"0"0"-4"0,93 3 4 0,-31-3 4 16,15 0 5-16,12-8 10 16,8-3 6-16,5-2-8 15,-1-1-10-15,-4 2-3 0,-9 1 0 16,-7-1 8-16,-10 0-4 16,-5 1 1-16,-8 0-2 15,-9 0 5-15,-7-1-1 16,-11 2-5-16,-14 1-3 15,-7 5 1-15,-10 3 0 16,0 0-4-16,-12 1-13 16,-22 0-137-16,-18 0-225 15</inkml:trace>
  <inkml:trace contextRef="#ctx0" brushRef="#br0" timeOffset="69722.03">18700 3975 428 0,'0'0'4'0,"0"0"-4"16,105 3 10-16,-51-3 24 15,11-5 14-15,3-5 4 16,-2 2-11-16,-2-2-13 15,-2 6-6-15,-5-2 4 16,-6 3 3-16,0 1-6 16,-11 1-6-16,-6 1-7 15,-7 0-1-15,-11-2-4 0,-5 2 2 16,-6 0 0-16,-4 0 1 16,-1 0 6-16,0 0 17 15,0 0 10-15,0 0-8 16,0 0 0-16,0 0-6 15,0 0-3-15,0 0-9 16,0 0-4-16,0 0-3 16,0 0-4-16,0-3-4 15,-6-3-75-15,-11-2-114 16,-8-2-204-16</inkml:trace>
  <inkml:trace contextRef="#ctx0" brushRef="#br1" timeOffset="79922.132">22687 6981 488 0,'0'0'26'0,"0"0"82"0,0 0 9 0,0 0-40 16,-38-84-33-16,21 73 3 16,-2 4-7-16,1 4-19 15,-3 2-8-15,-4 1 0 0,-5 0-9 16,0 16-1 0,-3 8 0-16,1 8-2 0,0 6 0 15,5 4 1-15,9 2 0 16,5-5-1-16,5-5 0 15,8-4 0-15,0-6-1 16,0-7 0-16,7-4 1 16,9-8 0-16,2-5 0 15,9 0 1-15,3-7-2 16,2-11-1-16,1-5-13 16,-3-1 0-16,0-3 5 15,-5-1 5-15,-4 1 4 16,-1 2 0-16,-6 2 1 15,-5 6-1-15,-3 5 0 0,-4 6 2 16,1 0-1-16,-2 6 5 16,-1 0-2-16,0 0-4 15,3 0 0-15,-2 13 0 16,7 5 13-16,-2 5-5 16,2 3 1-16,0 0 7 15,0 5 0-15,-2-1 6 16,-1 2 7-16,-2-1-7 15,1 1-3-15,-4-5 7 16,4 2-4-16,-2-2-6 16,-2-2 0-16,1 0-9 15,-1-3-2-15,0-4-5 16,0-4 3-16,0-4-3 0,0 0 0 16,3-3 1-16,-3-2 0 15,2-2-1-15,-2-3-3 16,1 0-55-16,4 0-63 15,1-6-105-15,3-10-376 16</inkml:trace>
  <inkml:trace contextRef="#ctx0" brushRef="#br1" timeOffset="80305.381">23010 7056 417 0,'0'0'59'0,"0"0"-38"16,0 0 104-16,0 0-37 16,0 0-12-16,0 0-17 15,40 75-13-15,-34-59-15 16,-2-4-3-16,-1 0-3 15,0-6-5-15,-1 0 2 16,-2-6-4-16,0 0 1 16,0 0 19-16,0 0 24 15,0 0-4-15,0 0-29 16,-5-8-21-16,-1 0 0 16,2 0-4-16,-2 2 0 0,3 0-3 15,0 2 0-15,0 0 1 16,3 1-2-16,0-2-18 15,0 0-98-15,8-3-131 16,3 2-363-16</inkml:trace>
  <inkml:trace contextRef="#ctx0" brushRef="#br1" timeOffset="80716.421">23480 6876 610 0,'0'0'119'0,"0"0"29"0,0 0-39 0,0 0-67 15,0 0-35-15,0 0 20 16,0 35 29-16,0-8-15 16,4 3 4-16,-2 1-5 15,-1 1-6-15,1 1-12 16,1-4 9-16,-3 0-6 0,1-5-8 16,1-2-5-1,-2-4-2-15,0-2-3 0,0-2-1 16,0-2-4-16,0-5-2 15,0-4 1-15,0-2-1 16,1-1 0-16,-1 0-4 16,9-1-36-16,7-12-61 15,0-6-94-15,6-6-160 16</inkml:trace>
  <inkml:trace contextRef="#ctx0" brushRef="#br1" timeOffset="81226.688">23793 6896 616 0,'0'0'84'15,"0"0"30"-15,0 0-14 16,0 0-20-16,0 0-31 16,0 0-14-16,-30 97-12 15,30-73-7-15,0-5-5 16,0 1-1-16,0-9-2 15,6-3-3-15,3-4 3 16,2 0-4-16,2-4 0 16,4 0 1-16,2 0-3 15,2-2 3-15,-2-5-3 16,0 1-1-16,1-1 0 16,-2 4-1-16,-2 1 2 0,-1 2-2 15,-2 0 12-15,-2 0 3 16,-2 0 2-16,0 8-5 15,-2 2 4-15,-2 1-6 16,-4 1 5-16,2 3-4 16,-3-1 1-16,0 0 1 15,0 2-1-15,-3-4 3 16,-3 1-3-16,-7-2-1 16,1 3 1-16,-4-2-1 15,1-1-4-15,-2-2-4 16,2-6 3-16,-2 3-6 15,4-3 2-15,-4-3-1 0,2 0 0 16,1 0-1 0,2 0-2-16,0-3-24 0,2-6-46 15,4-4-24-15,0-6-109 16,6-4-207-16</inkml:trace>
  <inkml:trace contextRef="#ctx0" brushRef="#br1" timeOffset="81474.371">23850 6859 628 0,'0'0'136'0,"0"0"-5"0,0 0-42 15,0 0-20-15,0 0-3 0,83-16-32 16,-56 11-20-16,3-2-6 15,0 1-3-15,0-2-2 16,-4 0-1-16,0 2-2 16,-7 0-1-16,-2 2-56 15,-7 1-41-15,-4 1-92 16,-4-2-269-16</inkml:trace>
  <inkml:trace contextRef="#ctx0" brushRef="#br1" timeOffset="82043.394">24566 6715 176 0,'0'0'458'16,"0"0"-394"-16,0 0 15 15,0 0 1-15,0 0-9 16,0 0-31-16,-13 84-6 16,13-60-11-16,-2 2-9 15,1-2-2-15,-2 0-4 16,-1-1-2-16,1-2-3 16,-1-1-2-16,-3-4 0 15,-1-3 1-15,1-1 0 0,-2-5 1 16,-2-3 2-16,5-3-4 15,-1-1 4-15,4 0-4 16,-2 0 3-16,4 0-1 16,1 0-2-16,-3-5-2 15,3-1 3-15,0-1-4 16,0 1 2-16,0 1 0 16,6 2-2-16,1 0 2 15,5-1-1-15,3 3 1 16,0-2 0-16,8 0 2 15,-1 2-2-15,-1-2 0 0,0 3 0 16,2-2 0-16,-2 2 0 16,-3 0 0-1,0 0 1-15,-3 0-1 0,0-3 0 16,0 1 0-16,0-3 1 16,0-2-1-16,1 0 1 15,-2-2-1-15,-1 2-11 16,-6-2-48-16,-1-2-55 15,-6-1-106-15,0-2-229 16</inkml:trace>
  <inkml:trace contextRef="#ctx0" brushRef="#br1" timeOffset="82412.405">24741 6772 232 0,'0'0'316'0,"0"0"-237"0,0 0 41 16,0 0-40-16,0 0-19 16,0 0-3-16,-16 51-3 15,16-34 1-15,0 2-7 16,0 4 15-16,0 1-12 16,5 3-12-16,-3 2-1 15,-1 4 0-15,-1-1 1 16,0-1-10-16,0-3-5 15,0-2-4-15,2-5-6 0,-2-4-3 16,0-6 0-16,1-2-9 16,-1-7 0-16,2 0 0 15,-2-2 0-15,0 0 1 16,1 0 1-16,-1-3 1 16,0-7-5-16,2-2-2 15,-2-1-31-15,0-1-37 16,0 4-75-16,-3-1-104 15,-7-1-342-15</inkml:trace>
  <inkml:trace contextRef="#ctx0" brushRef="#br1" timeOffset="83947.894">24620 6982 310 0,'0'0'76'0,"0"0"30"15,0 0-12-15,0 0-19 16,0 0-28-16,0 0 5 15,0 0-6-15,70-67-7 0,-51 61 7 16,4 0 0-16,-3 3-15 16,-2 3-5-16,-1 0-1 15,-2 0-3-15,-2 7 1 16,-6 6-3-16,1 2-2 16,-5 7-2-16,0-1 6 15,-3 3-3-15,0-1-8 16,0 0 2-16,-6-1-6 15,-8-3-1-15,1-1 0 16,0-3-2-16,1-1-2 16,-3-3-1-16,7-2 0 15,2-6-1-15,3 2 2 16,3-4-4-16,0-1 1 0,0 0 1 16,0 0-6-1,0 0 1-15,5 0 1 0,7 0 3 16,3-2 0-16,-3-2 1 15,0 4 0-15,1 0 0 16,-1 0 0-16,3 0 0 16,-2 0 2-16,-2 8 0 15,-2 2 6-15,-3 2-4 16,-2 0 4-16,-4 0 5 16,0 1 7-16,0 0 1 15,0 0 1-15,-6-1 4 16,-6 2-7-16,-3 0 4 15,-1 2-3-15,-4 0-1 16,1 1-8-16,-5-2 0 0,0-1 6 16,0-1-4-16,-1-3-7 15,6-2 2-15,1-1 3 16,-1-2-4-16,3-3 0 16,-1 0-1-16,5-2-4 15,-3 0-2-15,4 0 2 16,1 0-1-16,0-10-2 15,0-2-2-15,6-2-21 16,1-3-43-16,3-1-68 16,0-2-90-16,0 0-327 15</inkml:trace>
  <inkml:trace contextRef="#ctx0" brushRef="#br1" timeOffset="84339.639">24554 7050 328 0,'0'0'176'0,"0"0"-60"0,0 0 14 0,0 0-37 0,0 0-11 15,0 0-27-15,-27-30-12 16,27 23-4-16,0-4-13 16,0-3-7-16,12 1-1 15,3-4-7-15,4 0 1 16,4 0-5-16,-2 2-6 15,1 2 4-15,2 0-1 16,-2 3-4-16,-2 2 0 16,-3 2-13-16,0 5-65 15,-4-1-78-15,-4 2-149 16</inkml:trace>
  <inkml:trace contextRef="#ctx0" brushRef="#br1" timeOffset="84715.779">24506 6929 310 0,'0'0'68'0,"0"0"91"16,0 0-42-16,0 0-35 0,0 0-38 15,0 0-17-15,-12-33-3 16,24 25-1-16,5-1 1 16,0-2 7-16,0 2-2 15,2 2-1-15,1 0 4 16,-1 1-2-16,-1 2-3 16,-1 2-3-16,-1-2-11 15,-1 3-6-15,0 1-3 16,-2 0 1-16,-1 0-2 15,-3 0-1-15,-1 0 0 16,0 1-1-16,-2 5-1 16,-6 2-2-16,0 1-85 15,0-3-148-15,0-2-407 16</inkml:trace>
  <inkml:trace contextRef="#ctx0" brushRef="#br1" timeOffset="88275.302">25271 6629 218 0,'0'0'182'0,"0"0"-151"15,0 0 35-15,0 0 33 0,0 0-48 16,-62-76 16-16,49 64-23 16,-3 2 4-16,-1-3-14 15,-3 1 7-15,2-1-3 16,-5 4-9-16,-3-2-2 15,-1 4-1-15,-2-2-7 16,-1 2 9-16,-3 1-8 16,2 5-2-16,-2 1-1 15,3 0-6-15,0 0 0 16,3 0 4-16,0 3-5 16,-6 8-1-16,-2 3-3 15,-1 4 5-15,-5 2-1 16,3 3 2-16,-4 1 1 15,2-1-1-15,2 0 1 16,1 4-7-16,1-4 0 0,5-2-2 16,1 3-2-16,8 0 2 15,-1 0-1-15,9 1 1 16,-2 4-4-16,6 0 3 16,1 5-1-16,5 3-1 15,2 3 1-15,1 5 1 16,1-1-2-16,0 0 1 15,0-2-1-15,0-2 0 16,0-2 5-16,0-1-2 16,0-3 2-16,7-2 1 15,2 1 4-15,1-1-4 0,1-1 0 16,5-1-4-16,-2-2 1 16,1 3-3-16,0-4 3 15,7-1-3-15,0 0 2 16,5-5-2-16,3 2 1 15,4-5 1-15,2-4-2 16,2 0-1-16,3-4 0 16,1-1 1-16,3-2 1 15,2-3-2-15,1-2 1 16,1-2 0-16,-1 0-1 16,2-3 1-16,-1-11 0 15,0-4-1-15,3-3 1 16,-1-1-1-16,-3-2 1 15,-1-3-1-15,-2-1 1 0,0-3-1 16,-6-2-1 0,-3-2 1-16,-4-4 0 0,-2-1 3 15,-3 0-3-15,-2-2 0 16,-7 2 1-16,-4-1-3 16,-2-3 3-16,-8 1-1 15,-2-2 1-15,-2 0 1 16,0 1-1-16,0 2-1 15,-9-2 0-15,-6 1-2 16,-6-1 5-16,3 1-6 16,-2 4 3-16,1 3 0 15,0 6 1-15,-1 4 1 0,0 2-1 16,-3 3-1-16,-1 3 0 16,-4 1 1-16,-2 3-1 15,-1 2 0-15,1 2 1 16,0 3-1-16,-1 1-1 15,1 4 1-15,0 1 0 16,2-1 2-16,1 2-2 16,3 0 0-16,4 0 1 15,1 0-1-15,6 0 0 16,5 0 0-16,4 0 0 16,4 0 0-16,0 0-10 15,0 0-56-15,0 0-61 16,16-4-141-16,-5-16-462 0</inkml:trace>
  <inkml:trace contextRef="#ctx0" brushRef="#br1" timeOffset="90948.012">26444 6977 225 0,'0'0'276'0,"0"0"-256"0,0 0 42 0,0 0 12 0,0 0 2 16,0 0-23-16,0 0-18 15,0 0-19-15,-7 8 19 0,35-3-21 16,11-2 6-1,6-1-1-15,8-2 18 0,4 0-19 16,0 0-7-16,3 0-8 16,2 0 1-16,2 0 1 15,-4 0-4-15,-3 0-1 16,-7-5 1-16,-3 0-1 16,-6 1 2-16,-3-2-2 15,-4-1 0-15,-6 3 0 16,-5-1 0-16,-8 2 0 15,-5-2 0-15,-4 1-16 16,-6 1-43-16,0-3-20 16,0-3-66-16,-12 0-189 0</inkml:trace>
  <inkml:trace contextRef="#ctx0" brushRef="#br1" timeOffset="91442.123">27186 6782 547 0,'0'0'62'0,"0"0"-16"16,0 0-18-16,0 0 58 16,0 0-48-16,35 71-4 15,-6-56-5-15,5-1-9 16,2-3-3-16,3-2-4 0,-2-2 0 15,-4-3-7-15,-5 0-2 16,-5-1-1-16,-4-1-1 16,-8 0-1-16,-3-2-1 15,-6 0 2-15,-2 0-2 16,0 0 2-16,0 0 2 16,0 0 16-16,0 0 26 15,0 0-3-15,-7 5-16 16,-7 1-19-16,-2 8-5 15,-2 4 0-15,-2 3 5 16,2 1-1-16,-1 4 2 16,1 2 6-16,2-2 7 15,1 0-2-15,3-3 1 0,3-5-2 16,0-3-7-16,6-2-2 16,-1-3-4-16,2-4-3 15,1-1-3-15,1-5 3 16,0 2-3-16,0-2-1 15,0 0 1-15,4 0-54 16,17-13-64-16,7-8-117 16,6-6-562-16</inkml:trace>
  <inkml:trace contextRef="#ctx0" brushRef="#br1" timeOffset="92096.789">28117 6802 558 0,'0'0'203'0,"0"0"-110"0,0 0 31 0,0 0-73 16,-84-20-3-16,68 20-31 15,-4 4-11-15,0 9-2 16,-2 8-4-16,0-1 2 15,0 8 0-15,4 0-2 16,2 3 0-16,5-1 1 16,6-5 1-16,5-1-1 15,0-6 2-15,2-7 1 16,16-3-4-16,6-8 1 0,4 0 3 16,4-5-3-16,0-12 1 15,0-3-2-15,1-4-1 16,-5-1-5-16,-1 0 0 15,-7 1-5-15,-6 1 5 16,-3 2 6-16,-6 5 0 16,-3 2 0-16,-2 6 1 15,0 2 0-15,0 4-1 16,0 2 9-16,0 0 10 16,0 0-2-16,0 2-13 15,0 12-3-15,0 3 10 16,0 2 7-16,0 5 5 0,0 2 1 15,0 6-3 1,0 3 4-16,0 0 0 0,0 2 8 16,0-3-7-16,0 0-9 15,1-3 2-15,2-3 0 16,0-1-6-16,0-2-4 16,3-2-2-16,-1-2 0 15,-2-4-5-15,3-3-1 16,-3 0 2-16,1-4-3 15,-2-3 0-15,1-3-1 16,-3-2 2-16,1-2-2 16,2 0-32-16,2 0-47 15,3-12-31-15,2-6-150 0,0-6-344 16</inkml:trace>
  <inkml:trace contextRef="#ctx0" brushRef="#br1" timeOffset="92397.89">28524 6958 794 0,'0'0'162'0,"0"0"-27"0,0 0-38 16,0 0-50-16,0 0-33 15,0 0 46-15,45 17-25 0,-42-11-11 16,-3-2-2-1,0 0-8-15,0 0 4 0,-2 2-4 16,-13-1-2-16,-3 1-2 16,-2-1-6-16,0-2-3 15,5-3 1-15,4 0 0 16,4 0-2-16,4 0-1 16,3-1-11-16,0-7-24 15,17-6-79-15,5 0-89 16,4-3-252-16</inkml:trace>
  <inkml:trace contextRef="#ctx0" brushRef="#br1" timeOffset="92718.678">28888 6751 815 0,'0'0'132'15,"0"0"21"-15,0 0-65 16,0 0-32-16,0 0-42 16,0 0 24-16,14 38 13 15,-1-18-15-15,-3 0 0 16,2 4-3-16,-4 3-9 16,-4 0-2-16,-2 1-8 15,-2 2-6-15,0 0 0 0,0-5-2 16,0-4-5-16,0-2 1 15,0-7-1-15,0-3-2 16,0-6 1-16,0-3-34 16,6 0-47-16,8-9-52 15,3-15-71-15,4-10-229 16</inkml:trace>
  <inkml:trace contextRef="#ctx0" brushRef="#br1" timeOffset="93206.086">29318 6686 677 0,'0'0'103'0,"0"0"94"0,0 0-108 16,0 0-22-16,0 0-17 16,-46 80-19-16,46-60-7 15,0-2-5-15,13-1-5 16,-1-2 2-16,4-2-3 15,1-3-2-15,2-1-2 16,5-4-4-16,0 0-1 16,1-3-1-16,2-2-1 15,-3 0 0-15,-3 0 0 16,-5 0 1-16,-1 0 7 16,-3 0 2-16,-3 0 0 15,-2 3 1-15,-1 4-5 16,-3 2 1-16,-1 1-3 15,-2 1 6-15,0 3 1 0,0 0 0 16,-2 3 2-16,-7-3 0 16,-4-3-5-16,1 3 4 15,-6-1-6-15,0-2 1 16,-7 2 5-16,-5-3-8 16,2 0-1-16,-1 3-4 15,4-6-1-15,1-2 0 16,5-5 0-16,2 0 0 15,4 0-1-15,3-11-14 16,4-13-25-16,4-6-29 16,2-10-64-16,0-12-92 15,0 5-268-15</inkml:trace>
  <inkml:trace contextRef="#ctx0" brushRef="#br1" timeOffset="93422.269">29330 6635 394 0,'0'0'321'0,"0"0"-166"0,0 0-36 0,0 0-62 16,80-21-16-16,-35 9-4 16,3 2-18-16,-3-3-14 0,-1 1 0 15,-8 1-4 1,-6 2-1-16,-8 3-38 0,-7 5-89 15,-7 0-133-15,-4 1-222 16</inkml:trace>
  <inkml:trace contextRef="#ctx0" brushRef="#br1" timeOffset="94712.28">28026 7690 485 0,'0'0'11'16,"0"0"-4"-16,0 0 56 15,0 0-8-15,0 0-20 0,0 0 27 16,106 5-34-1,-39-15 7-15,7-6-5 0,17-2-9 16,8-5 1-16,11-2 3 16,6-3 15-16,1-1-21 15,1 3-16-15,-2-1 0 16,-4 2 0-16,-6 2 1 16,-7 0-2-16,-5 2-1 15,-12 1 0-15,-11 2 2 16,-16 1-1-16,-11 3-2 15,-14 0 7-15,-8 2 1 16,-7 1 3-16,-6 0 5 16,-6-3 14-16,-3 0 8 15,0-4 0-15,0-5-10 16,-3-6-8-16,-5-3-7 0,1-10-8 16,3-9-4-16,4-6 0 15,0-5 1-15,0 0-1 16,0 4 0-16,0 3-1 15,0 6 2-15,3 1-2 16,-3 3 0-16,0 1 1 16,-3-1 0-16,-8 4 1 15,-5-1-1-15,-1-1 1 16,-1 4-1-16,0-1-1 16,-3 2 0-16,5 3 2 0,-3 4-2 15,-1 6 0-15,5 5 2 16,-4 4-1-16,1 3 6 15,-1 5 8-15,-7 2-1 16,1 5-11-16,-5 1-2 16,-3 0-1-16,2 0-2 15,-5 5 1-15,0 5 1 16,-6 8 1-16,-8-1-1 16,-7 2-2-16,-6 2 2 15,-5 1 0-15,-7 0-1 16,-2 2 0-16,-7 0 0 15,-2-1-1-15,0-2-5 16,1-1 2-16,2-2 2 16,-2 0 3-16,3 0-1 0,-5-3-1 15,5 0 1 1,6 1-3-16,3-4-3 0,7 3 3 16,4-4 2-16,2-1-3 15,4-2 1-15,3-1 2 16,7 0 1-16,4 0 1 15,2 0 0-15,3 0 0 16,2 2 0-16,7 2-2 16,5 2 2-16,4 2 0 15,1 7-3-15,6 3 1 16,3 3 2-16,2 5 0 16,4-1-1-16,3 4 1 15,0 1-1-15,0 5 1 16,2 4 3-16,8 5-2 15,2 1 4-15,-2 4-2 0,5-5 3 16,-1 1-1-16,2 3 6 16,-3-2-8-16,2-1 3 15,-3-1-2-15,1-5 2 16,3-3 4-16,-2-2-5 16,3-8 2-16,2-3 5 15,1-6-1-15,8-6 0 16,8-4-2-16,5-6-3 15,12-4-1-15,9-4-2 16,7 0 4-16,9 0-6 16,13-14-1-16,8-9-46 15,6-13-140-15,0-18-590 16</inkml:trace>
  <inkml:trace contextRef="#ctx0" brushRef="#br1" timeOffset="101017.556">19219 8129 380 0,'0'0'7'0,"0"0"-3"0,0 0 12 16,-52-73 27-16,37 57-2 16,-2 3 22-16,-1-1-19 0,4 4-8 15,-2 1-6 1,0-1-5-16,3 1 0 0,-4 1-3 16,4-1-1-16,-2 7-1 15,-2-1 8-15,-3 2-22 16,1 1-4-16,-3 0 0 15,-3 1 0-15,0 10-1 16,-1 4-1-16,-3 5 3 16,3 5 0-16,-4 4-2 15,0 8 6-15,-1 4-4 16,-1 5 18-16,3 8-5 16,3 0-2-16,6 3 6 0,3 5-6 15,8 1-5 1,5-3 3-16,4 1 1 0,0-6-2 15,7-3 4-15,13-2-4 16,3-1-6-16,3-4 2 16,-2-3-2-16,6-2-1 15,0-5 1-15,2-2 0 16,4-5-2-16,0-3 1 16,4-5 2-16,4-3-3 15,3-2 2-15,4-4 0 16,-3-6-1-16,-1-4 1 15,-2-1-2-15,0 0 1 16,-5 0 0-16,2 0-4 16,3-4 0-16,0-6 2 15,0-2-4-15,-1-3 4 0,0-5-1 16,0-1-1-16,-2-4 2 16,-1-3-1-16,0-2-1 15,-4-2 2-15,1-4-1 16,-5 1 0-16,-5-4 0 15,-4-2 2-15,-5-3-2 16,-7-3 1-16,-6-1-1 16,-2-4 0-16,-4 0 1 15,-4-1 1-15,-14 1-3 16,-1 3 1-16,-4 3 0 16,4 2-1-16,-5 0 1 15,-3 0 2-15,2 1 3 0,-1 0-2 16,-1 2 5-16,2 4-6 15,0 5 5-15,-1 4-2 16,3 4 3-16,0 4-2 16,-4 2 8-16,0 2 0 15,-3 4-4-15,-2-1-1 16,-1 3 1-16,1 1-6 16,0 3 3-16,2 1-4 15,0 4-1-15,5 1 3 16,-2 0-6-16,2 0 0 15,2 6 1-15,-4 7-1 16,6-4 1-16,-2 4-1 16,1-3 2-16,-1 1-2 15,5-1-1-15,3 0 1 16,0-2 1-16,7 4-1 0,-1-1-6 16,3 3-39-1,-1 4-60-15,0 2-45 0,-6-6-130 16</inkml:trace>
  <inkml:trace contextRef="#ctx0" brushRef="#br1" timeOffset="102997.763">14968 10236 654 0,'0'0'0'0,"0"0"0"0,0 0-5 15,0 0-4-15,0 0 9 16,0 0 15-16,112 42 5 16,-33-42-6-16,12-7-7 15,6-8-3-15,4-2 4 0,-2-3 4 16,1 3-1-1,-4 0 1-15,-5 0-5 0,-5 0-2 16,-4-1 1-16,-9 2 0 16,-10 2-6-16,-14 7 0 15,-18 0 0-15,-13 4-8 16,-15 3-45-16,-3 0-69 16,-35 7 25-16,-27 6-209 15</inkml:trace>
  <inkml:trace contextRef="#ctx0" brushRef="#br1" timeOffset="103247.61">15155 10529 708 0,'0'0'0'15,"0"0"-1"-15,0 0 1 0,100 17 7 16,-53-17 12-16,10 0 8 15,10-13-2-15,8-9-9 16,19-3-9-16,6-8-1 16,3-5-3-16,0-3 1 15,-4 2-4-15,-9-2 0 16,-3 5-8-16,-11 11-38 16,-14 3-78-16,-17 0-151 15</inkml:trace>
  <inkml:trace contextRef="#ctx0" brushRef="#br1" timeOffset="104876.717">12156 14477 17 0,'0'0'357'0,"0"0"-351"0,0 0-6 15,0 0 10-15,0 0 0 16,0 0 6-16,0 0 5 16,-29-59-3-16,29 54-2 15,0 0-2-15,0 3-4 0,0 0-4 16,0 2-6-16,0 0-10 16,5 0-40-16,-2 3-142 15</inkml:trace>
  <inkml:trace contextRef="#ctx0" brushRef="#br1" timeOffset="134357.942">7127 13161 206 0,'0'0'0'0,"0"0"-14"0,0 0 14 16,0 0 2-16,0 0 2 16,0 0-3-16,0 0 2 15,91 31 3-15,-64-29 0 16,4-2 4-16,3 0 4 16,3 0 4-16,1 0 2 0,-1-2-2 15,5 1-9 1,1-1-3-16,-3 1 2 0,1 1 3 15,-1 0-4-15,0 0 2 16,-1 0 1-16,1 0 16 16,-1 0-6-16,6 0 0 15,-1 0 5-15,6 0 2 16,5 0-2-16,0-3-6 16,0 0 1-16,-2 0-2 15,-3 3 0-15,-1 0 1 16,1 0 1-16,2 0-3 15,0 0-6-15,-1 0-4 0,1 0-3 16,-3 0 3 0,-2 0 2-16,0 0-1 0,-5 5 3 15,0 0-2-15,0 1 2 16,-5-1-1-16,3 2 2 16,-2-3-3-16,2 1 5 15,0 0-4-15,-2-4 4 16,5 2-7-16,-3-1 4 15,0-1-1-15,5 0 1 16,1 2-5-16,2 0 2 16,0 3-3-16,-2 1-1 15,-1 2 2-15,-1-2-4 16,1 0 2-16,-2 0-2 16,-2-2 1-16,4-1 0 15,1 0-2-15,-1-1 5 0,2 0-2 16,-3 0 3-16,2 0 0 15,-4 1 0-15,-2-2 1 16,2 3-1-16,-5-1 0 16,3 0-5-16,-4-1 3 15,1 2 1-15,1-1 0 16,-4 1 0-16,2-1 0 16,-2 0 1-16,-2 1-2 15,-1-1-3-15,0-1 2 16,2 0-1-16,-3 3 1 15,3-2 0-15,1-2-2 16,0 1 0-16,0 0 0 16,2 1-2-16,2-1 3 15,2 0-1-15,0-2-2 0,-1-1 0 16,0 2 0-16,1-2 0 16,0 0 2-16,2 0-3 15,7 0 2-15,1 0-1 16,0-6 1-16,1 2 2 15,-3 0-2-15,-2-1-1 16,2 3 2-16,-2 0-1 16,-1 1 0-16,-1 1 1 15,3 0 0-15,-6 0 3 16,3 0-5-16,-4 0 1 16,0 0 1-16,-5 0-2 15,-1 0 2-15,2 0 2 16,1 0-3-16,-1 0 0 0,4 0-1 15,-1 0 3-15,0 0-3 16,2 0 1-16,0 0 1 16,-2-1-2-16,0-1 0 15,2-2 0-15,-2 2 2 16,-2-2-4-16,1-5 3 16,2 4-1-16,-3-5 43 15,5 3-28-15,4 0-12 16,-1 1-1-16,1 2 0 15,-4-1-1-15,-3 5 0 0,2-2-1 16,-2 2 0 0,-1-1 1-16,-1 1 0 0,2 0-1 15,-2 0 1-15,2 0-1 16,-3 0 0-16,-5 0 3 16,-1 0-3-16,1 0 3 15,-2 0-2-15,0 0-1 16,-2-2 0-16,2 1-1 15,-3-1 1-15,3 2 1 16,-3-1-1-16,1 1 0 16,-4 0 0-16,-2-1 0 15,-1 1 0-15,-1-2 2 16,-2 2 2-16,-2 0 3 16,0 0 0-16,-6 0-3 15,-1 0 6-15,-1 0-2 16,-4 0 1-16,0-1-2 15,-2 1 1-15,-1 0-3 0,2 0-1 16,-2-2 1-16,0 2-5 16,0-1 6-16,0 1-6 15,0-3-14-15,0-1-61 16,-16-2-123-16,-16-10-334 16</inkml:trace>
  <inkml:trace contextRef="#ctx0" brushRef="#br1" timeOffset="139479.86">23247 9185 619 0,'0'0'58'0,"0"0"-17"0,0 0 71 0,0 0-10 15,3-75-23-15,-3 72-20 16,0 3-26-16,0 0-29 16,0 10-4-16,0 15 0 15,-11 9 16-15,-8 5-8 0,-3 6-4 16,-3-2 4-16,2-2-6 15,-4-4-2-15,5 0 1 16,0-8 1-16,3-1-2 16,3-5 0-16,3-3 1 15,2-5 0-15,4-4 0 16,2-2 0-16,1-5-1 16,4-1 0-16,0-2 0 15,0-1 0-15,0 0-1 16,0 0 2-16,0 0 0 15,0 0 0-15,6 0-1 16,16 0 7-16,8 0-1 16,6 0 8-16,4-3-5 15,5 0 2-15,-3-2-4 0,2 0-2 16,-5 3-1-16,-2 1-2 16,-2-1 1-16,2 1-1 15,-1 0-2-15,-3-1 0 16,-8 2-2-16,1 0 2 15,-7 0 0-15,-9 0 1 16,-5-3-2-16,0 2-19 16,-3-2-3-16,-2 2-5 15,0-5-15-15,0 2-75 16,-12-1-44-16,-7-2-207 16</inkml:trace>
  <inkml:trace contextRef="#ctx0" brushRef="#br1" timeOffset="139857.752">23359 9230 561 0,'0'0'26'0,"0"0"90"0,0 0-31 0,0 0-59 0,0 0-13 15,0 0 58-15,-9 67-25 16,9-38-3-16,5 5 5 16,3-4-5-16,-2 5-3 15,0-2-12-15,-3 4-2 0,2 1 0 16,-4 0-1-16,2-1-12 16,1-3 7-16,-2-5-7 15,-2-3-6-15,2-5-1 16,-2-6 0-16,1-3-3 15,-1-4 1-15,0-4-2 16,0-1-1-16,0-1-1 16,3-2-9-16,-1 0-35 15,1 0-21-15,3 0-69 16,7-9-136-16,0-9-276 16</inkml:trace>
  <inkml:trace contextRef="#ctx0" brushRef="#br1" timeOffset="140209.026">23891 9333 708 0,'0'0'78'16,"0"0"2"-16,0 0 36 15,0 0-49-15,0 0-53 16,0 0 7-16,19 0 29 0,-16 7-18 16,-1-3-8-1,0 1-3-15,-2-3 8 0,0-2-15 16,0 0 3-16,0 0 8 16,0 0 13-16,0 0-1 15,0 0 0-15,0 0-13 16,-7 0-16-16,-1-2-5 15,3-3 1-15,1 1-4 16,2-2-1-16,2 1-42 16,0-3-83-16,0 0-128 15,0-2-485-15</inkml:trace>
  <inkml:trace contextRef="#ctx0" brushRef="#br1" timeOffset="142127.688">24264 9088 404 0,'0'0'37'0,"0"0"12"0,0 0 48 0,0 0-9 0,0 0-41 16,0 0-33-16,0-9-12 15,0 9 1-15,2 6-1 16,-1 10 36-16,-1 5 2 15,0 6 0-15,0 5 3 16,0-2-18-16,0-1 0 16,0 0-8-16,0-5-11 15,0-3-3-15,0-2 0 16,-1-5-2-16,1-4 1 16,-2-2 0-16,2-4-1 15,0-4 1-15,0 3-1 0,0-3 2 16,0 0 1-16,0 0 8 15,0 0-3-15,-1 0 2 16,-1 0-4-16,2-3-4 16,-1-1-2-16,1 3-1 15,-3 0 0-15,3-1 3 16,0 2-3-16,0 0 0 16,0-1 1-16,0 1-1 15,0 0 0-15,0 0 0 16,0 0 0-16,0 0-1 15,0 0-1-15,0 0 4 16,0 0-3-16,0 0 2 16,0 0-1-16,0 0 0 15,0 0 0-15,0 0 0 16,0 0-1-16,0 0-1 0,0 0-1 16,0 0 1-16,0 0-2 15,0 0 2-15,0 0 0 16,0 0-1-16,0 0 1 15,0 0 0-15,0 0-4 16,0 0 1-16,0 0-1 16,0 0-3-16,0 0 2 15,0 0-7-15,0 0-14 16,0 0-20-16,0 0-16 16,0-2-25-16,0 0-89 0,0-4-184 15</inkml:trace>
  <inkml:trace contextRef="#ctx0" brushRef="#br1" timeOffset="142467.735">24326 9068 349 0,'0'0'32'0,"0"0"-16"0,0 0 23 16,0 0-8-16,0 0-31 16,0 0-2-16,0-2-38 15,0 2-53-15,0 0-85 16</inkml:trace>
  <inkml:trace contextRef="#ctx0" brushRef="#br1" timeOffset="143185.009">24214 9233 368 0,'0'0'17'0,"0"0"89"16,0 0-22-16,0 0-21 16,0 0-24-16,0 0-17 0,30-71 13 15,-10 58-4 1,-1 6 3-16,3-1 15 0,0 6-1 16,-3 2-9-16,0 0-16 15,-5 10-6-15,-2 9 2 16,-6 5 1-16,-1 5-7 15,-5 1 1-15,0 2 3 16,0-5-4-16,-8 0-3 16,-4-4-4-16,-2-4-1 15,3-2-1-15,0-3-3 16,3-5 2-16,3-3 0 16,4-4-2-16,1 0 1 15,0-2-2-15,0 0 1 0,0 0 0 16,0 0 3-16,0 0-4 15,14-4 1 1,6-2-1-16,2 4 0 0,-1 0 1 16,-1 2 1-16,-3 0 2 15,-3 0 4-15,2 4-2 16,-4 6 5-16,-3 3 2 16,-1-1-3-16,-2 4-3 15,-5-1 7-15,-1 2 2 16,0 3-1-16,0 1 2 15,-15 1 2-15,-3 0-2 16,-7-1-2-16,1-1-3 16,-3-4-3-16,-4 0-4 15,1-3-3-15,0-5 2 0,5-2 1 16,-1-2-4-16,3-2 1 16,6-2 1-16,4 0-1 15,2 0 0-15,0-12-2 16,3 2-12-16,5-7-22 15,1 1-15-15,2-5-41 16,0-4-128-16,5-2-331 16</inkml:trace>
  <inkml:trace contextRef="#ctx0" brushRef="#br1" timeOffset="143929.846">24833 9000 544 0,'0'0'56'0,"0"0"38"0,0 0 5 15,0 0-62-15,0 0-30 16,0 0 50-16,7 38-5 16,-7-16-7-16,0 3-7 15,0 0-7-15,0 3-2 16,0 2-11-16,0-1-9 0,0-1-6 16,-4 1 1-16,-2-5-3 15,-2-2 1-15,2-2 0 16,2-6 1-16,-3-3-2 15,2-3 0-15,2-5-1 16,2-1-1-16,1-2 1 16,0 0 2-16,0 0 4 15,0 0 2-15,0 0-5 16,0-1-3-16,0-3 1 16,0 1-1-16,0 2 0 0,0 1 0 15,0 0 0 1,0 0 0-16,0 0-2 0,0 0-1 15,0 0 2 1,0 0-7-16,0 0 5 0,0 0 0 16,0 0 1-16,0 0 0 15,0 0 2-15,0 0-1 16,0 0 0-16,0 0-1 16,0 0-4-16,0 0 4 15,3 0 2-15,10 0 10 16,7 0 10-16,5-2-6 15,5-5-5-15,3 0 0 16,-1-5-7-16,7 4 1 16,-3-2 1-16,-3 1-4 15,-4 2 0-15,-4 1 1 0,-2 0-1 16,-5 0 0-16,-6 4 1 16,-6-1 0-16,0 3-1 15,-6 0-2-15,0 0-14 16,0 0-23-16,0 0-27 15,0 0-51-15,-3 0-83 16,-9 0-83-16</inkml:trace>
  <inkml:trace contextRef="#ctx0" brushRef="#br1" timeOffset="144356.591">24987 9035 620 0,'0'0'48'0,"0"0"-9"0,0 0 27 16,0 0-23-16,0 0 47 16,0 0-35-16,-8 60-3 15,16-33-5-15,3 6-3 16,-1 1-3-16,-1 4 1 15,-1-1 0-15,-2 1-17 16,0 0 3-16,-4-4 2 16,2 2 6-16,-4-6-15 15,0-5 2-15,0-1-4 16,0-2 1-16,0-4-4 0,0-3-5 16,0-2 0-16,0-3-2 15,0-3-2-15,0-1-2 16,0-3-5-16,0-3 2 15,0 0-1-15,0 0 3 16,0 0 1-16,0 0-3 16,0 0-2-16,0-5-19 15,0-9-43-15,0-5-62 16,0-5-89-16,0-9-302 16</inkml:trace>
  <inkml:trace contextRef="#ctx0" brushRef="#br1" timeOffset="146552.39">25627 8931 563 0,'0'0'50'0,"0"0"91"0,0 0-33 0,0 0-15 16,0 0-56-16,0 0-37 16,-23 32 36-16,13 2 6 15,7-2-14-15,0-1 1 16,1-3 2-16,2-6-13 16,0-3-2-16,0 0-3 15,0-7-5-15,0-6-5 16,0-3 0-16,5-1 1 15,4-2 2-15,9 0 1 0,7 0 1 16,6-2-2-16,4-5-5 16,-6 0-1-16,-2 1 0 15,-3 2 0-15,-3 4 0 16,-2 0 0-16,-3 0 3 16,-3 0 2-16,-3 3 4 15,-2 4-6-15,0 2 8 16,-3 3 3-16,-3 1 1 15,-2 1 1-15,0 3-2 16,0 0 3-16,-14 4 2 16,-1-1-1-16,-5-2-7 15,-3-1-2-15,-1-4 3 16,-4 1-6-16,-1-1-2 0,1-3 2 16,1-4-6-16,8-3 0 15,2-3 0-15,3 0-5 16,3-3-24-16,5-12-27 15,3-9-33-15,3-12-88 16,0-7-143-16</inkml:trace>
  <inkml:trace contextRef="#ctx0" brushRef="#br1" timeOffset="146734.523">25724 8869 841 0,'0'0'36'0,"0"0"83"0,0 0-32 16,86-45-35-16,-38 25-28 15,11-2-20-15,10-3-4 16,12-6-47-16,4-3-186 16</inkml:trace>
  <inkml:trace contextRef="#ctx0" brushRef="#br1" timeOffset="150097.948">26429 8587 200 0,'0'0'47'0,"0"0"27"0,0 0 34 16,0 0-30-16,-34-83 9 16,25 71-4-16,-1-1-22 15,1 1-2-15,-3 2-6 16,0 0-13-16,-2 0-3 15,-2 1-18-15,-1 1 0 16,-2 2-8-16,-2 2 0 16,-3 0 3-16,-4-1 0 15,-3 4-5-15,-4 0-6 0,1 1 0 16,-1 0 2 0,3 0-3-16,-1 0 3 0,-1 0 5 15,-3 2 5-15,-1 8-12 16,-2 1-1-16,-2 2 3 15,0 0-3-15,-2 1 0 16,5 0 1-16,0 0-3 16,3 0-1-16,5 2 1 15,1 0 3-15,2 1 0 16,4 0 1-16,0 0-1 16,4-1-3-16,0 3 3 15,0-2-1-15,1 2-2 16,-2 1 2-16,-1 1 2 15,-2 2 0-15,4 0 0 0,-2-1 1 16,4-1 1 0,-1 2-4-16,-1-2 3 0,7-3-2 15,-2 3 4-15,5 0-3 16,2-2-3-16,-1 1 1 16,5 2 0-16,1 1 4 15,3 0-4-15,0-1 0 16,0-1-2-16,0 0 3 15,0 1 0-15,0-1 1 16,4 2 0-16,6 2-1 16,1-2 1-16,0 5 4 15,2-3-1-15,0 0 1 16,4 2 1-16,-1-3 1 16,5-1-6-16,0-3-1 0,1-1 2 15,1 1-2-15,-3-2 3 16,6-4-2-16,-5 1-1 15,3-3 4-15,4-3-1 16,-1 2 1-16,3-2 1 16,1 0-5-16,-1-2 5 15,0-1-6-15,2 1-1 16,-2-2 2-16,-1-4-3 16,0-1 0-16,3 0 0 15,-1 0 2-15,0 0-1 16,2 0-1-16,-1-5 3 15,0-2-3-15,0 2 1 16,1-4 1-16,-3-1-2 0,2 0 1 16,1-4-1-16,3-1 2 15,0 1-1-15,2-3 0 16,0 0 0-16,-1-2-1 16,1 1 1-16,-1-3 0 15,-3 1-1-15,-3 2 2 16,-1-6-2-16,0 3 1 15,-7-2 0-15,-1 2 0 16,-4-1-1-16,-2 3 2 16,-1-1-2-16,-1-4 0 15,-1 5 0-15,-3-5 0 16,-1 1 0-16,2-1 0 16,-5-1 0-16,3-2 0 0,-2-2 0 15,-1 3-2-15,0-1 2 16,-3 0-1-16,-3 2 0 15,0-2 0-15,0 1 1 16,0 0-1-16,-5-2 1 16,-6 4 0-16,0-4-2 15,-2 3 2-15,1 3 0 16,1 0-1-16,-3 0 2 16,1 4-2-16,0-2 1 15,-2 3-1-15,-1 1 0 16,1 1 1-16,-3 1 0 15,3 1-1-15,-1 1 1 0,1-1-2 16,-2 4 4 0,-1-1-4-16,4 2 4 0,0 1 0 15,-1-2-2-15,3 5 0 16,-1-2-1-16,2 5 0 16,-1 0-2-16,-2 1 1 15,0 0 0-15,-2 0 1 16,4 0 0-16,1 0 1 15,1 2-10-15,2 4 6 16,2-2-14-16,0 2-24 16,1-2-3-16,0 0-9 15,1 2-55-15,-6-5-127 16,-4-1-273-16</inkml:trace>
  <inkml:trace contextRef="#ctx0" brushRef="#br1" timeOffset="151335.12">26077 9474 380 0,'0'0'25'0,"0"0"14"0,0 0 42 0,0 0-1 0,0 0-14 15,0 0-9-15,-6-13-8 16,6 13-8-16,0-1-13 16,0 1 0-16,0 0 1 15,0 0-10-15,0 0-6 16,0 0-2-16,0 0-4 0,0 0-1 16,0 0 2-16,0 0-6 15,0 0 1-15,0 0 0 16,0 0 2-1,0 0-2-15,0 0 2 0,0 0-3 16,0 0 0-16,0 0 0 16,0 0-1-16,0 0 0 15,0 0-1-15,0 0 0 16,0 0 0-16,0 0 0 16,0 0 2-16,0 0-2 15,0 0 1-15,0 0-1 16,0 0 0-16,0 0 0 15,0 0 0-15,0 0 0 16,0 0 2-16,0 0-2 0,0 0 2 16,0 0-1-16,0 0 0 15,0 0 1-15,0 0-1 16,0 0 2-16,0 0-1 16,0 0 5-16,0 0 0 15,0 0 3-15,0 0-1 16,0 0 0-16,0 0-1 15,0 0-2-15,0 0 2 16,0 0 0-16,0 0-1 16,0 0 2-16,0 0 5 15,0 0-6-15,0 0 1 16,0 0 1-16,0 0 1 16,0-2-2-16,0 2-1 0,0 0 1 15,0-2-3 1,0 2-2-16,0 0-2 0,0 0-1 15,0 0 0-15,0 0-1 16,0 0-33-16,0 0-46 16,5 2-63-16,-2 12-28 15,-3 2-144-15</inkml:trace>
  <inkml:trace contextRef="#ctx0" brushRef="#br1" timeOffset="153568.657">27857 12065 129 0,'0'0'16'0,"0"0"-4"0,0 0 7 16,0 0-8-16,0 0-2 0,0 0 4 16,0 0-5-16,0 0-2 15,0 0-3-15,0 0 4 16,0 0 0-16,0 0 3 15,0 0-10-15,0 0-5 16,0 0-4-16,7 0-10 16,0 0-54-16</inkml:trace>
  <inkml:trace contextRef="#ctx0" brushRef="#br1" timeOffset="155939.77">25069 9765 220 0,'0'0'12'0,"0"0"1"0,95-8 25 0,-57 4-4 0,-4-4 0 15,3 3 6-15,-4-2-8 16,-2 3-10-16,-3 1 0 16,-3-1-11-16,-8 0 2 15,1 1-5-15,-9 1-5 0,-3 1 0 16,-4 1-3-1,-2 0 0-15,0 0-34 0,0 0-73 16,-11 1 21-16,-10 5-41 16</inkml:trace>
  <inkml:trace contextRef="#ctx0" brushRef="#br1" timeOffset="156261.118">24995 9899 282 0,'0'0'14'0,"0"0"-12"16,0 0 45-16,0 0 27 16,0 0-23-16,0 0-16 15,96-9-2-15,-63 5-5 16,1 0 3-16,1-3-3 15,-3 0-1-15,-2 2-3 16,0-2 1-16,-5 2-11 16,-5 2-4-16,-2 0 0 15,-8 0-3-15,-1 0 4 16,-5 0-4-16,3 3-3 16,-4 0-4-16,-3 0-30 15,0 0-197-15,-21 0-85 16</inkml:trace>
  <inkml:trace contextRef="#ctx0" brushRef="#br1" timeOffset="158694.276">24647 9921 127 0,'0'0'277'0,"0"0"-150"0,0 0-16 16,0 0-56-16,0 0-47 15,0 0-7-15,0 0 58 16,-6 55-5-16,16-23 20 15,2 6-8-15,0-2-33 16,6-1 14-16,-5 1-22 0,3-6-9 16,-2 2-4-16,-4-4-6 15,1 0 5-15,-5-1-3 16,-3-3-1-16,-2 0-3 16,-1-2-1-16,0-2-1 15,0-4 0-15,0-5-1 16,0-2-1-16,0-1-8 15,0-5-37-15,0-3-37 16,0 0-4-16,-9-3-68 16,-5-10-156-16</inkml:trace>
  <inkml:trace contextRef="#ctx0" brushRef="#br1" timeOffset="159150.068">24523 10278 233 0,'0'0'159'0,"0"0"-60"16,0 0-21-16,0 0-58 16,0 0 61-16,0 0-22 15,50 34-7-15,-24-17 1 16,0 0-6-16,0-2-15 15,1-2-11-15,0 1-4 16,0-5-7-16,-4 1-2 0,0-4-2 16,-5-1-2-1,-2-4-2-15,-2-1 1 0,-7 0 2 16,2 0 1-16,-2 0 4 16,-4 0 3-16,2-11 5 15,-2-4 0-15,-3-5 1 16,0 0-4-16,0-5-2 15,0-2-6-15,0-4 0 16,-8-3-4-16,1 3 1 16,-2-1-2-16,5 3-1 15,-1 2-1-15,4 9 1 16,1 2-1-16,0 7 1 16,0 3-1-16,0 5 0 0,0 1-12 15,0 0-87-15,0 16-68 16,0 4-93-16</inkml:trace>
  <inkml:trace contextRef="#ctx0" brushRef="#br1" timeOffset="168731.168">24936 10585 37 0,'0'0'482'0,"0"0"-480"0,0 0 19 16,-16 101 8-16,6-64 10 16,-3-3-10-16,1 1-9 15,-3-1-3-15,-3-6-8 16,5-4-5-16,-4-6-1 16,7-6 1-16,-2-2-1 15,5-6 2-15,-4-1-2 16,2-2 0-16,-1-1-1 15,-1 0 0-15,5 0 2 0,1 0 5 16,2 0 15-16,1 0 6 16,2 0 8-16,0 0-7 15,0 0-14-15,0 0-17 16,0 0 10-16,8 0-10 16,8 0 20-16,3 2-4 15,4-1-4-15,2-1-2 16,5 0-4-16,4 0 1 15,2 0-4-15,3-7-1 16,-7-1-2-16,-2 2-2 16,-1 0-17-16,-13 2-14 15,-1-1-38-15,-9 1-65 16,-6-2-18-16,0 1-63 16</inkml:trace>
  <inkml:trace contextRef="#ctx0" brushRef="#br1" timeOffset="169059.964">24982 10667 393 0,'0'0'53'0,"0"0"33"0,0 0 24 15,0 0-49-15,0 0-41 16,0 0 37-16,-16 33 13 15,16-7-15-15,6 5-10 16,1 4-6-16,1 2 3 0,2-1-6 16,-4-2-11-1,0 0-8-15,3-2-6 0,0-5-3 16,-3-2-4-16,3-3-1 16,-3-7 0-16,1-1 0 15,-2-4-3-15,-2-4 0 16,0-2-22-16,0-4-31 15,-3 0-51-15,4 0-26 16,1-14-125-16,-1-7-148 16</inkml:trace>
  <inkml:trace contextRef="#ctx0" brushRef="#br1" timeOffset="169333.757">25251 10750 627 0,'0'0'54'16,"0"0"31"-16,0 0 9 15,0 0-53-15,0 0 41 16,0 0-33-16,9 26-12 16,-5-17-9-16,-2-2-3 15,-2-3-11-15,0 0-1 16,0-1-9-16,0 1 4 15,0-4-2-15,0 5-3 16,-6-5-3-16,1 0-26 0,4 0-37 16,1 0-43-16,0-2-190 15</inkml:trace>
  <inkml:trace contextRef="#ctx0" brushRef="#br1" timeOffset="169896.402">25588 10585 620 0,'0'0'137'16,"0"0"-99"-16,0 0 66 15,0 0-31-15,0 0-28 0,0 0-19 16,70-67-4-16,-49 77-6 15,-3 8 1-15,-3 5-2 16,-3 2-11-16,-4-1 7 16,-5 2-6-16,-3-1-1 15,0-2 3-15,-1-2-4 16,-11-4-2-16,0-3 2 16,3-5 0-16,2-5-1 15,5-4 0-15,2 0 8 16,0 0-6-16,0-7-3 15,2-3-1-15,10-4 7 16,1 5-7-16,0 0 0 0,1 4 1 16,-3 2 4-16,0 3 0 15,0 0 5-15,-2 0-2 16,1 0 0-16,1 8 7 16,-1 4-4-16,2 2-1 15,-4 2-1-15,-1-1 2 16,-4 3-3-16,-1 2 3 15,-2 0-5-15,0 1 3 16,-17 2-2-16,-7-1 0 16,-4-3-1-16,-3 2-4 15,1-6 0-15,1-5 2 16,4-7-4-16,7-3-5 16,0 0-14-16,5-13-26 15,8-6-54-15,5-8-64 0,0-6-175 16</inkml:trace>
  <inkml:trace contextRef="#ctx0" brushRef="#br1" timeOffset="170343.126">26104 10450 738 0,'0'0'14'0,"0"0"57"0,0 0 40 0,0 0-33 16,0 0-19 0,12 91-10-16,-6-66-15 0,2 1-6 15,-3-3-13-15,0-3-7 16,-2 3-3-16,-2-6-2 16,1-3-1-16,-2-2-1 15,0-2 0-15,0-3-1 16,0-4-2-16,0-1-6 15,0-2-2-15,0 0 10 16,0 0-1-16,0 0-2 16,0 0-4-16,0 0 3 15,0-2 1-15,4-2 3 16,11 0 0-16,3-2 1 16,6 0 4-16,6-2-1 15,1 1-2-15,5 0-1 0,-2-1 2 16,1 4-2-1,-1-1-1-15,-1 1 1 0,-6 1-1 16,-2-1-2-16,-4 0-30 16,-4-1-68-16,-7 0-60 15,-7-1-95-15,-3 3-211 16</inkml:trace>
  <inkml:trace contextRef="#ctx0" brushRef="#br1" timeOffset="170629.737">26403 10455 713 0,'0'0'40'0,"0"0"38"0,0 0 20 0,0 0-9 16,0 0-25-16,-9 74 4 15,18-48-12-15,2 0-9 16,1 1-6-16,-1 0-4 15,-1 0-11-15,-2 3-14 16,-2-4-3-16,-2 0-7 16,-1-2 0-16,1-7 1 15,-2 0-3-15,-2-9-2 16,1-4-22-16,1-4-42 16,-1 0-25-16,1-8-80 0,-2-18-213 15</inkml:trace>
  <inkml:trace contextRef="#ctx0" brushRef="#br1" timeOffset="172301.133">26475 9992 530 0,'0'0'12'0,"0"0"16"16,-107 0 15-16,70 5-10 16,-2 6 5-16,-3 1 5 15,2 2-27-15,-5-1-6 16,-9 5-5-16,-5-1-3 16,-7 0 0-16,-3 1 3 15,-2-2-5-15,-2 2 1 16,-6-1-1-16,3 0 1 15,0 0-1-15,1 2 0 16,5 0 5-16,-5 3-4 16,1 1-1-16,-2-1 1 15,2-3 0-15,4-1-1 16,8-1 3-16,2-5-2 16,5-1 0-16,6-2-1 15,8-5 1-15,5 3 1 16,7-3 1-16,3 1-3 15,0 1 0-15,0-1 0 0,2 0 0 16,0 1 0-16,4-2 0 16,-1 3 0-16,1-4 0 15,-1 1 0-15,5 1 0 16,-4 0 0-16,4-1 1 16,-2-1-1-16,3 1 0 15,2 0 5-15,1-2 8 16,2 4 4-16,0 0 0 15,6 3-2-15,-1 1-3 16,2 7 1-16,-1 1 2 16,4 5 3-16,0 2 1 15,0 5 1-15,0 4 2 0,4 8 1 16,4 5-8-16,0-2 31 16,1 5-10-16,-1-6-13 15,7-1 1-15,0-4 2 16,0 1-1-16,4-5-7 15,-3 2-1-15,-2-3-10 16,1-4-2-16,-1 2 1 16,-2-4-3-16,-2-4 0 15,5 0 1-15,-4-6-4 16,2-2 2-16,-6-1 0 16,4-4-1-16,-2-2-2 15,1 1 3-15,-1-2 1 16,-1-1-3-16,3-1 1 0,-3 0 0 15,6 0 1-15,0-2-1 16,0-1 0-16,4-2 0 16,7-1 4-16,3 0-5 15,4 0 0-15,3 0 1 16,6 0-1-16,-1 0 0 16,2 0 0-16,-2 0-2 15,6 0-2-15,-5 0 2 16,1-3-1-16,1 2 1 15,0-2-3-15,-1-3 4 16,4-1 1-16,-3 1-2 16,2-3 2-16,-3-2-1 0,2 0 4 15,0 0-5-15,1-3 4 16,4 3-3-16,0-2 1 16,0 0 0-16,3 2 0 15,-5-1-1-15,1 3 1 16,-1-1 0-16,1 2-3 15,1-1 3-15,2-1 1 16,1-1-1-16,0 2 0 16,-1-2 0-16,-3 2 0 15,-3 2-1-15,-2 2 1 16,-6-1 0-16,-2 1 0 16,0-1 1-16,0 2-1 15,2 0 0-15,0 0 0 0,1-2-1 16,2 0 2-1,1-1 2-15,0-3-3 0,-1 3 1 16,2-3-1-16,-2 0 0 16,1 2 0-16,-1-3 0 15,-5 2 1-15,-5 2-1 16,-4 0 0-16,-8-1-3 16,-5 0 3-16,-6 1 1 15,0-1 0-15,-6-1-1 16,2-1 2-16,-3-2-1 15,0-2 0-15,0-5-1 16,0 2 1-16,0-5-1 0,-4-2 1 16,-1-1-1-1,-1-5 1-15,0 1-1 0,2 2 0 16,-2-2 0-16,0 3-1 16,1 0 1-16,-1 2 0 15,-3 3 3-15,2-4-3 16,-4 1 0-16,-2 1 0 15,1-2 0-15,-3 4 1 16,3-5 1-16,0 2 0 16,2 0 1-16,1 2-3 15,0-1 2-15,0 3 1 16,0-2 0-16,1 3 0 16,-1-1-2-16,-1-1 4 15,1 5-3-15,-1-3-1 16,-2 6 2-16,1-2-3 0,1 5 4 15,-2-2 4-15,3 2-2 16,-2 2 4-16,1 0 1 16,0 1-1-16,1-2-1 15,-5 2-2-15,2 3-4 16,-5 1 2-16,-7 2-5 16,-3 1 3-16,-10 0-5 15,-5 0 2-15,-4 0-3 16,-2 6 3-16,-4 3-5 15,-8 3-47-15,-16-7-71 0,-32-5-265 16</inkml:trace>
  <inkml:trace contextRef="#ctx0" brushRef="#br1" timeOffset="183599.729">4722 14750 699 0,'0'0'35'0,"0"0"44"0,0 0 12 0,0 0-9 0,0 0-15 15,0 0-47-15,0 0 9 16,-78 109 12-16,84-46-13 15,6 4-4-15,-2-1-9 16,-1-5 0-16,-1-5-8 16,-2-5-3-16,-6-6-1 0,4-1 0 15,-4-9-1-15,0-8 0 16,0-9-2-16,0-8 2 16,-10-7-2-16,-2-3-5 15,-4 0 0-15,-3-3-10 16,0-10 5-16,1 1 0 15,2-1 0-15,5 0 9 16,1 3 1-16,4 3 0 16,3 3-5-16,3 1-10 15,0 1 15-15,0 0 6 16,16-2-3-16,10-2 3 16,7 1 0-16,7-3-4 15,2 1 1-15,4 0 4 16,2-1-6-16,-1-2 1 15,-3 3-2-15,-4 1 1 0,-6 1-1 16,-5 0-1-16,-10 3-9 16,-3 0-29-16,-8-1-55 15,-5-1-20-15,-3-4-43 16,0-4-153-16</inkml:trace>
  <inkml:trace contextRef="#ctx0" brushRef="#br1" timeOffset="183908.795">4849 14876 609 0,'0'0'34'0,"0"0"21"0,0 0 56 0,-5 107-3 15,23-62-24-15,0 3-18 16,3 0 2-16,-2-3-15 15,-4-1-10-15,4 0-13 16,-5-5-12-16,4 1 4 16,-6-2-7-16,-1-7-5 15,-3-3-6-15,-2-4-1 16,3-4 0-16,-3-6-2 16,-5-7-1-16,2-4-1 15,-1-3-33-15,-2 0-27 16,4-12-64-16,-2-11-142 0,2-5-92 15</inkml:trace>
  <inkml:trace contextRef="#ctx0" brushRef="#br1" timeOffset="184194.237">5239 14918 755 0,'0'0'94'0,"0"0"40"16,0 0-24-16,0 0-23 16,0 0-29-16,0 0-23 15,8 13-8-15,-8-12-7 16,0 0-3-16,0 2-8 16,0-3-5-16,0 0 5 15,0 0 9-15,0 0-6 16,-5 0-6-16,-1 0-6 15,0 0-2-15,2 0-32 16,2 0-60-16,1 0-116 16,-1 0-340-16</inkml:trace>
  <inkml:trace contextRef="#ctx0" brushRef="#br1" timeOffset="184810.512">5557 14660 685 0,'0'0'22'15,"0"0"97"-15,0 0-22 16,0 0-41-16,0 0-22 15,0 0-6-15,70-49-7 16,-37 51-4-16,-2 17-1 0,-4 3-2 16,-3 4-7-1,-6 2 0-15,-9 0-4 0,-6-1-1 16,-3-3-2-16,0 0 4 16,-9-6-3-16,0-3 2 15,0-5 2-15,0-4-1 16,3-6-1-16,2 0 1 15,2 0-2-15,2-1-2 16,0-8-9-16,0-2 7 16,8 3-1-16,8 2 1 15,-4 1-2-15,9 5 4 16,-3 0 0-16,3 0 0 16,-1 3 3-16,0 8 5 0,2 5-2 15,-8 0 3 1,-1 6 1-16,-4 3 4 0,-9 3 3 15,0 1 1-15,0-1 4 16,-15-1 0-16,-6-4 0 16,-1 0-6-16,-3-3-2 15,-4-4-3-15,4-3 0 16,-5-6-4-16,3-3-2 16,0-4 1-16,2 0-2 15,3 0-2-15,-1-11-1 16,7-3-1-16,2-2-9 15,6 1-41-15,8-1-53 0,0 1-130 16,5-4-485 0</inkml:trace>
  <inkml:trace contextRef="#ctx0" brushRef="#br1" timeOffset="186667.457">6088 14473 405 0,'0'0'152'0,"0"0"-24"0,0 0-40 0,0 0-30 16,14-73-31-16,5 62-1 15,1 3-5-15,5 4 1 16,3 4-1-16,2 0-2 16,-3 9-3-16,3 8 4 15,-7 4 7-15,-3 0-14 16,-5 3-6-16,-3-1-2 15,-9 0-1-15,-3-1-3 0,0-1 2 16,0-3 0 0,-3-3-3-16,-8-4 0 0,4-4-10 15,-3-3 0-15,2-1-5 16,2-3-3-16,3 0 11 16,3 0-6-16,0 0-5 15,0 0-1-15,0-5-17 16,12 2 30-16,6 1 6 15,3 2 2-15,1 0-2 16,-1 0 7-16,1 10 2 16,-2 3 2-16,-2 1 5 15,-5 3 1-15,2 1-3 16,-9 2 3-16,0 0 7 16,-3-2 0-16,-3 3 1 15,0-4 9-15,0 4 2 16,-12-2 2-16,-1-2-2 15,-4-1-12-15,-4 0-6 0,-1-2-4 16,-1-3-1-16,0-1-4 16,-4-3 1-16,5-5-1 15,0-2 3-15,-3 0-4 16,4-2 2-16,1-8-7 16,0-2-2-16,4-2 0 15,2 2-1-15,5-2-12 16,2 0-45-16,7-1-61 15,0-5-82-15,3-1-371 16</inkml:trace>
  <inkml:trace contextRef="#ctx0" brushRef="#br1" timeOffset="187664.091">6724 14287 370 0,'0'0'101'0,"0"0"27"0,0 0 7 15,0 0-29-15,0 0-18 0,0 0-20 16,0 0-62-16,-30 4 21 15,30 30 17-15,7-1-10 16,4-2 2-16,-1-2-7 16,-1-7-10-16,3-4-3 15,-4-6-6-15,-1-5-5 16,0-2-5-16,1-5 5 16,-2 0-1-16,5 0 7 15,-1-3-4-15,-1-4-6 16,0 0-1-16,-2 1-8 15,5-1 0-15,4-1 8 16,1-2 0-16,7 2-1 16,-2 2 1-16,1 4 0 0,-1 2-1 15,5 0 1-15,-5 0 0 16,2 0 0-16,-6 0 0 16,1 9 2-16,-7 0 1 15,-1 0 4-15,-4 3-1 16,1 1 6-16,-7 3 3 15,-1 1 5-15,0 1 2 16,-3 1 1-16,-12 0-3 16,0 1-5-16,-4-1-5 15,-5-1-3-15,3-2-5 16,0-3 0-16,2-1-2 16,1-5 5-16,3-3-5 15,-1-4 0-15,1 0-20 16,4 0-43-16,4-11-32 0,1-9-64 15,0-8-217-15</inkml:trace>
  <inkml:trace contextRef="#ctx0" brushRef="#br1" timeOffset="187897.823">6731 14242 682 0,'0'0'98'0,"0"0"55"16,0 0-80-16,0 0 8 0,122-52-25 15,-74 31-12-15,3-3-22 16,-3-2-14-16,1 4-5 16,-4-1-3-16,-2 3-37 15,-7 5-72-15,-11 3-139 16,-13 6-390-16</inkml:trace>
  <inkml:trace contextRef="#ctx0" brushRef="#br1" timeOffset="191286.241">7097 13700 494 0,'0'0'28'0,"0"0"82"0,0 0-4 16,-53-76-17-16,39 59-20 15,-3 0-4-15,-1 0-21 16,-4 2 1-16,1 1-7 16,-6-1-11-16,-1 5-1 15,-8 2-1-15,3 1-12 0,-3 4 0 16,-5 3-3 0,2 0 13-16,-2 10-13 0,-5 13-9 15,1 4 1-15,-2 2-1 16,3 4 0-16,3-1 3 15,5 0-3-15,8 1 3 16,5 5-1-16,5 2 1 16,2 2-3-16,1 2 3 15,9 2 3-15,-6-1 2 16,8 1 0-16,1 1-3 16,1-2 2-16,2-2 0 15,0 2-3-15,0-1 1 16,5 0-2-16,6-5-2 15,3-1 2-15,4-1-2 0,-2-3 1 16,4-5 0-16,-2 1 1 16,-2-3 2-16,8-3-3 15,-3 1 1-15,3-2 1 16,-2-2 0-16,0 0 2 16,-1-1-2-16,3 1-2 15,0-1 1-15,3 0 1 16,1-2-1-16,-1 0-1 15,2-6 1-15,2 3 0 16,0-3-2-16,1-1 1 16,-4 0-1-16,5-1-2 15,-5-1 1-15,-3-1-1 16,1 0 1-16,-3-2-1 0,1-2 1 16,-1 0 0-16,7-2-1 15,0-2 0-15,-1 0 1 16,3 0-1-16,2 0 0 15,-1-12 1-15,0 0-1 16,1-4 1-16,-3-2 0 16,0-2 0-16,2-2 0 15,0-5-1-15,-2-1 0 16,-1-3 0-16,-3-1 1 16,-3 0 1-16,-3 2-2 15,1-6 0-15,-5 1 0 16,-1-3 1-16,-4-1-1 15,-2-2 2-15,-4-1 1 0,-4-2-3 16,-2 1 0 0,0-1 0-16,0 0 0 0,-2 1 3 15,-9 3-1-15,0 3 1 16,-1 0-3-16,-6 1 5 16,2-3 3-16,-5 3 1 15,2-1-4-15,-1 1-1 16,-2 3-1-16,-2 2-1 15,2 2-1-15,-4 2 2 16,2 1-3-16,-4 2 3 16,3 2-2-16,-1 0 4 15,1 1-3-15,2 0 1 16,3 6-3-16,-1-2 4 0,3 4-1 16,3 0 5-16,0 2-4 15,-1 1-4-15,2 2 5 16,-1-1-4-16,0 1 1 15,2 1-1-15,-2-3 2 16,2 4-2-16,-2 0-1 16,-3 2 0-16,3 1 0 15,-1 2 1-15,-1-1-3 16,5 1 2-16,-1 1 0 16,2 0-4-16,1 0 1 15,-1 0-6-15,5 11-40 16,-1-1-58-16,-2-1-97 15,-11-5-320-15</inkml:trace>
  <inkml:trace contextRef="#ctx0" brushRef="#br1" timeOffset="193262.079">6351 15096 328 0,'0'0'51'0,"0"0"59"0,0 0 1 0,0 0-7 15,0 0-24-15,0 0-24 16,0 0-15-16,-33 27-4 0,33-27 7 16,0 0-12-16,16 0 16 15,7-5-5-15,4-7-17 16,7-3-4-16,3-1-3 16,2-1-5-16,0 0-8 15,-2-3 1-15,2 4-5 16,-5 4-1-16,-3-1 1 15,-4 3-1-15,-6 2 1 16,-4 1-1-16,-5 0-1 16,-8 5 0-16,2-1 0 15,-6 1-16-15,0 2-20 16,0 0-18-16,-7 0-23 16,-10 0-21-16,-5 4-56 0,-5 9-12 15,-4 6-118 1</inkml:trace>
  <inkml:trace contextRef="#ctx0" brushRef="#br1" timeOffset="193613.105">6372 15227 246 0,'0'0'30'0,"0"0"52"15,0 0 43-15,0 0-33 16,0 0-36-16,0 0-8 15,-27 36 4-15,27-33 8 16,4-3 14-16,11 0-3 0,3 0-15 16,6 0-3-1,7-9-16-15,2-5-3 0,0-2-6 16,3-2-5-16,2-2-3 16,-5 0-1-16,0-2-1 15,-2 2-4-15,-5 1-3 16,-4 2-2-16,-5 3 0 15,-7 5-3-15,-4 2 2 16,-6 5-3-16,0 0-1 16,0 2-3-16,0 0 1 15,-6 0-4-15,-12 2-50 16,-3 9-90-16,-4-4-94 16,-6 0-411-16</inkml:trace>
  <inkml:trace contextRef="#ctx0" brushRef="#br1" timeOffset="199035.449">5138 15996 518 0,'0'0'18'0,"0"0"58"0,0 0 42 0,0 0 21 16,0 0-26-16,0 0-46 15,0 0-51-15,-38 41 22 16,52 14 8-16,5 8-14 16,1 2-7-16,5-1-11 0,5-8-6 15,-3-6-2-15,-2-4-1 16,-5-3-2-16,-1-7-2 15,-4-2 0-15,-5-10 1 16,-2-4 0-16,-4-7-2 16,-2-6 1-16,-2-4 0 15,0-3 0-15,0 0 5 16,0 0 0-16,-8-6-5 16,-2-6-1-16,0 1 0 15,-1-3 1-15,8 2-1 16,-3 0 0-16,6 3-1 15,0-3 1-15,0 2 3 16,9-1 3-16,13-1 5 0,2 3-2 16,6-2 6-1,-1 4-7-15,2 0-2 0,6 1-3 16,-6 2 0 0,-1-1-3-16,-7 1 0 0,-4-2-13 15,-3 2-46-15,-7 0-54 16,-6-2-14-16,-3-4-73 15,0 0-159-15</inkml:trace>
  <inkml:trace contextRef="#ctx0" brushRef="#br1" timeOffset="199345.113">5384 16168 457 0,'0'0'122'0,"0"0"-24"0,0 0 15 0,0 0-61 15,0 0 40-15,0 0-20 16,30 91 1-16,-9-59-2 16,7 2-11-16,-1 1-9 15,-3-1-7-15,-2 0-10 16,-4-1-15-16,-3 0 10 16,2-2-11-16,-6 0-11 15,0-1 1-15,-2-6-7 16,-2-4 3-16,1-3-3 15,-4-5-1-15,1-2-1 16,-2-4 1-16,0-4-22 16,0-2-46-16,2 0-31 0,3 0-80 15,-2-10-140-15,3-10-264 16</inkml:trace>
  <inkml:trace contextRef="#ctx0" brushRef="#br1" timeOffset="199622.35">5865 16195 745 0,'0'0'57'16,"0"0"1"-16,0 0 61 15,0 0-25-15,0 0-34 0,0 0-19 16,11 38-6-16,-11-31-12 15,2-7-7-15,-2 3-2 16,0-2-4-16,0 1 3 16,-6 1-6-16,-6-2-6 15,3-1-1-15,6 0-11 16,-2 0-48-16,2 0-85 16,3-6-126-16,0-7-432 15</inkml:trace>
  <inkml:trace contextRef="#ctx0" brushRef="#br1" timeOffset="200193.15">6036 15855 647 0,'0'0'24'0,"0"0"72"15,0 0 15-15,0 0-23 16,0 0-27-16,88-21-10 16,-64 39-15-16,0 3 6 15,-5 3-13-15,-5 1-13 16,-1 0-8-16,-7-2-3 0,0 0-3 16,-6-3 2-16,0-4-2 15,0-4-2-15,0-4-10 16,0-3-16-1,0-5-10-15,0 0 27 0,0 0 4 16,0 0-25-16,0-10 15 16,7 3-3-16,1-1 18 15,1 1-2-15,3 2 2 16,3 4 0-16,-2 1 2 16,5 0 7-16,1 0 12 15,-1 4 0-15,2 9 1 16,-5 1 1-16,1 4-4 15,-7 3 3-15,-1 0-5 0,-5 3 1 16,-3 2 1 0,0 1 4-16,0-2-6 0,-17 0 1 15,5-3-1-15,-10-3-4 16,-2-3-3-16,-3-2-2 16,3-4-4-16,0-3-2 15,3-6 1-15,-1-1-1 16,5 0-1-16,-2 0-1 15,7-5-10-15,5-7-32 16,4-3-26-16,3-4-81 16,0-6-181-16</inkml:trace>
  <inkml:trace contextRef="#ctx0" brushRef="#br1" timeOffset="200656.641">6621 15725 676 0,'0'0'46'0,"0"0"59"0,0 0-4 0,0 0-36 15,9 79-14-15,10-59-13 16,-1 1-6-16,0 3-5 15,3 0-10-15,-6-1 5 16,-2-1-13-16,-4-2-3 0,-3-2-3 16,-1-1 0-1,-4-4-1-15,-1-2-2 0,0-2-5 16,0-6-13-16,0-3-8 16,-3 0 21-16,-7 0 4 15,-1 0-1-15,4-6 2 16,-1-2 0-16,1-1 1 15,2 3 0-15,1 1-1 16,1-1 0-16,3 1 0 16,0 0-4-16,6-1 4 15,13 0 2-15,10-3 0 16,4 0 1-16,1-2-2 0,9 2-1 16,-4-3-2-1,-2 1-17-15,-2-1-63 0,-4 1-57 16,-6 0-142-16,-7-2-130 15</inkml:trace>
  <inkml:trace contextRef="#ctx0" brushRef="#br1" timeOffset="200934.429">6856 15734 527 0,'0'0'265'0,"0"0"-138"0,0 0-11 0,0 0-55 0,0 0-17 16,0 0 13-16,-8 70-3 16,33-40-6-16,0 9-5 15,4-1-7-15,-1 1-7 16,-1-5-7-16,-2-3-7 16,-4-7-4-16,0-1-7 15,0-4-2-15,-5-5-1 16,-5-3-1-16,-1-1-10 15,-4 0-53-15,-6 2-67 16,-3 0-90-16,-21 0-340 16</inkml:trace>
  <inkml:trace contextRef="#ctx0" brushRef="#br1" timeOffset="202104.437">4941 17254 270 0,'0'0'197'16,"0"0"-128"-16,-81 50 11 15,71-46 18-15,10-4-6 16,7 0-30-16,20 0-2 16,15-14-9-16,16-10-14 0,14-8-5 15,14-4-3-15,8-6-12 16,11-5-5-16,16 1-4 16,6-3 0-16,8-2 0 15,4 2-6-15,0-4-1 16,-2 3 0-16,-3-2-1 15,-4 5 2-15,-6-6 4 16,-8 4-5-16,-7 2 2 16,-6 0 2-16,-9 2-3 15,-10 4-1-15,-16 2 1 16,-2-1 1-16,-8-2 7 0,-9 1 9 16,-6-4 1-1,-8 0-8-15,-7 0-2 0,-7 3-1 16,-3 1-6-16,-6 3 1 15,-3 0 2-15,-8-2-4 16,-1 2-1-16,0-1 0 16,-11 1 2-16,-11-4-3 15,-6 2 1-15,-5-2 0 16,-4-1-1-16,-2-1 1 16,-1-2-1-16,1 3 0 15,1 3 1-15,0 0-1 16,2 5 0-16,-1 1 1 15,1 3 0-15,-2 3-1 16,0 3 0-16,-1 3 1 16,2 4-1-16,-3 2 0 0,1 3 0 15,3 4 0-15,-1 3 0 16,-3 4-1-16,-2 2 0 16,-3 0 1-16,-7 9 0 15,-6 8 0-15,-8 3 1 16,-1 0-2-16,-6 8 0 15,3 0 1-15,-2 5 0 16,-4 2 0-16,3 2 0 16,-3 2 0-16,-2 0-2 15,-5-1 2-15,-2 2 1 16,2-4 1-16,3-3-2 16,5 2 0-16,4-4-1 0,-1 1 1 15,-3-2 0-15,1 1 0 16,-1 1 0-16,-1 1 0 15,0 1 0-15,3 2 0 16,0-3 0-16,10-1 0 16,7-3 1-16,6 1-1 15,10-2 3-15,7 1-3 16,2-2 0-16,6-1 0 16,5 1 0-16,7-5 0 15,4-1-3-15,4 5 3 16,5-2 0-16,0 5-1 15,5 1 0-15,11 2 0 16,8 5 1-16,3 4 0 0,1 3 0 16,2 1 6-1,3 4 0-15,3-1 6 0,5 2 11 16,1-3 1-16,-1 2-1 16,-1-6-7-16,-1-1-3 15,-5-6 0-15,-3-4-1 16,-1-7-1-16,0-6-1 15,-2-3-3-15,-1-7-2 16,4-4-3-16,1-5 2 16,8 0 0-16,8-9-4 15,3-8-2-15,7-6-55 16,-3-2-94-16,-10-6-401 0</inkml:trace>
  <inkml:trace contextRef="#ctx0" brushRef="#br1" timeOffset="207204.104">8902 14330 742 0,'0'0'15'0,"0"0"64"0,0 0 7 16,0 0-13-16,0 0-15 16,0 0-41-16,0 0 30 15,-21 115 4-15,36-50-13 16,6 0-11-16,-3-4-15 15,1-8-1-15,-1-5-7 16,0-7-2-16,-3-8 0 16,-3-5-1-16,-8-7 0 15,-4-8 1-15,0-3 0 0,0-9 0 16,-4-1 4 0,-14 0-6-16,0-8-2 0,-3-6 1 15,2-1-1 1,4 0 1-16,0-1 1 0,3 4 0 15,6-1 0-15,3 5-1 16,3 2-1-16,0 3 0 16,0 2 2-16,15-1 5 15,10 1 3-15,5-3-2 16,6-1 1-16,-2-2-2 16,4 0 0-16,3-3-4 15,0-1 3-15,-5 0-2 16,-2-2-1-16,-6 3-1 15,-7 2 0-15,-6 2-14 16,-8 3-22-16,-7 2-49 0,0 1 8 16,-13-2-143-1,-12-2-161-15</inkml:trace>
  <inkml:trace contextRef="#ctx0" brushRef="#br1" timeOffset="207493.284">9068 14534 390 0,'0'0'190'0,"0"0"-100"0,0 0 7 0,0 0 3 16,0 0-18-16,16 74-15 16,-1-45-3-16,6 6-6 0,-2 1-4 15,1-3-14-15,-1 0-16 16,-1 4-5-16,-5-4-7 15,1 2-4-15,-1-5-2 16,-2 0 1-16,-4-6-7 16,0-5 1-16,-2-8-1 15,3-7-16-15,-2-4-65 16,2 0-101-16,-2-15-105 16,0-11-453-16</inkml:trace>
  <inkml:trace contextRef="#ctx0" brushRef="#br1" timeOffset="207766.768">9481 14496 810 0,'0'0'55'15,"0"0"50"-15,0 0 23 16,0 0-48-16,0 0-34 15,0 0-25-15,31 10-8 16,-29-9-9-16,-1-1 5 16,-1 5-3-16,0-2-3 15,-7 2 11-15,-7 0-9 16,2-1-2-16,2-1 0 16,3-3-3-16,2 1 0 0,5-1-46 15,0 0-112-15,3 0-217 16</inkml:trace>
  <inkml:trace contextRef="#ctx0" brushRef="#br1" timeOffset="208352.059">9864 14195 806 0,'0'0'25'0,"0"0"72"0,0 0 13 16,0 0-25-16,0 0-41 15,91-62-7-15,-56 65-10 16,-4 16-7-16,-1 3-9 16,-6 2-1-16,-7 4-3 15,-9 1-7-15,-8 0 2 16,0-1 1-16,0-2 2 15,-8-3-2-15,-5-6-3 16,3-7-2-16,4-4 2 16,-3-5 3-16,6-1 0 15,1 0-3-15,2 0 0 16,0-5-4-16,0-2 4 0,5 0-1 16,10 1 1-16,1 3 0 15,4 2 0-15,0 1 2 16,0 0-1-16,1 4 5 15,-2 6-1-15,-4 4 1 16,3 0 6-16,-6 2 6 16,-3 2 4-16,0 1-3 15,-9 0-1-15,0 1 1 16,0 0-2-16,-12-2-2 16,-2-1 6-16,-8 0-5 15,-3-3-1-15,-5-2-5 16,-1-2-7-16,-4-5 3 15,2-3-2-15,2-2-4 16,3 0 2-16,5-7-2 16,2-3 0-16,8-3-13 0,6-2-30 15,7 1-66-15,0-2-116 16,20-6-246-16</inkml:trace>
  <inkml:trace contextRef="#ctx0" brushRef="#br1" timeOffset="208906.739">10282 14027 657 0,'0'0'29'0,"0"0"136"0,0 0-27 0,0 0-48 16,0 0-58-16,0 0 8 15,-55 2 13-15,64 5-8 16,10-3-8-16,2-1-2 16,2-1-12-16,3-2-7 15,3 0-6-15,-1 0-6 16,0-6-1-16,-1-4-1 16,0-3-2-16,-6 0-2 15,-5 0-9-15,-7-2-1 16,-4 3 7-16,-5-3 3 15,0 3 2-15,0 1 0 16,0 2 2-16,-5 4 2 0,-1 0 5 16,3 5 6-1,0 0 8-15,-3 0-13 0,6 6-3 16,0 11 1-16,0 5 13 16,0 5-7-16,3 4 6 15,9 6 3-15,2 4 2 16,-1 1 1-16,2 2-9 15,-3-2 1-15,2-4-9 16,-3 0-2-16,-2-4-6 16,-1-4 2-16,-2-3-2 15,0-8-1-15,-5-2 1 16,2-7-1-16,-1-2-7 0,-2-6-12 16,0-2-27-16,0 0-6 15,0 0-27-15,-6-11-99 16,-14-6-119-16,0-7-389 15</inkml:trace>
  <inkml:trace contextRef="#ctx0" brushRef="#br1" timeOffset="209087.657">10393 14208 760 0,'0'0'135'0,"0"0"18"0,0 0-50 15,0 0-6-15,0 0-54 16,99-7-23-16,-55-5-12 16,3-2-8-16,3-2-40 0,-3 0-136 15,0-4-193-15</inkml:trace>
  <inkml:trace contextRef="#ctx0" brushRef="#br1" timeOffset="209531.016">11100 13812 568 0,'0'0'150'16,"0"0"83"-16,0 0-82 15,0 0-57-15,-78 20-55 0,78 0-12 16,0 0-5 0,6 3-5-16,12-3 0 0,3-5-2 15,1 1-6-15,-1-4-4 16,3-2-2-16,-3 0 0 15,1-2 1-15,-3-3-3 16,0 1 0-16,0-1 1 16,-3 1-2-16,2 0 1 15,-1 1-1-15,-4 1 2 16,2 2-2-16,-3-1 3 16,-3 0 2-16,-3 3 5 15,-3-2 4-15,-3 1 0 16,0 0 6-16,0 1 5 15,-11-2-3-15,-8 3 1 16,-8 3 0-16,-7 2-4 0,-3 2-12 16,-5 1-4-1,-1-3-1-15,10 1-2 0,3-8-1 16,18-4 0-16,6-4-7 16,4-3-11-16,1 0-13 15,1 0-19-15,0-17-87 16,0-10-94-16,0-9-166 15</inkml:trace>
  <inkml:trace contextRef="#ctx0" brushRef="#br1" timeOffset="209715.117">11025 13857 727 0,'0'0'131'0,"0"0"96"0,0 0-63 0,42-79-61 0,7 48-51 15,9-3-21-15,2 3-13 16,-1 0-12-16,3 3-6 16,-1 0-7-16,-2 4-66 15,-9 1-125-15,-13 3-357 16</inkml:trace>
  <inkml:trace contextRef="#ctx0" brushRef="#br1" timeOffset="212231.423">11528 13428 394 0,'0'0'19'0,"0"0"86"0,0 0-24 15,-66-85 20-15,44 70-19 16,7 2-32-16,-6 1-3 16,0 2 2-16,-4 0-2 15,1 1-3-15,-1 3-10 16,-2-1-9-16,-3 4-7 16,-1 2-7-16,-5 1 0 15,1 0-1-15,-7 0-2 16,-2 3 8-16,-1 7-10 15,-3 0-1-15,5 5-1 16,4 4 4-16,-2 3 3 16,3 2-5-16,-1 3-1 15,3 0 1-15,1-1-2 0,8 3-2 16,-2 0 5-16,4 2-1 16,0 2-1-16,1 0-2 15,3 2 3-15,2 1-2 16,4 5 1-16,4 3-2 15,5 1 0-15,3 4 2 16,3-2 1-16,0 0-6 16,0-4 6-16,9 5 5 15,6-1-4-15,0-2-3 16,1 1 7-16,0-3-4 16,4-6 1-16,-3 4-1 15,8-8 1-15,-1 0-1 0,9-5-1 16,-3-1 1-1,-2-1-2-15,8-3-1 0,-2-3-3 16,1-1 5-16,2-2-4 16,4-3 0-16,0-3 2 15,1-4-3-15,4-3 0 16,-1-2-1-16,2-2-2 16,4 0 2-16,-3 0 4 15,1 0 0-15,-4-2-4 16,-1-5 4-16,1-3-3 15,-6-1-1-15,-2-5 2 16,-2 1-2-16,-4-5 0 16,-1-1 1-16,-3-3 0 15,-2-3 1-15,-1-3-2 0,0-3 0 16,-2-4-4-16,1-2 3 16,-4 0-1-1,-5 0-5-15,-3-2 7 0,-3 0 0 16,-4-1-4-16,-4-2 4 15,0-3 0-15,0-5 1 16,-1-7-1-16,-5 2 0 16,0 1 0-16,0 3 0 15,0 9 1-15,-1 2-1 16,-1 6-1-16,-4 2 0 16,-3 0-1-16,-7 2 1 0,1 3-2 15,-9 0 3 1,-3 2 0-16,-4 0-1 0,-2 2 1 15,2 4 1-15,-1 3-1 16,0 0 1-16,5 5-1 16,2 1 2-16,1 2-2 15,7 2 2-15,4 3 0 16,1-1-1-16,6 1 3 16,-3 3-4-16,5-1 0 15,-2 3 0-15,0 0 2 16,5 0-2-16,-4 0 0 15,6 0 3-15,-3 0-1 16,2 0 0-16,0 0-2 16,3 0 1-16,-2 0-1 15,2 0 1-15,0 0-1 0,2 0 1 16,-1 0 1-16,-2 0-1 16,1 0-1-16,3 0 1 15,0 0 1-15,-2 0-2 16,2 0 0-16,0 0 0 15,0 0-1-15,-1 4 1 16,1-1 0-16,-2 0-2 16,2-2-8-16,0 5-24 15,0-1-42-15,3-1-66 16,6 5-68-16,-6-4-247 16</inkml:trace>
  <inkml:trace contextRef="#ctx0" brushRef="#br1" timeOffset="213572.059">11156 14477 116 0,'0'0'164'0,"0"0"-134"16,0 0 1-16,0 0 30 15,0 0-22-15,0 81-8 16,0-43 6-16,0 3 20 16,2 4-14-16,1 2-10 15,4-2-6-15,-1-1-12 0,-3 1-2 16,-1-4 1-1,-2-4 0-15,0-7-3 0,0-4 3 16,-11-7 9-16,-4-1-3 16,-1-4 9-16,-5-3-8 15,0-1-12-15,-4-3-1 16,4-2-7-16,-6-4 0 16,3-1 3-16,-1 0 2 15,1 0-6-15,3 0 5 16,-4-12-4-16,2-1 1 15,4-7-1-15,-5-3 3 16,3-3-1-16,-4-4 2 16,7-5 2-16,2 3 7 0,0-2-3 15,5 3-4-15,3 3-4 16,1 1 1-16,4 2 0 16,1 2-2-16,2 1 2 15,0 1 2-15,0-1 0 16,0 4 8-16,0-1-2 15,-1 7-3-15,-1 4 3 16,-1 0 5-16,-1 3-4 16,4 3 0-16,-3-1-6 15,3 3 1-15,0 0-2 16,0 0-6-16,-3 0-3 16,3 3 3-16,-5 6 1 15,1 4 3-15,2 5 2 16,-1 4 0-16,0 4 2 0,0 4 0 15,-2 2 1-15,-1 3 5 16,1 1-6-16,-1-4-1 16,4-2 1-16,-2-4 2 15,1 0-3-15,-4-6-2 16,1-3-1-16,0-4 0 16,-2 0-1-16,5-4-3 15,-4-1-1-15,4-4 1 16,1 0 4-16,-1-4-4 15,3 0-15-15,-3 0-3 16,2-1-33-16,1-18-58 16,0-5-109-16,0-10-110 15</inkml:trace>
  <inkml:trace contextRef="#ctx0" brushRef="#br1" timeOffset="213993.224">10694 14566 338 0,'0'0'46'0,"0"0"34"0,0 0 62 15,0 0-20-15,0 0-8 16,97 20-20-16,-69-8-14 16,1 1-10-16,-1-3-10 15,-1 2-20-15,1-2 12 0,2-1-22 16,-5-1-1-1,-4-3-1-15,-3 1-14 0,-4-2 6 16,-1-1-7-16,-9 0-1 16,2-2 0-16,-4 1-3 15,-2-2 1-15,0 0 5 16,0 0 6-16,0 0 0 16,0 0-2-16,0 0-4 15,0 0-6-15,0-2-8 16,-2-3-1-16,-4 0 0 15,2 1-1-15,-1 1 1 16,1 1 0-16,0 0-2 16,1 1-1-16,-2 1-6 15,4-2-20-15,-1 2-30 16,-1 0-40-16,-3 0-57 0,-7 0-69 16,-4 2-231-16</inkml:trace>
  <inkml:trace contextRef="#ctx0" brushRef="#br1" timeOffset="-214664.663">9979 16051 315 0,'0'0'25'0,"0"0"91"0,-56-89 20 0,39 71-12 0,4 8-14 16,5 6-12-16,7 4-33 15,1 20-30-15,1 19-10 0,17 15 22 16,0 7-6-1,1 0-16-15,1 0-14 0,-4-4-2 16,-1-6-3-16,-3-5-2 16,-1-9-1-16,-4-3-3 15,-1-10 2-15,-5-5-1 16,-1-6 2-16,0-8 0 16,0-2-3-16,0-3-1 15,0 0-1-15,-7 0-8 16,0-5-5-16,-4-5 2 15,6 0-4-15,-2 1 13 16,4 2 3-16,2 2 0 16,1 1-8-16,0 1 9 15,0 0 4-15,4 0-2 16,14-1 4-16,4 0 11 0,7 1-6 16,0-1 2-16,4-5-2 15,2-1-4-15,2-4-5 16,2 0 5-16,1-1-7 15,-7 2 0-15,-9-1-1 16,0 2-20-16,-7 1-27 16,-4-1-68-16,-7-1-83 15,-6-1-175-15</inkml:trace>
  <inkml:trace contextRef="#ctx0" brushRef="#br1" timeOffset="-214334.621">10166 16049 125 0,'0'0'475'0,"0"0"-449"0,0 0 78 0,0 0-26 0,0 0 24 16,-21 74-19-16,43-45-18 15,-1 1-9-15,-1 1-1 16,2 2-5-16,0 2-14 15,-4 3-1-15,0 2 3 16,-2 0-9-16,-2-3-6 16,-7-1-3-16,5-6-10 15,-4-4-3-15,-2-3-4 16,-2-7 0-16,-1-4-2 0,0-7 0 16,0-1-1-16,0-4-2 15,0 0-28-15,3 0-45 16,5-15-43-16,2-9-135 15,0-3-144-15</inkml:trace>
  <inkml:trace contextRef="#ctx0" brushRef="#br1" timeOffset="-214100.315">10595 16151 854 0,'0'0'68'15,"0"0"79"-15,0 0-20 0,0 0-72 16,0 0-25-16,0 0-13 16,-34 17-5-16,34-13-7 15,0 1-2-15,0-2-1 16,0-2-1-16,0 2-1 16,0-3-23-16,0 0-62 15,8 0-92-15,1 0-81 16,-1 0-308-16</inkml:trace>
  <inkml:trace contextRef="#ctx0" brushRef="#br1" timeOffset="-213486.883">10765 15807 781 0,'0'0'93'0,"0"0"32"16,0 0-47-16,0 0-11 15,51-76-29-15,-16 71-11 16,-1 5-1-16,1 0-5 16,-6 15-9-16,-5 5-3 0,-3 0-6 15,-14 9 0 1,-7 0 2-16,0 4-3 0,0-1 1 15,-15-5-3 1,-3-4 3-16,8-8-2 0,1-6 2 16,2-7-1-16,4-2 5 15,3 0-7-15,0-5-4 16,0-7-9-16,3-1 11 16,13-1 0-16,2 1 1 15,4 4-1-15,5 2 2 16,1 6 0-16,-1 1 0 15,1 0 0-15,-2 5 0 16,-4 13 0-16,1 2 0 0,-4 1 6 16,-2 5 0-1,-7 0 1-15,0 1 1 0,-4 0 2 16,-4-1 9-16,-2-2 5 16,0-1-6-16,0-2 0 15,-14-1-3-15,0-4-2 16,-7 0-6-16,-2-4-1 15,-2 0-2-15,-5-6-2 16,3-1 1-16,-3-3-1 16,2-2-2-16,3 0 5 15,1 0-5-15,6-7 0 16,6-4-5-16,2-3-16 16,7-2-35-16,3-4-38 15,0-6-118-15,10-1-248 0</inkml:trace>
  <inkml:trace contextRef="#ctx0" brushRef="#br1" timeOffset="-213005.413">11446 15543 745 0,'0'0'76'0,"0"0"38"0,0 0-70 0,0 0-21 0,-88-38-13 0,67 40-9 16,4 17 0-16,1 5-1 15,8 2 0-15,8 2 0 16,0 0 8-16,5-1 8 0,16-2 13 16,0-3-7-16,7-3-2 15,4-3-6-15,0-3-4 16,3-5-1-16,0 0-3 15,0-1-2-15,-6 2 7 16,-4 0-4-16,-6 4 3 16,-4 4-5-16,-9 3-3 15,-6 4 0-15,0 3 1 16,-2 0 5-16,-16 2-7 16,-2-3 6-16,-6-2-5 15,-1-10 0-15,5-7 0 16,3-7 1-16,5 0 10 0,3-16 5 15,-2-8-4-15,9-7 16 16,-1-5-11-16,5-4-8 16,0 1-6-16,2 2-5 15,13 3-1-15,1 6-12 16,3 5-51-16,-2 8-96 16,-8 3-201-16</inkml:trace>
  <inkml:trace contextRef="#ctx0" brushRef="#br1" timeOffset="-211927.151">10142 16944 728 0,'0'0'0'0,"0"0"9"0,0 0-1 0,110-26 48 0,-50 3-18 0,12-7-20 15,11-4 2-15,11-4 11 0,9-1 7 16,6-3 0-16,3-2-17 16,4 1-14-16,-1-1-1 15,6 1-5-15,-6-4 2 16,-8-1-2-16,-7-1 0 16,-7 0 2-16,-7-2 0 15,-4 1 0-15,-4 0 2 16,-7-3-4-16,-4-2 0 15,-10-2 3-15,-9 1 0 16,-3 2-3-16,-8 3 0 16,-4 3 2-16,-12 1-2 15,-8-1 1-15,-11-1 0 16,-2-2-1-16,-8 0 2 0,-13 0-3 16,-5 5 2-16,-3 0-2 15,-2 2 0-15,7 2 2 16,-2 3 6-16,3 3 16 15,-1 2 1-15,0 0-5 16,3 5 5-16,-4 3-9 16,4 6-5-16,-2 6-3 15,-5 5-3-15,-3 6 0 16,-5 3-4-16,-4 0-1 16,2 3 0-16,-5 7 2 0,-5 3-1 15,-1 3 2 1,-2-1-3-16,-5 3 0 0,-4 0 2 15,-4 1-2-15,0 0 0 16,-5-1 1-16,-2-2-1 16,-3 4 1-16,-3 0-1 15,-2 1 0-15,-6 3 1 16,1 2-1-16,-4 2 2 16,1 0-2-16,-1 3 1 15,2 2-1-15,6 1 0 16,-1 1-1-16,-4 1 1 15,0 1 0-15,0-1 0 16,4-3 0-16,5-3 1 16,6-3-1-16,4-4 1 15,8-1-1-15,8-2 0 0,11-3 0 16,7 1 1-16,7 0-1 16,10 3 2-16,3 5-4 15,9 6 2-15,3 6 0 16,6 5 0-16,14 3 2 15,5 1 3-15,3 1-3 16,5 1-1-16,1 2-1 16,7 5 2-16,5-3-1 15,-4-1 1-15,1-4-2 16,0-3 3-16,-1-6 11 16,1-3-7-16,-1-6 9 15,-3-6-8-15,4-8 0 0,5-3-1 16,4-7-3-16,9-6-2 15,17-3-2-15,10-20-3 16,21-8-59-16,8-12-108 16,6-8-451-16</inkml:trace>
  <inkml:trace contextRef="#ctx0" brushRef="#br1" timeOffset="-208727.176">13324 13719 594 0,'0'0'53'0,"0"0"93"0,0 0-6 16,0 0-54-16,0 0-20 16,0 0-51-16,0 0 22 15,-74 90-5-15,90-42-7 16,0 0-9-16,4-2-6 16,-5 1-3-16,-2-2-4 15,-2-4-2-15,-2-3 1 16,-1-7-1-16,-3-7 0 15,-1-6 2-15,-2-8-3 16,-2-4-2-16,0-4 1 0,0-2 1 16,0 0 7-16,-2 0-7 15,-5-8-2-15,-3 0 2 16,4 1 0-16,3 0 0 16,0 1 0-16,3 4-3 15,0 0-4-15,0 2 5 16,7 0 2-16,14 0 5 15,9-2-2-15,4 1 1 16,5-1-2-16,4-1 1 16,-1-2-2-16,-2-2 1 15,-1 0-2-15,-9 1 1 16,-5-1-1-16,-4 0-12 16,-5 0-53-16,-5-1-12 15,-5-2-51-15,-6-1-62 0,0-2-96 16</inkml:trace>
  <inkml:trace contextRef="#ctx0" brushRef="#br1" timeOffset="-208452.524">13582 13819 483 0,'0'0'95'0,"0"0"-21"0,0 0 17 0,0 0 7 15,0 0-20-15,5 84-17 16,6-48-2-16,0 3-4 0,0 1-12 16,-1 2-12-1,0 0-9-15,-1-4-5 0,-1-2-4 16,2-7-3-16,-4-5-6 16,0-1-2-16,0-7 0 15,0-2-2-15,0-3-8 16,-3-2-53-16,6-1-46 15,-1-7-87-15,2-1-118 16</inkml:trace>
  <inkml:trace contextRef="#ctx0" brushRef="#br1" timeOffset="-208187.007">13954 13830 725 0,'0'0'67'16,"0"0"-1"-16,0 0 58 15,0 0-48-15,0 0-36 16,0 0-5-16,22 36-10 16,-19-33-10-16,-3-3-2 15,0 2-6-15,0-2 1 16,0 0 0-16,0 0-8 15,0 0-2-15,0 0-80 0,0 0-130 16,3 0-284 0</inkml:trace>
  <inkml:trace contextRef="#ctx0" brushRef="#br1" timeOffset="-207641.46">14224 13595 609 0,'0'0'79'15,"0"0"59"-15,0 0-42 16,0 0-27-16,0 0-44 16,0 0 9-16,68 12-13 15,-45 11-7-15,-4 2-4 16,-4 2-4-16,-9 0-4 15,-6-2-1-15,0-1-1 0,-3-2 5 16,-8-6-5-16,0-3 7 16,2-9-7-16,3-2 1 15,1-2-1-15,5 0 0 16,0-2-3-16,0-8-2 16,0 2 5-16,14-1 0 15,6 3 2-15,2 5-1 16,3 1 2-16,0 0 1 15,1 9 4-15,-4 6-1 16,-1 4 7-16,-3 0 0 16,-8 4 3-16,-1-1-1 15,-6 0 3-15,-3 0-1 0,0-1 2 16,-9-1 4-16,-9 1 7 16,-10-2-1-16,-8-1-7 15,-6-2-7-15,-1-7-4 16,3-2-3-16,3-4-1 15,7-3 1-15,7 0 1 16,4-1-7-16,7-11 0 16,3 0-3-16,6-6-3 15,3 2-37-15,0-2-53 16,3 1-69-16,12 0-218 16</inkml:trace>
  <inkml:trace contextRef="#ctx0" brushRef="#br1" timeOffset="-206637.046">14612 13604 542 0,'0'0'136'0,"0"0"23"0,0 0-67 0,0 0-44 16,0 0-13-16,22-76-4 15,5 72-10-15,7 4-2 16,4 0 10-16,2 6 6 15,-1 10-3-15,-5 3-15 16,-6-1-9-16,-4 3-4 16,-10 0-4-16,-7 4 2 15,-7 0-2-15,0 0 0 16,-6-1 3-16,-11 0 0 16,-2-3-3-16,-1-5-1 15,1-1-2-15,3-6 3 16,2 0 3-16,5-5-2 0,1-3 3 15,3 1-1-15,5-2 0 16,0 0 1-16,0 0-4 16,0 0 1-16,9 0 8 15,12-5-6-15,3-5 2 16,1-2-1-16,2 2 1 16,-1-2 1-16,0 5-2 15,0-1 1-15,-3 2-1 16,-4 1 0-16,0 1-3 15,-3 1 1-15,-4-1-1 16,0 0-1-16,-5 3 2 0,-2-3-2 16,-2 4 0-16,-3 0-7 15,0 0-24-15,0 0-56 16,0-1-50-16,0-5-181 16</inkml:trace>
  <inkml:trace contextRef="#ctx0" brushRef="#br1" timeOffset="-206112.528">15194 13401 642 0,'0'0'156'0,"0"0"1"0,0 0-107 0,0 0-14 15,0 0 29-15,0 0-26 16,25 88-6-16,-12-66-9 16,-2-1-12-16,-1-2-2 15,0-5-3-15,-2-6-2 16,-2-2-2-16,-3-3 2 16,0-3 0-16,3 0 1 15,3 0 4-15,3-9-6 16,4-2-2-16,1-1 0 15,-1-2-2-15,2 4 0 16,1 2 2-16,-2-2-2 0,1 6 2 16,2 1 3-1,-3 3-1-15,1 0 3 0,-3 0 1 16,3 4 0-16,-5 6-2 16,-1 1 2-16,-3 2-3 15,-3 0 0-15,-4 3 3 16,-2-1 2-16,0 0 2 15,0 2-3-15,-6-2 0 16,-8 2-1-16,-5-3-1 16,-4 0-3-16,-2-2-3 15,1 1-2-15,-3-6 0 16,3-1-22-16,5-3-27 16,6-3-22-16,3 0-49 0,3-15-74 15,1-7-218 1</inkml:trace>
  <inkml:trace contextRef="#ctx0" brushRef="#br1" timeOffset="-205937.252">15263 13354 690 0,'0'0'132'0,"0"0"14"0,0 0-54 0,0 0-39 16,117-61-28-16,-69 43-15 15,4-2-10-15,6 2-12 0,2-3-100 16,0-4-221 0</inkml:trace>
  <inkml:trace contextRef="#ctx0" brushRef="#br1" timeOffset="-204342.603">15695 13134 339 0,'0'0'63'0,"0"0"62"0,0 0-18 0,-66-88-10 15,50 66-28-15,-5 2-11 16,0 3-12-16,-3 2 0 16,-1 2-15-16,-1 5-4 15,-3 1-12-15,-4 7-9 16,-2 0-2-16,-4 0 1 16,-7 9-1-16,0 7 3 15,-6 5-4-15,3 3 7 16,2 3 4-16,1 1-5 15,4 6 4-15,2 2-4 0,4 3 3 16,5 4-1-16,7 4 3 16,8-1 1-16,7 2-3 15,7-1 4-15,2-3-6 16,2 0 5-16,15-3-3 16,6-2-5-16,2-1 0 15,5 4-6-15,3 1 3 16,3 0-1-16,2-1-1 15,1-2-1-15,-3-6 2 16,2-2-3-16,-2-7 0 0,0-2 1 16,-1-7 4-1,-1-1-5-15,1-7 1 0,-3 1-1 16,4-2 2-16,2-6-1 16,3-1 2-16,1 0-3 15,3 0 2-15,0-4-2 16,-2-9 0-16,0 3-1 15,-3-5 0-15,-2-2 0 16,-4-1 0-16,-1-4 0 16,-6-2 2-16,0-2-2 15,-2-5 2-15,-1-2-1 16,-4-2 0-16,0-5 1 16,-4 2 1-16,-2-3-1 0,-2 0 2 15,-8-1 0 1,-1-6 5-16,-3-1 3 0,0-2-1 15,-16-3 5-15,-5 4-4 16,-2-3 0-16,-3 4-3 16,0 3 1-16,0 1 1 15,-1 9 11-15,3 4-5 16,-2 6-6-16,1 3 1 16,0 7 3-16,-4 4 2 15,1 5-11-15,-2 3-3 16,5 4-1-16,1 0 2 15,2 0-1-15,2 0-2 0,5 3-2 16,1 1 2 0,3 0 3-16,3-1-3 0,4-2 0 15,-1 2-2-15,1 0 2 16,1-2 0-16,-1 2 0 16,-1-1 0-16,-3 2-6 15,-2 3-37-15,-3 3-66 16,-5 1-68-16,-8-2-262 15</inkml:trace>
  <inkml:trace contextRef="#ctx0" brushRef="#br1" timeOffset="-202639.16">15793 13878 445 0,'0'0'53'0,"0"0"53"0,0 0 13 0,0 0-54 16,0 0-31-16,0 0 9 16,0 0 7-16,-30 109 4 15,30-57 0-15,0 3-17 0,0 1-6 16,2-1-10-16,2-4-7 16,1-5-4-16,-4-6 2 15,-1-5-5 1,0-6 6-16,0-5-9 0,-4-3 5 15,-11-3 1-15,-3-1-4 16,-4-7 0-16,-6-1-1 16,-4-7-2-16,-4 3-3 15,-1-5 2-15,1 0-2 16,3 0 0-16,3-6 0 16,4-4 0-16,-1-3 0 15,3-1 0-15,1-2 1 16,2 0-1-16,1-3 2 0,0 2-1 15,2 0 1-15,2-1-1 16,1 0 3-16,0 0-4 16,3-2 2-16,2 0-1 15,1-1-1-15,3 0 1 16,1 2 1-16,1 5-2 16,1 0 2-16,-2 3-1 15,1 3 2-15,-3 1-1 16,1 2 0-16,-2 1-1 15,-3 3 6-15,1-1-5 16,0 2 1-16,1 0-3 16,0 0 7-16,3 0-5 15,0 10-1-15,0 7 3 16,0 6 1-16,-1 2 0 0,2 7 4 16,1 0-2-16,-3 3 0 15,1-3 0-15,-1-4-3 16,1-4-2-16,3-5 0 15,-1-6-1-15,2-1-1 16,2-7 1-16,0 0-1 16,0-5-21-16,0 0-36 15,0 0-67-15,5-10-42 16,2-12-124-16,-1-11-291 16</inkml:trace>
  <inkml:trace contextRef="#ctx0" brushRef="#br1" timeOffset="-202444.605">15095 14074 642 0,'0'0'46'0,"0"0"7"0,0 0 68 0,0 0 3 0,82 63-28 16,-39-47-30-16,8-4-22 15,4-7-23-15,1-2-15 16,5-3-2-16,4 0-4 15,1 0-82-15,-11 0-142 16,-9-3-512-16</inkml:trace>
  <inkml:trace contextRef="#ctx0" brushRef="#br1" timeOffset="-194221.484">14932 14721 219 0,'0'0'533'0,"0"0"-501"0,0 0 32 15,0 0-24-15,0 0 5 16,-36 74 6-16,32-22-13 16,4 1-15-16,0-5 1 15,0-2-2-15,4-8-7 16,1-5-6-16,3-7-5 0,-4-4 3 15,-2-5-6 1,-2-6 1-16,0-2 0 0,0-2 1 16,0-5-1-16,0 1 3 15,-5-3 2-15,-4 0-5 16,1 0-2-16,-2 0-1 16,6 0 1-16,-1 0 0 15,4 0 2-15,1 0-2 16,0 0-2-16,0 0-3 15,3-1 5-15,17-2 4 16,10-1-3-16,8-3 0 16,4 1 1-16,4-1-1 15,0-3-1-15,5 2 0 0,-6 0-1 16,1 0-2 0,-10-1-34-16,-10 4-31 0,-5 0-28 15,-13 1-13-15,-8 0-76 16,0 0-129-16</inkml:trace>
  <inkml:trace contextRef="#ctx0" brushRef="#br1" timeOffset="-193941.676">15136 14857 300 0,'0'0'57'0,"0"0"58"0,0 0 25 0,0 0 0 16,0 0-57-1,0 0-77-15,-14 23 51 0,17 15 4 16,8 2-7-16,2 3 1 16,0 0 1-16,2-3-12 15,-3-1-9-15,0-5-11 16,-3-4-11-16,0-3-1 16,-3-3-8-16,0-5 0 15,-3-6-3-15,-2-2-1 16,1-6-23-16,-1-3-57 15,2-2-53-15,0 0-100 16,0-6-201-16</inkml:trace>
  <inkml:trace contextRef="#ctx0" brushRef="#br1" timeOffset="-193793.393">15396 14993 646 0,'0'0'9'16,"0"0"7"-16,0 0-16 16,0 0-58-16,0 0-309 15</inkml:trace>
  <inkml:trace contextRef="#ctx0" brushRef="#br1" timeOffset="-193279.208">15628 14733 632 0,'0'0'78'15,"0"0"49"-15,0 0-13 16,0 0-50-16,0 0-28 16,0 0-11-16,76-10-4 15,-61 33-4-15,-2 1-4 16,-7 1-7-16,-6 3 5 15,0-1-9-15,0 0 5 16,-6-4-1-16,-6-4-4 16,2-5 6-16,4-5-5 15,1-5 0-15,4-2-3 0,-1-2 1 16,2 0 1 0,0 0 2-16,0 0-3 0,3-3 5 15,9-6-6-15,4 1 0 16,0 3 0-16,0 4 0 15,-1 1 1-15,-2 0-1 16,-1 4 1-16,-1 11 2 16,-4-2 5-16,-1 3 4 15,-6 3 2-15,0 1 8 16,0 7 5-16,-5-5-3 16,-11-1 2-16,-4 0 0 15,-8-1-3-15,-7-1-8 0,-3-1-7 16,3-5-6-1,3-6 2-15,8-5-2 0,9-2 0 16,5 0-2-16,4-9-2 16,5-7-39-16,1-7-55 15,1-4-72-15,18-6-183 16</inkml:trace>
  <inkml:trace contextRef="#ctx0" brushRef="#br1" timeOffset="-192821.163">16108 14606 767 0,'0'0'42'0,"0"0"93"0,0 0-36 0,0 0-54 0,0 0-15 15,80-14 33-15,-48 28-28 16,-2 1-12-16,-6 7-5 16,-5 0-9-16,-10 5-5 15,-7 2-3-15,-2 4-1 16,-11 2 0-16,-13 1 6 16,-2-2-2-16,-3-6-3 15,6-6 1-15,6-8 2 16,8-8-1-16,6-6-2 0,3 0 0 15,0 0 4 1,1-7 23-16,16-6-8 0,4-2-12 16,4-2 2-16,0 3-3 15,3 1 1-15,2 0-3 16,2 3-2-16,-1 1 1 16,2-1-2-16,-6 3-2 15,-3 1 0-15,-3 0 0 16,-5 3-5-16,-7 0-43 15,-3-2-42-15,-5 1-101 16,-1-7-212-16</inkml:trace>
  <inkml:trace contextRef="#ctx0" brushRef="#br1" timeOffset="-191672.491">16493 14241 755 0,'0'0'26'0,"-95"-3"36"0,45 6 31 0,0 9-47 0,0 3-17 16,1 0-17-16,0 0-7 16,1 2-2-16,-1-2 2 15,4-1-3-15,-1-3 2 16,1 0-3-16,-3 2 2 15,-1-3-1-15,-5-1-2 0,-5 1 1 16,-5 0 2 0,-2-2-3-16,-3 0-3 0,-1 2 3 15,-1-1-4-15,-4 2 4 16,-4 0 0-16,2 0 3 16,5-2-3-16,5-1 2 15,2 1-1-15,7-1 2 16,5 1 1-16,3-2 0 15,4 0-2-15,6 1-1 16,4-1 0-16,4 1-1 16,3 1 3-16,3 2-3 15,1 1 4-15,3 1 3 16,4 2 2-16,1 4 2 0,4 6 4 16,1 2-11-1,6 5 7-15,0 5-3 0,6 6 1 16,0 4 6-16,0 4-1 15,12 3 0-15,3-1 0 16,-2-1-1-16,-1-2 0 16,-3 0-5-16,0-3-2 15,0-3 0-15,-3-2 1 16,-3-5-5-16,3-4 4 16,-4-1-3-16,-1-6-1 15,2-3 0-15,2-3 2 16,3-3-3-16,1-3 1 15,3-3 0-15,6-1-1 0,3-1 4 16,5-3-2-16,9 0-1 16,7-2 1-16,7-1-2 15,4 1 0-15,5-4-1 16,7 0 1-16,7 0 0 16,4 0-1-16,6 0 1 15,0-10-1-15,3-1 1 16,5 0 0-16,1-2 4 15,7-1-4-15,2-1-1 16,-2-2 0-16,-2-3 0 16,-5 0 0-16,-2-2-1 15,0-4 1-15,-4 1 1 16,-3 0 0-16,-4 0-1 16,-1 0 1-16,-7 1-1 0,-4 0 1 15,-2 1 2-15,-4 0-2 16,-4 1 0-16,-2 1-1 15,-8 1 0-15,-4 1 2 16,-6-1-2-16,-8-1 4 16,-3 0 2-16,-5-2 0 15,-5 0 4-15,-6 0-1 16,-3-3 4-16,-5-3 0 16,-1-4-9-16,0 1 5 15,0 0-3-15,0 2-5 16,-6-2 0-16,3-1 2 15,-1 4-3-15,-1-2-1 0,1 1 1 16,-3 0 4 0,-1-2-4-16,-1 4 1 0,-4-1 3 15,-4 3-4-15,-4-5 2 16,-4 3 1-16,-5-2 1 16,-3-1-1-16,-3 2 1 15,-1-1-4-15,-2 2 0 16,1 4-2-16,2 3 1 15,0 9-1-15,0 6-5 16,-4 6-45-16,-6 0-32 16,-6 13-86-16,-13 6-232 15</inkml:trace>
  <inkml:trace contextRef="#ctx0" brushRef="#br1" timeOffset="-128694.393">11759 17343 558 0,'0'0'0'0,"0"0"-4"0,0 0 4 0,0 0 26 0,0 0-12 0,0 0-11 16,0 0 4-16,14 2-7 15,2 2 0-15,-3-1-56 16,-1 0-126-16</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24:00.694"/>
    </inkml:context>
    <inkml:brush xml:id="br0">
      <inkml:brushProperty name="width" value="0.05292" units="cm"/>
      <inkml:brushProperty name="height" value="0.05292" units="cm"/>
      <inkml:brushProperty name="color" value="#FFC000"/>
    </inkml:brush>
  </inkml:definitions>
  <inkml:trace contextRef="#ctx0" brushRef="#br0">3573 6207 335 0,'0'0'245'0,"0"0"-240"0,0 0 7 0,0 0 16 15,0 0 6-15,-82-18 12 16,79 31 3-16,3-2-19 15,0-2-12-15,3-1-7 16,18-8-9-16,13 0 7 16,15-19 20-16,11-13-20 15,7-8-3-15,2 0-6 16,-5 1-19-16,-3 0-62 16,-1 2-54-16,-10 3-68 15,-14 6-107-15</inkml:trace>
  <inkml:trace contextRef="#ctx0" brushRef="#br0" timeOffset="284.704">4001 6532 145 0,'0'0'222'15,"0"0"-196"-15,0 0 95 16,0 0 5-16,0 0-14 0,0 0-41 16,37-17-60-16,-11-6-6 15,8-3-3-15,15-7-2 16,17-1-49-16,12-4-137 15,5-2-159-15</inkml:trace>
  <inkml:trace contextRef="#ctx0" brushRef="#br0" timeOffset="631.421">4639 6506 35 0,'0'0'281'16,"0"0"-253"-16,0 0 82 16,0 0 34-16,0 0-14 15,0 0-19-15,11-14-24 16,11-7-74-16,8-6-13 16,9-1 0-16,10 0-30 0,5-2-143 15,-2-2-134-15</inkml:trace>
  <inkml:trace contextRef="#ctx0" brushRef="#br0" timeOffset="862.801">5103 6628 733 0,'0'0'3'0,"0"0"19"0,0 0 53 15,0 0-55-15,0 0-20 16,102-95 0-16,-35 47-99 16,6-11-226-16</inkml:trace>
  <inkml:trace contextRef="#ctx0" brushRef="#br0" timeOffset="3375.592">7179 6813 718 0,'0'0'23'0,"0"0"-9"0,0 0 72 16,0 0-21-16,0 0-27 0,0 0-14 15,31 0 11-15,11-3-25 16,7-4-6-16,2-2 1 16,-3 3-3-16,1-2-1 15,-3 1-1-15,-1-2-2 16,-5 1-52-16,-7-1-34 16,-8 1-51-16,-7-3-58 15,-7-3-130-15</inkml:trace>
  <inkml:trace contextRef="#ctx0" brushRef="#br0" timeOffset="3641.158">7596 6547 371 0,'0'0'154'0,"0"0"-82"16,0 0 65-16,0 0-50 16,0 0-33-16,0 0 5 15,-64 67-16-15,64-36-10 16,9 0-5-16,8-1 3 15,5-2-8-15,-1 0-2 16,-1-2-10-16,-3-4-2 16,-3 1-6-16,-5-3-1 15,-6 2 1-15,-3 0 1 16,0 3-4-16,-15 1-22 0,0-6-18 16,2 0-28-16,7-12-61 15,6-8-69-15,0-7-238 16</inkml:trace>
  <inkml:trace contextRef="#ctx0" brushRef="#br0" timeOffset="3909.182">7914 6440 776 0,'0'0'17'16,"0"0"1"-16,0 0 88 15,-10 95-32-15,10-53-24 0,0 2-12 16,6-5-14-16,3-2-12 16,0-6-10-16,4-5 0 15,1-4 1-15,-1-8 1 16,7-5-3-16,-1-9 2 16,3 0-3-16,3-5-14 15,-2-12-33-15,1-4-35 16,-2-1-64-16,-7-6-78 15,-3-2-156-15</inkml:trace>
  <inkml:trace contextRef="#ctx0" brushRef="#br0" timeOffset="4134.453">8062 6491 469 0,'0'0'60'0,"0"0"39"15,0 0 79-15,-25 79-48 16,25-40-27-16,0 5-31 15,9 3-18-15,5 6-12 16,3-2-11-16,1 4-13 16,-3-5-7-16,1-2-7 15,-4-6-2-15,-2-7-2 16,-2-5-15-16,-5-15-19 16,9-9-64-16,-3-6-57 15,1-13-154-15,-1-18-94 16</inkml:trace>
  <inkml:trace contextRef="#ctx0" brushRef="#br0" timeOffset="4652.231">8174 6153 690 0,'0'0'20'0,"-81"-51"54"16,38 29 32-16,0 7-32 15,4 6-14-15,-4 9-26 16,1 6-26-16,-4 21-2 16,-2 11-1-16,6 10-4 15,7 12 3-15,12 12 8 16,11 13 7-16,11 7 8 0,1 2-5 16,1-2-8-1,17-6-2-15,10-8-6 0,5-8 3 16,3-7-4-16,6-9-3 15,2-8 3-15,1-10-1 16,6-9-1-16,-3-11-2 16,6-11-2-16,-2-5-10 15,0 0-16-15,-4-21 2 16,-2-12 4-16,-3-6 13 16,-2-9 2-16,-1-1 2 15,-8-3 4-15,-2-6-1 16,-7-3 4-16,-5-6-1 0,-6-3-1 15,-8 0 9 1,-4-2 5-16,-13 4 11 0,-14 4 6 16,-12 6 9-16,-6 10-1 15,-10 9-2-15,-8 10-9 16,-11 12-15-16,-4 8-7 16,-7 6-6-16,2 3-1 15,5 6-2-15,5 15-51 16,3 11-64-16,-3 1-167 15</inkml:trace>
  <inkml:trace contextRef="#ctx0" brushRef="#br0" timeOffset="17484.177">6202 6224 163 0,'0'0'25'0,"0"0"-9"16,0 0-9-16,0 0-1 16,0 0 13-16,0 0 1 15,0 0-7-15,0 0-4 16,-26-36-2-16,22 33 3 15,4 1 14-15,-3 0 4 16,0 0 5-16,0-1-14 16,-2 0 5-16,1 1-2 15,-2-1-4-15,-1 3-6 16,2 0-3-16,-1 0-1 16,-3 0-1-16,3 0 3 15,-4 0 8-15,2 0 2 16,-1 0-4-16,2 0-3 15,-2 0-2-15,3 3-1 0,-2-1 2 16,1 3-4-16,-2-1-3 16,0 2 1-16,1 1-1 15,-5 0 2-15,3 1 7 16,-1-1 1-16,-1-2 5 16,5 1-1-16,-1-1-2 15,-2 0-3-15,4-1-1 16,0 1-5-16,-2-2 1 15,-2 4-2-15,4-3-1 16,2-1 0-16,-7 1-2 16,8 1 1-16,-4 0-1 15,-2 1 2-15,3-1 1 16,-2 1 3-16,-2-1 3 0,1 1 0 16,1-1-3-16,0 1-4 15,2 1-2-15,-3 2 0 16,1-2-1-16,-2 1 1 15,4 0 0-15,0-1 1 16,-3 0 0-16,3-2-2 16,-3 3 3-16,3-3-1 15,0 0 1-15,0-1 1 16,0 2-1-16,0-3 0 16,0 1-4-16,3 2 0 15,-3 0-2-15,3-1 1 0,-4 1 0 16,1 0 0-1,4-1 1-15,-4 0-1 0,2 0 0 16,1 1 1-16,-6 1 1 16,3-1 2-16,-3 0-1 15,6 1-1-15,-3 0 1 16,1 0-2-16,-2 2-1 16,1-2 0-16,0 2 1 15,0-2 0-15,0 1 0 16,2-1 0-16,-1 0 1 15,1-1-2-15,-1-1 4 16,4 1-5-16,-2 1 1 16,-2 3 1-16,0-4-1 15,2 2 1-15,-5 1 0 0,5 1 2 16,-3 0 0-16,1 0 0 16,-2 1 0-16,4-2-1 15,-3 3 1-15,2-1-2 16,-2 2 4-16,1-2-1 15,2-1-1-15,-4 0-2 16,7 0 0-16,-2-1 0 16,-1 1-1-16,3 1 1 15,0 0-1-15,0 1 0 16,-1-1 2-16,1 1-1 16,0-1-1-16,0-1 1 15,0 3-1-15,0-2 1 16,0 2 1-16,0 0 0 15,0-1 0-15,0 1 0 0,0-1-1 16,1 1 1 0,4 0 0-16,2 1-1 0,-4 1-1 15,3-2 1-15,2 6-1 16,-1-1 2-16,2 0-2 16,0 1-1-16,-3-2 2 15,3-1 0-15,0-1-1 16,-3 3-1-16,6-1 2 15,-5-1-2-15,5-2 1 16,-3 1 1-16,4 1-2 16,-2 0 1-16,7-2 1 0,-5 0 0 15,5 1 2 1,-1 1-3-16,3-1 0 0,-1 1 0 16,1-1 1-16,1 2 0 15,0 0-1-15,0-2 0 16,4 5 0-16,-4-3-1 15,2-1 1-15,-1-1 1 16,-1-1 1-16,-3 0-1 16,3-2 1-16,-2 1-1 15,-1 1 1-15,1 0-1 16,1-2 0-16,1 1-1 16,-2 0 3-16,2-1-2 15,3 0 2-15,0-4-2 16,1-1-1-16,2-2 5 15,-3 1-3-15,4-2-1 0,2-1 6 16,-2 0-5-16,2-1 1 16,3-1 1-16,-3-1-1 15,4 0-2-15,-2 0 1 16,-1 0 0-16,4 0 0 16,1 0 2-16,2 0-1 15,-1 0 0-15,2-1 0 16,-1-4 0-16,1-2 1 15,-1-1-2-15,-4-2-1 16,-1-1-2-16,-2 1 0 16,-4-1 1-16,1 4-1 15,1-3 2-15,-4 0-2 0,3 1 0 16,1 0 1-16,0-2-1 16,0 1 0-16,-1 0 0 15,-4-3 1-15,0 1 0 16,-3 1 0-16,-6-1 0 15,3 0 0-15,-5 0-1 16,2-4 2-16,-3-1-1 16,1 0 1-16,-1-3-1 15,-1-1-1-15,2-3 1 16,-2-1-1-16,1-2 1 16,-2-1 1-16,2-2-3 15,0 3 2-15,-3-2-1 16,-3 0 2-16,-2-1-2 0,1 0 2 15,-5 0-2 1,0 1 1-16,0-1 0 0,0 0-1 16,0 4 1-16,0-3 1 15,0-1-2-15,0 1 0 16,0-1 0-16,0 2 0 16,0 0 0-16,0 0-1 15,0 1 1-15,0 0 1 16,-9-1-1-16,0 2 0 15,-3-1 1-15,0-2 0 16,0 4 0-16,0-2 0 16,2 2-1-16,-1-1 0 15,1-1 0-15,-1 5 0 0,-3-6 1 16,0 3 0-16,-4 1 0 16,-1-1 0-16,-2 1-1 15,-3-1 0-15,1 1 0 16,0 3 0-16,-1-1 0 15,-3 2 1-15,5 1-1 16,-4 1 1-16,5 1-1 16,-4 0 0-16,3-1 0 15,-1 3 1-15,1 0-1 16,-2 1 1-16,2-1-1 16,-1 0 1-16,-1 2-1 15,2-1 0-15,-3 1 0 16,-5 4 0-16,6-2 0 0,-6 5 0 15,0-1-2-15,3 1 2 16,2 2 0 0,1-1 0-16,-1 1 0 0,4 1 0 15,-3 0 0-15,2 2 0 16,-2-1 1-16,4 1-1 16,-2 0 1-16,1 1 0 15,2-2 3-15,-4 2 1 16,1 0-2-16,-1 0-1 15,-5 0 0-15,3 3-1 16,-2 4-1-16,3 0 1 16,-1 2 0-16,2 1-1 15,-2-1 1-15,4 2 0 0,-1 0 2 16,2 1-1-16,-2 1-1 16,0 0 1-16,2-3-1 15,-1 2 3-15,1 0-2 16,0-1 0-16,-2 0 0 15,1-1 0-15,4 0 1 16,-2 1-1-16,5-1-2 16,-2 2 1-16,-2 5-2 15,2 2 1-15,-3 6-8 16,2 11-78-16,-10-5-98 16,-13-7-389-16</inkml:trace>
  <inkml:trace contextRef="#ctx0" brushRef="#br0" timeOffset="20741.046">5918 7225 163 0,'0'0'80'0,"0"0"-70"0,0 0 15 15,0 0 28-15,0 0 13 0,0 0-13 16,-37-72-18 0,34 70 10-16,1 2-6 0,2 0-8 15,0 0-27-15,0 24-2 16,-3 14 19-16,3 17 28 16,-1 15-4-16,1 13-6 15,0 10-14-15,0 2 1 16,0 3-5-16,0-4-9 15,0-9-4-15,0-4 0 16,1-3 18-16,5-3-4 16,-1-5-6-16,-4-4-10 15,2-7 3-15,-3-5 3 16,0-8-1-16,0-3 1 0,0-4-6 16,0-5-3-1,0-4 2-15,0-4-1 0,0-7-3 16,0-3 1-16,0-8-1 15,0-2 1-15,0-3 1 16,0-3-1-16,0 0 1 16,-4 0 5-16,-1 0-8 15,-2-10-45-15,-5-9-47 16,3-4-33-16,-3-7-41 16,-1-5-11-16,-7-4-55 15</inkml:trace>
  <inkml:trace contextRef="#ctx0" brushRef="#br0" timeOffset="20990.142">5600 8198 403 0,'0'0'6'0,"0"0"-5"0,0 0 18 16,47 96 46-16,-7-45 27 16,0 1-16-16,1-1-18 15,-3-7-19-15,-5-6-3 16,-2-10 6-16,-8-9-9 15,2-6-2-15,-7-10 3 16,-6-3-1-16,1 0-6 16,-2-10 2-16,1-17-12 15,6-10-13-15,5-11 0 16,3-12-4-16,4-5-13 16,1-14-76-16,-7-11-181 0</inkml:trace>
  <inkml:trace contextRef="#ctx0" brushRef="#br0" timeOffset="27866.043">5375 7460 298 0,'0'0'6'0,"0"0"-1"0,0 0 1 15,0 0 12-15,0 0 22 16,0 0-7-16,0 0-1 16,0 0-9-16,-30-43-9 15,30 43-11-15,0 0 2 0,0 8 7 16,0 5 12-16,0-2-2 16,3 0-12-16,3-3-4 15,-1-2 1-15,-4-4-2 16,1-1-1-16,-2-1 2 15,1 0 24-15,1-3 20 16,1-12-43-16,0-3-3 16,4-1-4-16,-3-2 5 15,-2 3-5-15,4-1 1 16,-3 4 0-16,-3 2-1 16,3 3 1-16,-3 0 0 15,0 5 2-15,0 0 0 16,0 0-2-16,0 2 1 0,-6 1 0 15,0 0-1-15,-2 2-1 16,1-2 3-16,3 2 0 16,-1 0-1-16,1 0-2 15,-7 0 0-15,4 6 0 16,-1 7-1-16,-1 5 1 16,2 2 1-16,0 5-1 15,2-2 1-15,2 1-1 16,3-4 1-16,0-2-1 15,0-3 0-15,0-6 2 16,12-3 0-16,-2-4 3 16,5-2-1-16,3 0-2 0,-3-7 5 15,0-7-4-15,2 0-3 16,-4-1 3-16,-6 5-2 16,-2 0 0-16,-4 2 2 15,-1 1-2-15,0 1 1 16,0 1 3-16,-4 5-4 15,-10 0-1-15,-2 0 0 16,1 3 0-16,-3 7-1 16,3 0 1-16,2 1 0 15,2-1 0-15,4-2 1 16,0-1-1-16,2-1 0 16,2-2 1-16,3-1-1 15,0-2 1-15,0 1-2 16,0-2 3-16,0 0-2 0,8 0 6 15,2 0-5-15,-1-2 4 16,0-6-5-16,-3 0 3 16,-2 1-2-16,-1 0 1 15,-3 2-1-15,0 0 2 16,0 1 4-16,0 1-4 16,0 2 2-16,0 1-2 15,-7 0-3-15,-1 2 0 16,-4 12-3-16,2 3 3 15,1 1 2-15,3 1-1 16,3-2 2-16,3-3-2 16,0-3 1-16,0-3-1 0,0-2-1 15,0-3 1-15,0-3 4 16,0 0-2-16,0 0 17 16,3-7 10-16,6-8-20 15,0-3-9-15,-3 6 4 16,-5 1-1-16,-1-1 0 15,0 5 0-15,0 1 1 16,0 4 0-16,0 0 1 16,0 2-4-16,0 0-2 15,0 0-4-15,0 2 4 16,0 9 0-16,0 2-1 16,8-6-86-16,1-7-209 0</inkml:trace>
  <inkml:trace contextRef="#ctx0" brushRef="#br0" timeOffset="36006.891">3165 11788 280 0,'0'0'16'0,"0"0"2"0,0 0 40 0,0 0 24 16,0 0-26-16,0 0 6 15,0 0-5-15,-62-46-31 16,72 46-17-16,14 0 4 0,6 0 14 16,13 0-17-16,5 0 5 15,10 0-2-15,6 4-1 16,8 1 3-16,8-1 0 16,1 1-7-16,3-1 0 15,-1-3-3-15,1 1 0 16,2-1 0-16,1-1-2 15,2 0 0-15,2 0 1 16,5 0-1-16,-4 0-1 16,-2 0-2-16,-7 0 0 15,-5-1 0-15,-2 1 1 16,-6 0-1-16,-1 0 0 16,-8 0 1-16,5 0-1 0,-5 0 1 15,-3 0-1 1,0-2 0-16,-3 1 3 0,-5 1-3 15,2-4 0-15,-5-1 1 16,1-2-1-16,0 0 3 16,0-4 1-16,4-2 9 15,-6 1-2-15,-7-2-5 16,-2-3-5-16,-5 2 1 16,-7-1 0-16,0-1 0 15,-8-1 13-15,-1-2 14 16,-7-3 0-16,3-5-12 15,0 0-2-15,-3-8-7 0,0 1 6 16,-2-7-6-16,-2-3 0 16,-4-9-3-16,-1-5-1 15,0-6-2-15,-3-1 1 16,-10-2-2-16,1 2 0 16,3-1-1-16,-4 5 1 15,4-2-1-15,-2 5 0 16,-2 0 1-16,-1 5-1 15,-5-1-1-15,4 1 0 16,-6-2 1-16,-3 1 0 16,-10 6 2-16,1 4-2 15,-3 7 0-15,-4 4 1 0,13 2 0 16,6 2 0 0,2 3 0-16,1 0 2 0,0 4-1 15,3 3 3-15,2 3 2 16,-2 1-6-16,0 2 0 15,-2 3 2-15,-3 3-1 16,-4 3-1-16,-1 2 0 16,-5 3 0-16,-3 0 0 15,-3 0 1-15,0 0-2 16,-3 3 0-16,-1 1 0 16,-2 0 0-16,2 3 1 15,-6-3-1-15,-2 4 1 16,-3 1-1-16,-8 1 0 15,-10 3 1-15,0 3-1 16,-7 0 1-16,-6 4-1 0,-9 0 0 16,-3 6 0-16,-1-7 0 15,8 3 0-15,10-4-1 16,5 0 0-16,9-5 1 16,-1-3 1-16,6-1-1 15,1-5 0-15,-1 1 2 16,-3-5-1-16,6 0-1 15,-2 0 0-15,5 0 0 16,3 0 2-16,2-7-1 16,7 5-1-16,3 0 0 15,-2 1 0-15,3 1 0 16,3 0-1-16,0 0 1 16,2 0 1-16,3 0-1 0,1 0-1 15,2 3 1 1,4 1 0-16,3 5 0 0,3-2-1 15,3 2-1-15,4 2 1 16,1 1-1-16,1 3 2 16,-1 2-2-16,2 2 0 15,-1 4 2-15,2 1 0 16,-2 3 0-16,3 1 0 16,-2 3-1-16,2 3 0 15,-3 3 0-15,-1 2 1 16,1 5 0-16,-3 5 0 15,3 1 0-15,1 5 2 16,-2-2 2-16,3 0-2 16,-1-1 2-16,1-4-1 0,-1-2 5 15,5-1-4-15,0 0 0 16,0 0 3-16,0-1 2 16,3-2 1-16,3 0-3 15,2-3 2-15,0-2-2 16,-3 1 1-16,4-1-6 15,-3 1 1-15,0-3 0 16,3 2-2-16,-2-5 2 16,-1-2-1-16,2-5 0 15,2-5 1-15,-5-1 0 16,5-6 0-16,-1-2-2 16,0-3-1-16,11-2-49 0,-4-6-62 15,-1-1-264-15</inkml:trace>
  <inkml:trace contextRef="#ctx0" brushRef="#br0" timeOffset="39040.954">9012 13720 619 0,'0'0'0'0,"0"0"0"0,0 0 7 0,0 0 8 16,0 0-1-16,0 0-6 15,0 0 4-15,-55-24-1 16,55 23-11-16,0-1-2 15,22-4-58-15,-2-4-112 16</inkml:trace>
  <inkml:trace contextRef="#ctx0" brushRef="#br0" timeOffset="44630.35">14630 9637 213 0,'0'0'84'0,"0"0"-84"0,0 0 0 0,0 0 0 15,0 0 5-15,0 0-3 16,0 0 0-16,0 0-4 16,0 6 2-16,0-6 0 15,0 0 2-15,0 0 0 16,0 0 2-16,0 0-1 15,0 0 1-15,0 0 0 16,0 0 1-16,0 0 5 16,0 3-3-16,0-3-1 15,0 1-2-15,0-1-2 16,0 0-1-16,0 0-1 16,0 0 0-16,0 0-13 0,0 0-43 15,0 3-47 1</inkml:trace>
  <inkml:trace contextRef="#ctx0" brushRef="#br0" timeOffset="45275.411">13623 11123 306 0,'0'0'203'0,"0"0"-198"0,0 0 10 16,0 0 1-16,0 0-6 15,147-39 10-15,-56 25-6 16,8 1-6-16,-1 2-5 16,-4 1 0-16,-6 2-2 0,-4-1 2 15,-2-2-1-15,-8 1-2 16,-6 0 0-16,-10 0 0 16,-9 0-2-16,-9-1-15 15,-7 1-22-15,-11 0-42 16,-11 2-43-16,-11 4-21 15</inkml:trace>
  <inkml:trace contextRef="#ctx0" brushRef="#br0" timeOffset="45510.156">13907 11236 514 0,'0'0'0'16,"0"0"0"-16,0 0 2 0,0 0 27 15,0 0 10-15,120 39 11 16,-63-39-9-16,4 0-12 16,5-11-8-16,8-7-8 15,5-2-4-15,6-3-4 16,-3-1-5-16,-3-3 2 16,-4 1-2-16,-10 3-41 15,-7-4-90-15,-5-2-195 16</inkml:trace>
  <inkml:trace contextRef="#ctx0" brushRef="#br0" timeOffset="46861.047">10112 13965 706 0,'0'0'4'0,"0"0"-8"0,0 0-4 16,0 0-11-16,0 0 12 16,0 0 3-16,0 0-10 15,30-22-28-15,-27 22-12 16,1 0-28-16,4 0-29 16,-5 0-49-16</inkml:trace>
  <inkml:trace contextRef="#ctx0" brushRef="#br0" timeOffset="54837.997">15771 6383 176 0,'0'0'61'0,"0"0"-26"0,0 0 20 15,0 0-1-15,0 0-10 16,0 0-27-16,0 0 5 16,-15-2 3-16,15 0-5 15,0 1 3-15,-2 1-5 16,2-1 0-16,-4-3 8 15,1 1-8-15,0-1-10 16,-3-1-4-16,2 0 1 0,-4-1 4 16,1 2-4-1,-1-4 6-15,1 1-3 0,-2 0 7 16,2 1-3-16,-3-1-3 16,3 2 0-16,1-1-1 15,-3 2-1-15,3-1 0 16,-1-1-3-16,-1 3 1 15,1-1 0-15,1 1-1 16,-2 0 3-16,4-1 6 16,-1 4 4-16,-3-3-2 15,0-1 7-15,-1 0-12 16,0-3-7-16,-3 2 0 16,3 0 1-16,-2-1-1 0,1 0 1 15,1-1-3 1,0 1 4-16,-1 1 0 0,4-1 8 15,-2 1 3-15,-1 1 2 16,-1-2 0-16,1-1-6 16,0 1-4-16,-3-2-2 15,2 2 2-15,-1-3-6 16,-2 4-1-16,2 0 2 16,0-2-2-16,0 2 2 15,2 1-2-15,-3-1 0 16,2 1 1-16,-1 2 0 15,-2-1-2-15,-1 0 1 0,4 2 0 16,-3-1 0 0,-1 0 1-16,-1 1-1 0,2 1 2 15,-5-1 2-15,0 1-3 16,-5 0 0-16,0 0-2 16,-1 0 1-16,3 0 0 15,-3 0 0-15,2 0 0 16,-2 0 2-16,0 0 0 15,-3 0-2-15,-1 0 1 16,-4 0 1-16,1 0 0 16,0 0-2-16,-1 0 2 15,2 0 1-15,1-4 2 16,0 4-4-16,-2-3 2 16,4 0 0-16,2 3-2 15,1 0 2-15,1 0 1 16,1 0 3-16,-2 0 0 15,4 0-3-15,-2 0 0 0,-1 0-1 16,-1 0-2-16,0 0 1 16,0 0-1-16,2 0 0 15,-2 0 0-15,2 0 0 16,0 3-2-16,-1 0 4 16,2 1-3-16,0 0 1 15,2 0-1-15,1-1 0 16,3 1-1-16,3 0 2 15,-5 2 1-15,4 1 0 16,-6 0-1-16,-4 4-2 0,-2 4 1 16,-2 0-1-16,-2 2 3 15,4 0-1-15,1 0-1 16,4-1 1-16,1-1-1 16,-1 2 0-16,1 0-1 15,0 0 1-15,0 0-1 16,1-2 3-16,3 3-1 15,0-1-2-15,-1-3 2 16,2 2-1-16,1-2 0 16,1 0-1-16,1 1 1 15,-2-1-1-15,3 1 0 16,-5 0 2-16,4 3-1 16,-2-1-1-16,-2-2 1 15,1 2 0-15,0 0 0 0,-1-2 0 16,3 1 2-16,1 0-1 15,2-4-1-15,1 1 1 16,3-2 0-16,2 2-2 16,2 1 0-16,-1 0 3 15,-1 5-3-15,3-1 4 16,0 1 1-16,0 1-1 16,0 0-2-16,0-1-2 15,0 3 2-15,3-2 1 16,3 3 0-16,2-4-2 15,0 2 0-15,0 0 0 0,2 1 2 16,1 0-1 0,-2 2 2-16,1-3-4 0,0 1 4 15,3-3-1-15,-1-1-1 16,1 1-2-16,0 1 2 16,2 0 2-16,0-2-2 15,0-2 0-15,-1 3-1 16,0-2 0-16,0-2 0 15,1 3 1-15,0-2-2 16,-2 0 1-16,4-1-1 16,0-3 3-16,0 3-3 15,1 1-1-15,0-2 1 16,1-2 3-16,2 3-3 16,1-4 4-16,2 1-3 15,0-3-1-15,1 0 2 0,-2-1-1 16,1 0-1-16,0-1 1 15,-1-1-1-15,0 1 0 16,2 0 0-16,-1-2 0 16,3 0 0-16,0 1 0 15,1-2 0-15,2 1 0 16,0 0 1-16,1 0-1 16,-1 1 0-16,3-2 0 15,1-3 0-15,0-1 0 16,4 0-1-16,2 0 1 15,6 0 1-15,3-5-1 16,1-2 0-16,0 2 1 16,-3-1-1-16,-1 0 1 0,-1-1-1 15,2 0 0-15,0 0 0 16,0-2 1-16,1 1-1 16,1-4 0-16,0 2 0 15,-1-4 1-15,1 0-1 16,-1-3 2-16,3 1-1 15,4 0-1-15,-2 0 0 16,2 0 2-16,0 0-2 16,-5-1-2-16,-3 2 1 15,-4 0 1-15,-4-3 0 16,-2 3-5-16,4-5 5 16,2-1-2-16,-1-3 2 0,-2 2 0 15,-2-3 1 1,-3 0-1-16,-4-3 1 0,-1 2-2 15,-5 0 1-15,-4-2 0 16,-3-1 0-16,-7-1 0 16,-4-2 0-16,-3 0 1 15,-2-4-1-15,-1 2 0 16,-1-2 0-16,0 1 0 16,0 1 0-16,0 1-1 15,0 0 1-15,0 1 0 16,0 0 1-16,0 1-1 15,0-2 0-15,-10 3 0 0,0-2-1 16,-4 1 1 0,-2 1 0-16,1 0-1 0,-3-2 1 15,-1 3 1-15,-1 1-1 16,-1 1 2-16,-1 0-2 16,2 2 0-16,0 5 1 15,-1 1-1-15,1 1 0 16,-2 3 1-16,-2-1 0 15,-3 2-1-15,-1 3 1 16,-2 2 0-16,-1 2 0 16,-3 3-1-16,-2 0 1 15,-2 1-1-15,-1 3 0 16,-2 0 2-16,2-1-1 16,0 1-1-16,2 0 0 0,1 0-2 15,2 0 2-15,-2 0 0 16,0 6 0-16,-4 3 0 15,-3 2 0-15,5-1-1 16,9-1 1-16,8-4 0 16,13-3-2-16,8-2-48 15,15-9-119-15,8-36-267 16</inkml:trace>
  <inkml:trace contextRef="#ctx0" brushRef="#br0" timeOffset="65079.155">14115 7358 435 0,'0'0'53'0,"0"0"-49"0,0 0 6 16,0 0 58-16,0 0-10 0,0 0-24 16,0 0-12-1,0 0-10-15,-24 13-5 0,45-13-2 16,12 0 13-16,8-3-2 16,4-4-5-16,6 2-5 15,0 0-3-15,-2 0-1 16,-2-2 0-16,-5 1-1 15,-6-3-1-15,-1 1-1 16,-9-2-6-16,-3 2-23 16,-11-1-43-16,-12 1-58 15,0 2-29-15</inkml:trace>
  <inkml:trace contextRef="#ctx0" brushRef="#br0" timeOffset="65335.685">13949 7433 435 0,'0'0'0'16,"0"0"1"-16,0 0 7 15,0 0 46-15,0 0-9 16,112 8-15-16,-75-8-12 15,-1-2-10-15,0-5-3 16,-6 0-3-16,-3-1 1 16,-5-1-3-16,-8 1-29 0,-8-4-83 15,-6-2-111-15</inkml:trace>
  <inkml:trace contextRef="#ctx0" brushRef="#br0" timeOffset="67290.01">14092 6424 177 0,'0'0'13'0,"0"0"-4"0,0 0 23 0,0 0 35 16,0 0-7-16,0 0-16 15,-91-51-1-15,77 46-6 16,0 1-9-16,-1 0 3 15,0 2-2-15,0 2-9 16,-1 0-5-16,-2 0 0 16,0 8 3-16,-1 3 3 15,-1 3-3-15,1 1-1 16,-2 6-3-16,-6 4-2 16,2 0 1-16,1 4 3 15,-2-2-3-15,3 1 9 0,3 0-5 16,7 1-2-16,1 2 1 15,6 0 2-15,3 2-6 16,2 0 5-16,1 1 7 16,0 1-7-16,0-1-2 15,7 0-3-15,5 0-3 16,-2 1-1-16,5 1-4 16,2 0-1-16,0-2 2 15,3-3 0-15,2-2-5 16,-2 0 6-16,-1-2-4 15,1 0-1-15,-1-2 1 0,-3-4-1 16,2 2 0 0,0-4 1-16,0-2-2 0,0-2 3 15,-2-3 0-15,4 0-2 16,-2-4 1-16,-1-1 1 16,3-3-3-16,4-3 3 15,1-1 0-15,2 0-2 16,1 0 0-16,2-8 0 15,-2-6-1-15,5-3 2 16,-1-3-1-16,-1 0-1 16,-1-1 0-16,-2-3 0 15,-4-1 0-15,-1-2 0 0,-7-3 0 16,-1 0 0 0,-7-4-1-16,-4 0 1 15,-4-3 1-15,0-3-1 0,0 0 0 16,-12 0 0-16,0 1 0 15,-4 1 0-15,-1 1-2 16,-1-2 1-16,2 2 1 16,1 3 0-16,1 1 1 15,1 4-2-15,4 2 1 16,-2 1 0-16,3 1-1 16,-1 0 0-16,0 3 1 15,-1 0 3-15,0 1-3 16,0 1-2-16,0 0 2 15,-1 3 0-15,0 2 2 16,1 0-1-16,0-2 0 0,1 5 3 16,-3 1-3-16,1-1 1 15,-1 3-2-15,-2 0 1 16,0 1 3-16,-2 5-4 16,1 0 3-16,-2 2-2 15,2 1 0-15,-1 0-1 16,1 0 0-16,-1 1 0 15,-1 12 2-15,-4-1-2 16,4 4-1-16,-3 2 1 16,-2 2 0-16,-2 5 1 15,-1 1-1-15,-1 1 1 16,-1 1 0-16,2 1 0 16,0 1-1-16,4 1 1 0,3 0 1 15,1 2 2-15,4 1-2 16,1 0 0-16,5 1-1 15,2 0 4-15,4 2 1 16,1 1 0-16,0 1 0 16,0 4-2-16,3 1-2 15,10 0 0-15,-1-2 0 16,0-4 2-16,6-3-2 16,-3-1-1-16,1-3 4 15,2-2-1-15,-2-1 0 16,2-3-2-16,0-2 2 15,0-1-2-15,3 2 0 16,0-3-2-16,1 0 1 16,0-4 1-16,0 0 1 0,1-4-1 15,1-5-1-15,3-1 2 16,3-4-1-16,1-3 1 16,5 0-2-16,-2 0 1 15,2-7-1-15,0-5 1 16,0-4 0-16,-5-2-2 15,5 0 2-15,-6-3-2 16,-1 0 1-16,-1-1-1 16,-3-3 1-16,-4-1 0 15,-2-1-1-15,-4-4 1 16,0-3 0-16,-3-3-1 16,-2-3 0-16,-1-1 1 15,-3-5 1-15,-3 1-2 0,-3 0 0 16,0 1 0-16,0 4 1 15,0 0-1-15,-10 0 0 16,-5 1 0-16,0 2-3 16,-4 4 6-16,2 1-5 15,2 2 2-15,-3 3 0 16,2 0 0-16,-6 2 0 16,-2 2 0-16,1 2 0 15,-1 2 0-15,1-1 2 16,-3 6-2-16,-2 2 3 15,3 0-3-15,-3 4 0 16,0 2 0-16,1 2 4 16,-1 0-2-16,3 4-2 0,1 0 1 15,3 0 3-15,0 0-3 16,0 0-1-16,3 0 1 16,-3 3-1-16,9 2 0 15,-2 3 0-15,3 1 0 16,5 5-8-16,3 3-47 15,2 4-80-15,-8-7-234 16</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25:27.601"/>
    </inkml:context>
    <inkml:brush xml:id="br0">
      <inkml:brushProperty name="width" value="0.05292" units="cm"/>
      <inkml:brushProperty name="height" value="0.05292" units="cm"/>
      <inkml:brushProperty name="color" value="#FFC000"/>
    </inkml:brush>
  </inkml:definitions>
  <inkml:trace contextRef="#ctx0" brushRef="#br0">9960 6043 404 0,'0'0'11'0,"0"0"-7"0,0 0 0 0,0 0-2 16,0 0 4-16,0 0 11 16,0 0-6-16,-37 10 74 15,83-6-24-15,19-1-34 16,23-3 8-16,15 0 1 16,14 0-9-16,8-5-14 15,6-3 1-15,8 0 3 16,6-3 2-16,7-3-5 15,2-3-3-15,-1 0-7 16,-8-2-2-16,-11 5 7 16,-7-1-3-16,-13 3 9 15,-11-1 3-15,-12-3 9 0,-17 5-9 16,-10-2 1-16,-17 1-8 16,-13 4-3-16,-18 2-5 15,-10 1 0-15,-6 0-3 16,-13 5-23-16,-36 0-92 15,-29 1-187-15</inkml:trace>
  <inkml:trace contextRef="#ctx0" brushRef="#br0" timeOffset="386.655">10245 6353 622 0,'0'0'0'16,"0"0"-80"-16,0 0 50 15,0 0 30-15,0 0 37 16,94 5 20-16,-26-10-14 16,23-14-14-16,14-4 13 15,16-3 3-15,7-3 1 16,9-3-8-16,-2 3-8 15,-4-1-10-15,-5 4-6 16,-12 3-8-16,-15 0 1 16,-11 5-3-16,-11-2-2 0,-13 3 2 15,-12 1-2-15,-16 4 3 16,-11 2-5-16,-14 4 1 16,-11 2 4-16,0 0-5 15,0-1-5-15,-24 0-13 16,-6 0-58-16,-4-1-13 15,1-5-41-15,5-7-163 16</inkml:trace>
  <inkml:trace contextRef="#ctx0" brushRef="#br0" timeOffset="977.117">11259 4764 597 0,'0'0'15'0,"0"0"-5"0,0 0 59 16,-79 7-3-16,67-7 7 16,5-13 0-16,7-8-26 15,10-11-25-15,23-11-15 16,22-3 3-16,15-10 3 16,17 2-1-16,5-5-4 15,7-3-2-15,4 5-2 16,-3 3 1-16,-2 4-3 15,-7 6-2-15,-13 5 0 0,-14 5 0 16,-13 11 1-16,-17 6-1 16,-13 7 0-16,-12 5 0 15,-9 5-1-15,0 0-14 16,-2 2-22-16,-26 15-4 16,-9 5-52-16,-6 2-67 15,-1-4-61-15,7-5-113 16</inkml:trace>
  <inkml:trace contextRef="#ctx0" brushRef="#br0" timeOffset="1225.593">12030 4069 284 0,'0'0'11'16,"0"0"55"-16,0 0 29 16,108-87-20-16,-78 76-21 15,-2 4-29-15,-3 7-14 16,-2 7-5-16,-4 17-1 15,-2 6 20-15,-5 7 37 16,-5 3 5-16,-4-2-12 16,0-1-11-16,0-3-4 15,-3-5-15-15,0-3-14 16,0-6-5-16,0-4 1 16,0-7-7-16,3-7-55 15,6-2-129-15,3-8-238 16</inkml:trace>
  <inkml:trace contextRef="#ctx0" brushRef="#br0" timeOffset="1737.237">12653 3664 577 0,'0'0'29'0,"0"0"-13"16,0 0 34-16,0 0-19 16,0 0 0-16,0 0-13 15,53-32-1-15,-41 50 6 0,-1 3-5 16,-2 4 3-16,-3 3-7 16,-6 3-2-16,0-2-6 15,0-2 2-15,0-4-2 16,0-7 1-16,-3-3-3 15,3-7-4-15,0-3-3 16,3-3 3-16,13 0 8 16,5-2-6-16,6-6 0 15,-3-2-1-15,-5 4 1 16,-1 1 2-16,-4 5 6 16,0 0 12-16,-2 0 4 15,-1 1-6-15,-4 12 1 16,-1 7 5-16,-4 1 0 0,-2 7 2 15,0 0 5-15,-12 4-11 16,-11-2 0-16,-5-3-6 16,-5 0-5-16,-4-4-6 15,5-5-1-15,3-7-4 16,8-7-3-16,9-4-22 16,3-1-23-16,9-20-12 15,0-12-44-15,10-13-108 16,8-15-148-16</inkml:trace>
  <inkml:trace contextRef="#ctx0" brushRef="#br0" timeOffset="2236.241">12781 3303 587 0,'0'0'20'0,"0"0"44"0,-105-60 39 0,67 51-36 0,-2 7-13 16,-1 2-20-16,1 3-4 15,3 16-5-15,-1 8-8 16,1 6-8-16,3 10 1 16,1 7-1-16,4 12-1 15,4 12 1-15,9 7 0 16,11 3 2-16,5-1 1 16,5-1-4-16,20-3-1 15,8-2-5-15,10-8 1 16,4-9 0-16,9-11 0 15,5-7 2-15,2-16-1 0,3-10 0 16,4-14 4-16,0-2-2 16,0-19 0-16,2-15-2 15,-1-13 0-15,-2-9-2 16,-5-10 1-16,-6-7-2 16,-8-8 2-16,-10-8-2 15,-14-8 8-15,-10-6 8 16,-16 5-4-16,-2 11 15 15,-28 11 6-15,-10 15 55 16,-8 11-56-16,-7 13-33 16,0 8 2-16,-5 11 5 0,5 7-7 15,3 6 0-15,5 5-4 16,4 0 1 0,6 20-9-16,1 11-42 0,8 16-40 15,5 10-19-15,8 4-96 16,5-2-257-16</inkml:trace>
  <inkml:trace contextRef="#ctx0" brushRef="#br0" timeOffset="3046.072">15311 6508 233 0,'0'0'12'0,"-94"28"89"0,65-17-27 0,13 1 10 15,13-6-23-15,3 0-15 16,23-3-1-16,29-3 15 15,25 0 0-15,27-9-27 16,23-15 0-16,14 1-21 16,14-2 0-16,5-2 2 15,-2-1 25-15,-1-1-2 0,-11 3-2 16,-12 3-10-16,-14 1-3 16,-19 7-6-16,-20 2-5 15,-25 6 1-15,-23 4-10 16,-19 3-2-16,-13 0-5 15,-1 0 1-15,0 3 1 16,-16 4-1-16,-13 0-33 16,-5-3-63-16,0-4-103 15,1-6-117-15</inkml:trace>
  <inkml:trace contextRef="#ctx0" brushRef="#br0" timeOffset="3729.874">16005 4831 618 0,'0'0'16'0,"31"-76"-5"0,23 23 55 0,18-8 1 15,10-1-2-15,13 0-10 16,1 4-20-16,-2 3-17 16,-9 3-5-16,-6 3-2 15,-10 9-7-15,-8 4-3 16,-12 11 2-16,-13 8-2 15,-19 9-1-15,-11 6 2 16,-6 2-2-16,-20 2-97 0,-21 13 39 16,-12 4-31-16,-1-3 6 15,9-3-22-15,12-4 52 16,14-5 27-16,13-3 26 16,6-1 13-16,0 0 21 15,0 0 10-15,15-8-34 16,6-1 0-16,4-1 15 15,-1 3 9-15,-1 1 10 16,-4 5-4-16,-1 1-10 16,-3 0-6-16,-2 13 1 15,-2 7-5-15,-8 3-4 0,-3 6-7 16,0 2 3 0,-10 0-9-16,0-3-3 0,4-5-51 15,6-7-99-15,0-14-27 16</inkml:trace>
  <inkml:trace contextRef="#ctx0" brushRef="#br0" timeOffset="4066.178">17285 3942 611 0,'0'0'35'0,"0"0"87"0,0 0-36 0,0 0-23 0,0 0-35 16,82-62-18-16,-67 67-9 16,3 16 5-16,-6 4 0 15,-5 6 4-15,-7 3-1 16,0 0 0-16,0-2 2 16,-5-2-2-16,-1-5-2 15,4-5-4-15,2-5-1 16,0-6 1-16,0-4 2 15,13-5 1-15,13 0 7 16,8-8-3-16,5-9-6 16,1-7-2-16,1-2-2 0,0-5-11 15,0-5-51 1,-4-3-75-16,-10-4-165 16</inkml:trace>
  <inkml:trace contextRef="#ctx0" brushRef="#br0" timeOffset="4502.816">17441 3557 455 0,'0'0'34'15,"0"0"97"-15,-114-15-44 16,72 15-40-16,-1 24-11 16,-3 11-12-16,-1 10 7 15,1 9 1-15,0 8-1 16,10 7 4-16,11 6 10 0,10 4-19 15,15-2-9-15,10-5 3 16,25-3-7-16,13-9-4 16,14-10-3-16,11-10 1 15,8-12 3-15,7-11-3 16,0-13 1-16,-2-4-2 16,1-11-3-16,-3-20 5 15,-7-10-5-15,-7-12 1 16,-7-8 3-16,-11-13 2 15,-10-7 7-15,-5-11-4 16,-16-4-3-16,-15-3 8 16,-6 2 0-16,-12 9 5 15,-24 17 2-15,-10 23-3 0,-11 20 19 16,-10 18-30-16,-15 10-10 16,-21 19 0-16,-8 25-3 15,-12 18 3-15,-1 14-35 16,8 13-61-16,7-4-91 15,9-14-479-15</inkml:trace>
  <inkml:trace contextRef="#ctx0" brushRef="#br0" timeOffset="6467.404">18179 2928 604 0,'0'0'0'0,"-139"-21"6"0,68 21 3 0,-3 0 10 16,-3 15 20-16,-8 14 2 15,-6 8-14-15,0 6-7 16,-2 4 0-16,-2 10-7 15,2 6-4-15,5 5-2 16,9 6-2-16,9 7 10 16,12 11 10-16,11 7-7 15,12 3-12-15,15-2 8 0,16-4-13 16,4-4 1 0,30-7 1-16,10-11 3 0,14-9-5 15,4-7 3-15,9-11-1 16,8-7 2-16,10-9-5 15,4-9 5-15,7-5-3 16,1-11 3-16,1-6-5 16,6-4 5-16,0-17-4 15,-1-9 7-15,1-3-1 16,-6-7-7-16,-4-5 1 16,-9-6-1-16,-8-5 4 15,-6-8-4-15,-8-8 6 16,-12-7-5-16,-5-10 2 0,-15-10 1 15,-10-6-3-15,-15-8 2 16,-6 3 0-16,-6 4-3 16,-21 10 2-16,-7 6-2 15,-12 9-1-15,-14 9 0 16,-6 7-2-16,-9 6 3 16,-6 11 0-16,-3 7 1 15,-2 9 6-15,-1 9-6 16,6 12-1-16,1 8-4 15,-1 3 3-15,-4 7 0 16,-10 19 0-16,-4 9-3 16,-3 7 4-16,-5 6 0 15,-1 7-1-15,9 3 1 16,1 6 0-16,8 3-3 0,5 11 2 16,9 5-1-16,7 7 2 15,15 17 0-15,10 12 0 16,10 9 1-16,7 2-1 15,12-7 0-15,13-5 1 16,2-12-1-16,24-10 0 16,15-10-1-16,13-12 2 15,12-10-1-15,14-11 4 16,14-12-4-16,13-13 0 16,13-14-20-16,14-14-126 0,6-22-193 15</inkml:trace>
  <inkml:trace contextRef="#ctx0" brushRef="#br0" timeOffset="8503.68">18330 5042 274 0,'0'0'15'0,"0"0"66"0,0 0 53 0,0 0-33 16,-65 72-12-16,65-66-14 15,10-6-26-15,52-9 52 0,68-32-43 16,84-24-58-16,70-26-22 15,53-31-536 1</inkml:trace>
  <inkml:trace contextRef="#ctx0" brushRef="#br0" timeOffset="14515.18">9761 11368 293 0,'0'0'8'0,"0"0"27"0,0 0 35 0,0 0 3 15,0 0-9 1,0 0-14-16,0 0-27 0,-52-24-18 15,52 24-2-15,15 0 27 16,12 0 38-16,12 4-21 16,10 0-8-16,12-2 1 15,3 0-13-15,6 1-5 16,2 0-9-16,2 1-4 16,4-1 0-16,6-3-4 15,5 0-2-15,10 0 1 16,4 0 3-16,7-3 0 15,5-4-1-15,-5 0 5 0,2-3 4 16,-1 3-3 0,-7-2 3-16,-10 2-5 0,-8 2-6 15,-12 0-1-15,-13 0 0 16,-12 2 0-16,-12 0-2 16,-11 2-1-16,-16 1 0 15,-7 0 0-15,-3 0-21 16,-24 0 20-16,-16 13-63 15,-20 1-90-15,-20 1-38 16,-17 1-233-16</inkml:trace>
  <inkml:trace contextRef="#ctx0" brushRef="#br0" timeOffset="15289.915">9929 11606 609 0,'0'0'1'0,"0"0"-2"0,0 0-8 15,0 0 9-15,0 0 12 16,0 0 31-16,31 37 3 16,12-34-1-16,14-3-5 15,13 0 7-15,8 0-11 16,5-10 12-16,10 2 1 15,11-4-19-15,8 1-2 16,7-2 1-16,2-1-12 0,0-2-8 16,-5 0-2-16,-5 0 1 15,-10 2-4-15,-7 1 0 16,-12 3 3-16,-9 2 2 16,-12 5 1-16,-10-1 4 15,-9 4 0-15,-6 0 5 16,-11 0-5-16,-5 0-5 15,-10 0-1-15,-4 0-4 16,-5 0 1-16,-1 0 2 16,0 0 2-16,0 0 4 15,0 0 0-15,0 0 2 16,0 0 1-16,0 0-3 16,0 0-2-16,0 0-5 0,0 0-1 15,0 0-5 1,0 0 2-16,0 0-1 0,0 0-1 15,0 0 0-15,0 0-5 16,0 0 5-16,0 0-2 16,0 0 2-16,0 0-1 15,0 0-1-15,0 0 1 16,0 0 1-16,0 2 2 16,0 3 0-16,0-4-1 15,0 0-1-15,0 1 1 16,0-2 0-16,0 2-1 15,0 0 1-15,0 1-1 0,0 1 2 16,0 0-2 0,0 2 0-16,0 1 1 0,0-1-1 15,0 1 0-15,0 3 0 16,0-4 0-16,0 5 0 16,0-4 1-16,0 1-2 15,3 0 1-15,-1 0-7 16,-1-3-13-16,-1 0-12 15,0-3-30-15,-6 3-32 16,-16 2 29-16,-14 4-56 16,-14-1-112-16,-18-1-91 15</inkml:trace>
  <inkml:trace contextRef="#ctx0" brushRef="#br0" timeOffset="21003.902">11671 10117 189 0,'0'0'315'15,"0"0"-301"-15,0 0 19 0,-79-81 10 0,56 69 30 16,-2 4-4-16,0 3-20 0,-2 2-20 16,3 3-17-16,-4 0-2 15,8 3-3-15,-3 6 1 16,2 7 2-16,3 4 0 15,-3 2 5-15,0 6-3 16,1 3 4-16,-2 5-2 16,0-1-2-16,-1 1 1 15,-2 7-9-15,4-1 3 16,-1 2-4-16,4-2 0 16,-1-1 1-16,3-3 2 15,0-3-2-15,4 1 3 16,2-5 3-16,4 1-1 15,-2-2-2-15,2 3 1 16,-1-3-3-16,0 2-2 0,1-2 1 16,1-3-1-16,2 0 1 15,-2 0 2-15,2 0 0 16,2 0 4-16,1-2 0 16,0 0-1-16,0 1 0 15,0-1-1-15,4-1 2 16,4 0 0-16,3-1-2 15,2-2 0-15,-3-3 4 16,5-1-2-16,-3-1-3 16,2 2-3-16,2-2 1 0,3-1 2 15,-2 2-3 1,2-3 0-16,-2 2 1 16,-1-2 0-16,5 0 1 0,-2 1-1 15,1-2-1-15,-1-3 2 16,4-3-1-16,0-1-1 15,3-6-2-15,2 0 4 16,2 0 0-16,3 0-2 16,-4-5-1-16,4-6 3 15,-3 0-4-15,-6-5-2 16,5 1 2-16,-1 0-1 16,0-6 1-16,4-1-1 15,2-3 1-15,3 1-2 16,2-6 0-16,-2 2 0 15,-2-3 2-15,-3-2-2 0,-2 2 0 16,-6-1 0-16,1-1 0 16,-11-1 0-16,1-3 0 15,-6 3 1-15,-3-8 0 16,-3 3-1-16,0-3 1 16,-2-4-1-16,-1-6 2 15,0 3-5-15,0-5 3 16,-4-1 0-16,-5 4 0 15,-5 0 0-15,-4 7 1 16,-2 2 2-16,-2 3-2 16,-3 2-1-16,-2-1 2 15,-4 0-2-15,4 4-1 0,-3 1 1 16,2 1 0 0,1 8-1-16,-1-2 0 15,4 7 1-15,-5 1-3 0,3 4 1 16,0 2 2-16,1 4-1 15,-2 3 1-15,-1 1 0 16,4 2 0-16,0 2 0 16,-1 0-1-16,2 2 0 15,0 9 0-15,-2 5 0 16,2 0 1-16,-4 2 1 16,3 1 2-16,3 5-3 15,-1-1 0-15,1 3-2 16,4 1 4-16,0-1-1 0,1 4-1 15,2 1 0 1,0 0 0-16,1-1 0 0,1-1 0 16,-1 3 0-16,5 0 1 15,-1 1-1-15,0 0 0 16,0 5 1-16,3-2-1 16,0 1 0-16,0-3 0 15,5 4 2-15,-5-2-1 16,3-1-1-16,3 2 1 15,0 1-1-15,0 2 0 16,0-1 1-16,0 2-1 16,0 0 0-16,0-1 0 15,3-3 1-15,7-1-1 16,-1-1 0-16,6-3 0 16,-3 0 0-16,7-3 1 0,-2 1-1 15,-1 0 0-15,1-2 1 16,2 1-1-16,-2-1 1 15,0-2-1-15,4-2-1 16,-4-1 1-16,3-4 0 16,0 0-1-16,1-2 2 15,0-5-1-15,2 2 0 16,-1-2 0-16,-3-4 1 16,-1 1-1-16,7-5 0 15,-1-1 0-15,0-2 1 16,4-1 1-16,2 0 1 15,1-6-3-15,1-8 0 16,8-6 1-16,-1 2-1 0,7-1 1 16,-3-4 0-16,0-3-1 15,-4-2 1-15,-4-1 0 16,-1-1-1-16,-4-2 1 16,-3-2-1-16,-1-1 0 15,-6-1-2-15,-2-1 4 16,-9-3-2-16,1 0 0 15,-8-4 2-15,-2-2-1 16,0 1-1-16,0-2 0 16,0 2 0-16,-5 4 2 15,1 2-2-15,1 2 1 16,-3 0-1-16,0-2-1 0,-5-4 1 16,-2-2 0-1,-4-2 0-15,1 2 2 0,0 1-2 16,-2 7 1-16,-3 1-1 15,4 4 0-15,-6-1 0 16,-1 0 0-16,-6 0 0 16,-6-1-1-16,0 3-1 15,-1 3 1-15,1 1 0 16,-2 3 1-16,5 2 0 16,-2 2 0-16,3 3 0 15,-1 0 0-15,0 3 0 16,6 2 0-16,0 1-1 15,5 3 1-15,2 1 0 16,-3 2 0-16,7 2-1 0,-1-1 1 16,-1 3 0-16,6 1-1 15,0 0 0-15,0 0 2 16,0 0-2-16,6 0 3 16,-4 0-4-16,1 5 2 15,0 1 0-15,0 0 0 16,3 1 0-16,0-3 0 15,1 3 0-15,2-3 0 16,-3 1-1-16,2 1 2 16,3-3-1-16,-2-1 0 15,0 0 0-15,3 0 1 16,0-2-1-16,0 0 0 0,-2 0 0 16,2 0 0-16,0 0 1 15,0 0-1-15,0 0 0 16,0 0 1-16,0 1-1 15,0-1 0-15,0 0 0 16,0 0 0-16,0 0 0 16,-1 0-1-16,1 0 0 15,-2 0 0-15,2 0 0 16,0 3 0-16,0 0 0 16,0-3 1-16,0 3-1 15,-1-3-1-15,1 0 1 16,-5 0 0-16,5 0 1 15,0 0 0-15,0 0 0 0,0 0 1 16,0 0-1 0,0 0 0-16,-3 0 0 0,3 0 0 15,0 0 0-15,0 0 0 16,0 0-2-16,0 0-1 16,0 0 2-16,0 0 0 15,0 1-1-15,0 2 2 16,0 0 0-16,0-2-1 15,0 1 1-15,0 1-1 16,0-3-1-16,0 1 2 16,0-1 0-16,0 0 0 15,0 0 0-15,0 0 0 16,0 0 0-16,0 0 0 0,0 0 0 16,0 0 2-16,0 0-1 15,0 0 0-15,0 0-1 16,0 0-2-16,0 0 0 15,0 0 0-15,0 0-2 16,0 0-5-16,0 0-1 16,0 2-1-16,0-2-1 15,0 0-2-15,0 2 7 16,0 0 4-16,3-1 0 16,5 1 1-16,-2-2 1 15,-2 0 0-15,5 1-1 16,-5-1 2-16,-1 0-1 15,2 0 1-15,1 0 0 16,-3 0 0-16,1 0 0 0,1 0-1 16,-5 0 0-16,0 0 1 15,1 0 0-15,-1 0 0 16,0 0 0-16,0 0 1 16,0 0-1-16,0 0 0 15,0 0 0-15,2 0-1 16,-1 0 1-16,2 0-1 15,-3 0 1-15,0-1 0 16,2-1 1-16,-2 2-1 16,0 0 1-16,0 0-1 15,0-1 0-15,1-1 0 0,-1 0 0 16,2 2-1 0,-2 0 1-16,0 0 0 0,0 0 0 15,0 0-1-15,0 0 1 16,0 0-1-16,0 0 1 15,0 0-1-15,0 0 1 16,0 0 0-16,0-2-1 16,0 2 1-16,0 0 0 15,0 0 0-15,0 0 1 16,0 0-1-16,0 0 0 16,0 0 0-16,0 0 0 15,0 0 0-15,0 0 0 16,0 0 0-16,0 0-1 15,0 0 1-15,0 0 0 0,0 0-2 16,0 0 1-16,0 0 0 16,0 0 0-16,0 0 0 15,0 0 0-15,0 0-1 16,0 0 1-16,0 0 1 16,0 0 0-16,0 0 0 15,0 0 0-15,0 0 1 16,0 0-2-16,0 0 1 15,0 0 0-15,0 0 0 16,0 0 0-16,0 0 0 16,0 0 1-16,0-1-1 15,0-2-1-15,0 1 1 16,0 1 0-16,0 0 0 16,0-1 0-16,0-1 0 0,0-1-2 15,0-2-9-15,0 1-21 16,6 3-43-16,4 0-162 15,-7-5-234-15</inkml:trace>
  <inkml:trace contextRef="#ctx0" brushRef="#br0" timeOffset="21947.52">11409 11304 256 0,'0'0'12'0,"0"0"33"0,0 0 73 15,0 0-18-15,0 0-25 16,0 0-2-16,0 0-24 16,-17-44-46-16,17 63 2 15,5 14 17-15,14 19 26 16,-1 14-10-16,6 13 8 16,-1 5-6-16,3 5-4 15,-2-1-13-15,3-1-7 0,-2-1 4 16,0 0-4-16,-2-5 1 15,-2-4 11-15,-2-3 0 16,2 0-7-16,-3-6-5 16,0-1 5-16,-3-5-3 15,1-3-7-15,-5-4 2 16,0-8-5-16,-3-4 2 16,-2-13-3-16,-3-11-5 15,-2-6 3-15,-1-8-5 16,0-4 3-16,0-1 4 15,0 0-6-15,0 0 5 0,0-3-1 16,0-11-5-16,-9-7-19 16,-2-4-17-16,0-5-40 15,2-2-43-15,-4-3-89 16,-1 7-73-16,-2 5-112 16</inkml:trace>
  <inkml:trace contextRef="#ctx0" brushRef="#br0" timeOffset="24323.737">11528 12556 188 0,'0'0'210'0,"0"0"-153"0,0 0-35 0,0 0 20 16,0 0 59-16,0 0-32 15,52 104-13-15,-28-71-16 16,0-1 5-16,-2-5 8 0,-1-4-9 15,4-5-3-15,-5-7-8 16,1-4-3-16,-2-4 1 16,-5-3-2-16,5 0-4 15,-4-3-7-15,4-8-4 16,-2-4 2-16,-1 1-4 16,-4-4 1-16,-2 0-4 15,1-1 2-15,-4 0 2 16,-2 1-1-16,2 1 3 15,-4 1 0-15,0 3 2 0,-1 5 1 16,-2-1-3-16,0 4 0 16,3 1-5-16,-3 1-1 15,3 0 1-15,-3 0-3 16,1-1-1-16,-1 1-1 16,0-1-1-16,2 2 6 15,-2 1-6-15,1 0 0 16,-1 0 0-16,0 1-2 15,0 0 0-15,0 0-1 16,0 0 1-16,0 0-1 0,0 0 0 16,0 0-1-1,0 0 1-15,0 0 2 0,0 0-2 16,0 0 1-16,0 0-2 16,0 0 0-1,0 0 0-15,0 0 2 0,0 0-2 16,0 0-1-16,0 0 1 15,0 0 1-15,0 0-1 16,0 0 0-16,0 0 0 16,0 0 0-16,0 0 1 15,0 0-1-15,0 0-3 16,0 0 3-16,0 0 0 16,0 0 0-16,0 0-3 15,0 0 2-15,0 0-2 16,0 0-2-16,0 0 2 15,0 0 3-15,0 0-3 16,0 0 3-16,0 0-1 0,0 0-1 16,0 0 2-1,0 0 0-15,0 0 0 0,0 0 3 16,0 0-3-16,0 0-1 16,0 0-1-16,0 0 0 15,0 0-1-15,0 0 0 16,0 0 1-16,0 0-4 15,0 0 4-15,0 0 2 16,0 0-1-16,0 0 2 16,0 0-1-16,0 0 1 15,0 0 0-15,0 0-1 16,0 0 1-16,0 0-1 16,0 0 0-16,0 0 0 0,0 0 0 15,0 0 0-15,0 0 0 16,0 0 1-16,0 0 1 15,0 0-4-15,0 0 1 16,0 0 1-16,0 1 0 16,-1-1 1-16,1 1-1 15,0-1 2-15,0 0-2 16,0 0 0-16,0 0-1 16,0 0 1-16,0 0 0 15,0 0 0-15,0 0 0 16,0 0 0-16,-2 1 0 15,2-1 0-15,0 0 0 0,0 0-1 16,0 0 1 0,-1 2 0-16,1-2-2 0,0 0 2 15,-3 0 0-15,3 0 1 16,0 0-1-16,0 0-2 16,0 0 2-16,0 0 0 15,0 0 0-15,0 0 0 16,0 0 0-16,0 0 0 15,0 0 0-15,0 0 0 16,0 0 0-16,0 0 0 16,0 0-1-16,0 0 2 15,0 0-1-15,0 0 0 16,0 0-1-16,0 3 1 0,0-3 0 16,0 0 0-1,0 0 0-15,0 0 0 0,0 0 0 16,0 0-1-16,0 0 0 15,0 0 0-15,0 0 1 16,0 0 1-16,0 0-1 16,0 0-1-16,0 0 1 15,0 0 0-15,0 0 1 16,0 0-1-16,0 0 1 16,0 0-1-16,0 0-1 15,0 0 1-15,0 0 1 16,0 0 0-16,0 0 0 15,0 0-1-15,0 0 0 16,0 0 0-16,0 0 1 0,0 0-1 16,0 0 0-16,0 0 0 15,0 0 0-15,0 0 1 16,0 0-1-16,0 0-2 16,0 0 2-16,0 0 0 15,0 0 0-15,0 0 0 16,0 0 1-16,0 0-1 15,0 0-1-15,0 0 1 16,0 0 1-16,0 0-1 16,0 0 0-16,0 0 0 0,0 0-1 15,0 0 1 1,0 0 0-16,0 0-1 0,-3 0 1 16,3 1-1-16,0-1 1 15,0 0-1-15,0 0-1 16,0 0 0-16,0 2 1 15,0-2-4-15,0 1-1 16,0-1 2-16,0 0-1 16,0 0 2-16,0 0 3 15,0 0-1-15,0 0-3 16,0 0 2-16,0 0 2 16,0 0-2-16,0 0 1 15,0 0-4-15,0 0-1 16,0 0-2-16,0 0 2 15,0 0 0-15,0 0 0 0,0 0 4 16,0 0 1-16,0 0 0 16,0 0-1-16,0 0 2 15,0 0 0-15,0 0-1 16,0 0 1-16,0 0 0 16,0 0 1-16,0 0-2 15,0 0 0-15,0 0 1 16,0 0 0-16,0 0 0 15,0 0 0-15,0 0-1 16,0 0 0-16,0 0 1 16,0 0 0-16,0 2 0 15,0-2 0-15,0 1-3 16,0-1 3-16,0 0-1 0,0 0 0 16,0 1 1-16,0 2 0 15,0 0 1-15,0 0-1 16,0-1 1-16,0 0-1 15,3-1 0-15,-3-1 0 16,0 0 0-16,0 0 0 16,0 0 0-16,0 0 1 15,0 0-1-15,0 0 0 16,0 0 1-16,0 0-1 16,0 0 1-16,0 0-1 15,0 0 0-15,3 2 0 16,-3-2 0-16,0 0 2 15,0 0-2-15,0 0 0 0,0 0 1 16,0 0 0-16,0 0 0 16,0 0 0-16,0 0 1 15,0 0-2-15,0 0 1 16,0 0 0-16,0 0-1 16,0 0 0-16,0 0 0 15,0 0 0-15,0 0 0 16,0 0 0-16,0 0 1 15,0 0 0-15,0 0 0 16,0 0-1-16,0 0-1 16,0 0 1-16,0 0 3 15,0 0-3-15,0-13-27 0,0-3-99 16,0-3-34 0,0-7-135-16</inkml:trace>
  <inkml:trace contextRef="#ctx0" brushRef="#br0" timeOffset="25631.15">11516 11344 398 0,'0'0'7'0,"0"0"12"0,0 0 39 16,0 0 10-16,0 0-35 15,0 0 6-15,-46 49 3 16,41-11-2-16,2 11 1 16,0 8 14-16,-1 6-19 15,-2 5-12-15,-6-4-5 16,4-5-5-16,1-3-9 15,-2-7 0-15,-3-3 2 16,-2-2 7-16,-2-4-2 16,-2-1-7-16,-4-6 0 15,-2-1-3-15,0-5 1 0,-4-2 0 16,-5 0 0 0,-4 0-2-16,-4-6 0 0,-3-1 0 15,3-7 1-15,-1-6 0 16,1-5 2-16,2 0-2 15,3 0 0-15,3-16 2 16,0-2-1-16,4-7 0 16,2-2 2-16,0-5-3 15,2-3 2-15,-2-3-2 16,6-2-1-16,0-3-1 16,4-3 0-16,4-3 0 15,4-1-1-15,5-1 1 16,-2 0-2-16,6 2 1 15,0 1 0-15,0 0 1 0,0-2 1 16,0 0 1-16,0 4-2 16,0 4 1-16,0 7-1 15,0 3 4-15,0 0-4 16,0 5 0-16,0 3 0 16,0 3 0-16,0 7 3 15,0 1 5-15,0 6 2 16,0 2 3-16,-3 2 2 15,3 3-5-15,0-1-3 16,-3 1-7-16,3 0-3 16,0 0-4-16,-2 6 3 15,-1 17 4-15,-3 9 13 16,-3 4-9-16,-2 5 2 0,-3 4 4 16,-1 10 0-16,-3 0-3 15,-3 0-1-15,5-4 0 16,-5-8-4-16,5-4 1 15,-1-5-2-15,4-2 4 16,-1-5-2-16,4-1-1 16,0-4-1-16,2-7 1 15,5-5-1-15,0-4-1 16,3-5 0-16,0-1-1 16,0 0-1-16,0 0-25 15,0-10-5-15,11-14-33 16,9-9-64-16,4-7-43 0,-1-5-14 15,-7-5-68 1</inkml:trace>
  <inkml:trace contextRef="#ctx0" brushRef="#br0" timeOffset="25802.67">10583 11253 406 0,'0'0'12'0,"0"0"22"0,0 0 31 0,0 0 14 0,0 0 21 15,114 11-16-15,-68 11-36 16,11-4-25-16,8-5-9 16,13 1-7-16,9-3-7 15,5-2-77-15,-10-5-269 16</inkml:trace>
  <inkml:trace contextRef="#ctx0" brushRef="#br0" timeOffset="37535.1">17725 15250 514 0,'0'0'58'0,"0"0"-58"0,-83-53 63 0,68 48-1 16,4 2-17-16,4 3-5 15,-2 0 1-15,8 0 3 16,-1 0-13-16,2 0-22 15,0 0-9-15,0 11-14 16,0 16-84-16,9 11 15 16,-2-1-120-16,-7-12-230 0</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37:49.672"/>
    </inkml:context>
    <inkml:brush xml:id="br0">
      <inkml:brushProperty name="width" value="0.05292" units="cm"/>
      <inkml:brushProperty name="height" value="0.05292" units="cm"/>
      <inkml:brushProperty name="color" value="#FFC000"/>
    </inkml:brush>
  </inkml:definitions>
  <inkml:trace contextRef="#ctx0" brushRef="#br0">9311 2303 890 0,'0'0'14'0,"0"0"17"0,0 0 50 16,0 0-11-16,0 0-57 0,0 0-11 16,0 0 15-16,-12 64 21 15,27-28-8-15,3 5-3 16,-5 5-4-16,2 1-7 15,-3 3-12-15,-2-7 1 16,-4-3-2-16,0-10 0 16,-1 2-1-16,-5-11-2 15,0-1-32-15,0-11-72 16,0 0-103-16,0-9-162 16</inkml:trace>
  <inkml:trace contextRef="#ctx0" brushRef="#br0" timeOffset="553.082">9712 2337 373 0,'0'0'240'16,"0"0"-220"-16,0 0 25 15,0 0-29-15,0 0-7 16,-46 72 4-16,28-37 0 15,1-1 0-15,1 1-1 16,6-4-6-16,4-6-5 16,1-2 2-16,5-8-2 15,0-5-1-15,0-2 0 16,6-3-3-16,5-5-17 16,1 0-17-16,4 0-42 0,6-5 25 15,-2-13-24-15,-1-1-53 16,-4-10-17-16,0-2 76 15,-1-1-5-15,-3-4 24 16,-2 0 53-16,-3-2 11 16,-4-3 31-16,-2 3 16 15,0-2 4-15,-5 8 22 16,-7 4 7-16,1 5 65 16,-3 4-69-16,5 9 6 15,2 1-29-15,2 4 6 16,4 2-34-16,1 3 13 15,0 0-45-15,0 3-4 16,3 18 0-16,10 10 4 0,5 6 21 16,1 4 27-1,-1 5 2-15,2-3-8 0,-4 0 4 16,1-2-18-16,-4 0-22 16,0-3-5-16,-2-6-2 15,-1-5-2-15,1-8-1 16,-2-4-76-16,2-10-81 15,-1-5-196-15</inkml:trace>
  <inkml:trace contextRef="#ctx0" brushRef="#br0" timeOffset="1260.133">10042 2321 683 0,'0'0'90'0,"0"0"-88"0,0 0 58 0,0 0 0 16,0 0-20-16,-41 91-16 16,38-72-14-16,3 1-1 15,-1-5-6-15,1-3 2 16,0-2-3-16,0-5-2 16,0-5-31-16,0 0-23 15,0 0 34-15,0-1 18 16,0-15-4-16,0 0 0 15,0 0 6-15,0 2 0 0,0 4 1 16,0 4 26 0,0 5 4-16,0 1-1 0,0 0-30 15,6 0 0-15,6 4 3 16,4 6 13-16,-2-2 1 16,4 3-4-16,-5-5-5 15,3 0-4-15,-3-4 0 16,0-2 1-16,-4 0-1 15,3 0 0-15,-2-7-4 16,1-8-21-16,-4-6-20 16,-4-2 6-16,0 2 0 15,-3 3 8-15,0 6 18 0,0 6 9 16,0 2 7 0,0 4 9-16,0 0-16 0,6 0-8 15,0 6 8-15,0 3 27 16,3 0 3-16,1 0-10 15,-2-3-12-15,2-2-8 16,-2-3 0-16,1-1 1 16,-2 0-1-16,-1-4-30 15,2-9-48-15,-1-2-26 16,-4 2 6-16,-3 2-23 16,0 5 98-16,0 4 23 15,0 2 61-15,0 0-33 16,6 0-25-16,0 11 30 15,2 0 34-15,2-1-14 0,-1 2-18 16,1-2-9 0,4-4-13-16,-1-3-1 0,-1-3-9 15,3 0-3-15,-1-4-21 16,0-12-107-16,-3-3-45 16,-1-3-84-16</inkml:trace>
  <inkml:trace contextRef="#ctx0" brushRef="#br0" timeOffset="1657.596">10437 2195 41 0,'0'0'466'0,"0"0"-345"0,0 0-75 0,0 0-35 0,0 0 59 16,0 0 2-16,-6 72-29 0,6-39 4 16,0 4 1-16,6 2-15 15,8 5 22-15,5 7-12 16,3 4 34-16,7-3-17 15,0 5-32-15,1-4-12 16,-4-2 2-16,1-5-11 16,-8 1 6-16,3-6-6 15,-11-6 2-15,-2-4-2 16,-6-7 1-16,-3-7-5 16,0-4 1-16,0-8-2 15,0 0 8-15,0-5 4 16,-12 0 1-16,0 0-7 15,-6 0 2-15,-1-5-2 0,-1-5-4 16,-2-4 2 0,0-3-4-16,2-4 2 0,1-3-3 15,1-4 1-15,6 1-1 16,1-7-1-16,10 2-3 16,1-9-17-16,0-3-49 15,13-8-87-15,16-7-188 16</inkml:trace>
  <inkml:trace contextRef="#ctx0" brushRef="#br0" timeOffset="1867.184">10901 2249 728 0,'0'0'138'0,"0"0"-118"0,0 0 73 0,0 0-81 16,0 0 9-16,0 0-20 15,113-27-1-15,-77 14-248 16,-9 3-237-16</inkml:trace>
  <inkml:trace contextRef="#ctx0" brushRef="#br0" timeOffset="2003.338">10976 2544 733 0,'0'0'22'15,"0"0"68"-15,0 0-1 0,110-28-89 16,-46 2-60-16,10-1-359 16</inkml:trace>
  <inkml:trace contextRef="#ctx0" brushRef="#br0" timeOffset="3399.025">9139 4932 722 0,'0'0'4'0,"-83"-65"-4"0,34 35 4 16,-2 4 1-16,-9 4 3 16,-3 4 8-16,-7 4-11 0,-4 4-4 15,-13 8 11-15,-2 2-7 16,-7 0-2-16,4 19 1 15,-4 4 1-15,-1 7-4 16,3 6 2-16,2 0-3 16,5 7-1-16,5 4 1 15,-2 2 2-15,6 2 8 16,4 4 0-16,7 1 6 16,7 6-8-16,5 2 10 15,5 2-11-15,6 4-3 16,5 1-1-16,8 1-2 15,7 1 2-15,10-1 1 0,6 3 4 16,8 1-3 0,0 0 3-16,25-1-3 0,10-7-1 15,7-6-2-15,11-6 2 16,8-5 0-16,11-4-1 16,7-10 0-16,12-8 3 15,3-8-4-15,8-5-2 16,3-9 0-16,3-7 9 15,2 0-9-15,-2-12 7 16,-3-15-5-16,-6-4-1 16,-5-12 2-16,-6-7-3 15,-9-5 1-15,-9-7 0 16,-7-8 2-16,-12-11-3 16,-8-9 2-16,-13-5-2 0,-17-8 2 15,-11-1-1 1,-2-2 0-16,-30 1-1 0,-15 3 2 15,-7 7 2-15,-9 14 11 16,-8 11 9-16,-3 15-9 16,-7 16-8-16,-6 8-7 15,-7 15-5-15,-2 9-1 16,-3 7-1-16,3 0-37 16,6 11-41-16,10 6-101 15,4 3-299-15</inkml:trace>
  <inkml:trace contextRef="#ctx0" brushRef="#br0" timeOffset="5280.31">11622 1901 428 0,'0'0'203'0,"0"0"-195"0,0 0 36 0,0 0 20 16,0 0-29-16,0 0-20 15,89-36 13-15,-65 56-2 16,-6 2 1-16,-1 2-22 16,-8 3 3-16,-5 2-8 15,-4 0-1-15,0 1 1 16,-10-2 8-16,-10-1 8 15,-10-2-16-15,3-5-10 16,-1-4-6-16,4-8-2 16,2-7 15-16,4-1 3 15,3 0 3-15,0-4-1 16,7-6 10-16,0-1-7 0,3 0 23 16,5 1-20-16,0 1 21 15,0 1-15-15,5 3 0 16,8 4-6-16,2 1-8 15,6 0 1-15,1 4 1 16,1 8-2-16,-1 1 17 16,3 2-8-16,-4-1-5 15,-4 1 4-15,-1-5-4 16,-2 0-2-16,-4-4 0 16,2-5-2-16,-2-1-64 15,7-1-104-15,-1-19-100 16</inkml:trace>
  <inkml:trace contextRef="#ctx0" brushRef="#br0" timeOffset="5534.226">11931 1837 0 0,'0'0'616'0,"0"0"-616"0,0 0 41 0,0 77 41 16,11-51-11-16,3-2-2 15,4-5-8-15,0-3-23 16,0-5-23-16,2-4 6 16,2-5-13-16,-3-2 10 15,0 0-2-15,2-7-16 16,0-10-54-16,-6-4-70 16,0-2-20-16,-9-2 7 0,-2-2-53 15,-4 0 8-15,0-1-33 16</inkml:trace>
  <inkml:trace contextRef="#ctx0" brushRef="#br0" timeOffset="5721.974">12156 1786 107 0,'0'0'139'16,"0"0"60"-16,0 0-44 16,0 0-50-16,0 0-72 15,0 0 1-15,-13 44 57 16,13-14-16-16,11 2-14 16,1 2-19-16,-4 0 6 15,10 4-2-15,-5-3-18 16,0-1-11-16,0-2 0 15,0-6-11-15,-1-3 1 16,-2-9-7-16,1-6-21 0,5-8-111 16,0 0-108-16,1-15-242 15</inkml:trace>
  <inkml:trace contextRef="#ctx0" brushRef="#br0" timeOffset="6150.314">12538 1502 313 0,'0'0'369'15,"0"0"-362"-15,0 0 19 16,-22 88 56-16,22-43 37 0,0 2-34 16,5-1-26-16,7 1-6 15,2-7-4-15,-1-4-16 16,-2-5-11-16,0-6-10 15,-3-9-6-15,-2-3-2 16,-1-8-1-16,-4-4-3 16,1-1-3-16,-2 0-8 15,0-11 0-15,3-12-5 16,-2-3-15-16,6-4 2 16,-1-1-6-16,2 2 17 15,1 5-4-15,3 7 10 16,-3 8 0-16,-2 8 12 15,5 1 4-15,-1 4 3 0,2 16 6 16,0 3-7 0,-1 2 10-16,-1 0-1 0,-4-3 1 15,1 1-9-15,-2-5-5 16,-3-10-2-16,4-1-1 16,-6-7-77-16,4 0-195 15,-2-11-154-15</inkml:trace>
  <inkml:trace contextRef="#ctx0" brushRef="#br0" timeOffset="6443.168">12811 1601 635 0,'0'0'138'0,"0"0"-71"16,0 0-7-16,0 0 11 0,0 0-23 15,91 57-7-15,-67-29-1 16,-2 3 3-16,-2 1 1 15,-6-3-6-15,-6-1-9 16,-5-3-22-16,-3-4-1 16,0-1-2-16,-5-7 8 15,-9-3 2-15,3-7 2 16,2-3 1-16,2 0 1 16,2-15 7-16,2-11-20 15,3-11-3-15,0-14-2 16,0-8-2-16,5-6-53 15,11 3-48-15,-1 6-77 16,0 5-249-16</inkml:trace>
  <inkml:trace contextRef="#ctx0" brushRef="#br0" timeOffset="7177.458">10210 3641 713 0,'0'0'72'0,"0"0"76"0,0 0-65 0,0 0-66 16,0 0-17-16,0 0 0 15,20 86 24-15,5-36 10 16,-1 5 11-16,0 5 4 16,-2 0-18-16,-2-6-15 15,-4 1-5-15,-1-7-8 16,-1-5 2-16,-4-8-4 16,-6-8 1-16,2-7-2 15,-1-8-25-15,-2-8-81 16,7-4-59-16,-4-11-125 15,2-21-290-15</inkml:trace>
  <inkml:trace contextRef="#ctx0" brushRef="#br0" timeOffset="7626.687">10446 3673 639 0,'0'0'144'15,"0"0"-87"-15,0 0-40 16,0 0 0-16,33 80 42 15,-8-37 2-15,2-1-12 16,-2-3 3-16,2-6 12 16,-4-1-28-16,-2-5-15 15,-4-1-8-15,-1-5-7 16,-7-5-6-16,-1-3 4 0,-3-3-2 16,-2-4-2-16,-3-3-8 15,0-3-12-15,0 0 16 16,0-6 0-16,0-14-31 15,0-5 7-15,0-4 11 16,0-3 6-16,0 1-1 16,0 5 10-16,3 1 1 15,3 8 0-15,0 6-1 16,6 6 2-16,-3 3 4 16,1 2-2-16,8 0-1 15,3 11 9-15,-3 7 2 16,4 5 4-16,-3 0 5 15,-2 4-5-15,-2-3-6 0,-3 0-3 16,0-4-5 0,-2-4 1-16,-4-5-3 0,2-5-15 15,-4-3-58-15,-2-3-46 16,-1-3-84-16,-1-14-161 16</inkml:trace>
  <inkml:trace contextRef="#ctx0" brushRef="#br0" timeOffset="7972.087">10928 3702 633 0,'0'0'71'0,"0"0"43"0,0 0-63 0,0 0-32 16,0 0 11-16,86 6 11 0,-61 10 1 15,0 2-12-15,0 1-9 16,-4 1-2-16,-4 0-3 15,-4-2-8-15,-6 2-6 16,-4-4 0-16,-3 1 0 16,0-3 1-16,-3-4 8 15,-7-1-10-15,0-4 9 16,-1-5-5-16,3 0-4 16,0 0-1-16,2-7-3 15,1-9 1-15,5-9-2 16,0-5 4-16,0-6 0 15,3-5-5-15,10 0 5 16,-2 1-23-16,7 4-10 0,-2 3-47 16,2 8-75-16,2 1-185 15</inkml:trace>
  <inkml:trace contextRef="#ctx0" brushRef="#br0" timeOffset="8177.366">11614 3473 778 0,'0'0'87'16,"0"0"64"-16,0 0-116 0,0 0-34 15,0 0-1-15,0 0-111 16,78-20-195-16,-68 20-274 15</inkml:trace>
  <inkml:trace contextRef="#ctx0" brushRef="#br0" timeOffset="8313.287">11644 3771 668 0,'0'0'9'0,"0"0"145"16,0 0-106-16,0 0-48 0,118-89-91 15,-63 52-290 1</inkml:trace>
  <inkml:trace contextRef="#ctx0" brushRef="#br0" timeOffset="8999.973">12353 2806 604 0,'0'0'65'0,"0"0"63"15,0 0-15-15,0 0-100 16,0 0 0-16,0 0-13 0,9 85 28 16,4-31 12-16,1-1 6 15,2-1 0-15,-1-3-13 16,1-5-10 0,-4-7-13-16,2-4-4 0,-2-8 0 15,0-4-6-15,1-6 0 16,-1-5-21-16,1-8-18 15,4-2 21-15,-4 0 4 16,4-8-2-16,-6-11 13 16,-3-3 3-16,-2-5 2 15,-4-1-2-15,-2-2 4 16,0 1-2-16,0 2 8 16,-8 4 3-16,0 6 5 0,-3 5-3 15,3 6-9-15,-4 3-6 16,0 3-7-16,-3 0 7 15,-5 17 1-15,-1 4 0 16,4 6 1-16,-1-2-2 16,6-1 0-16,6-4-12 15,6-7-38-15,0-6-70 16,9-7-165-16,12 0-196 16</inkml:trace>
  <inkml:trace contextRef="#ctx0" brushRef="#br0" timeOffset="9352.082">12720 2948 806 0,'0'0'35'0,"0"0"0"0,0 0-7 0,0 0 35 16,0 0-27-16,7 79-13 15,7-58-11-15,2-5 4 16,0-2-3-16,1 1-10 15,1-5 1-15,-3-4-4 16,0-4-5-16,-5-2-24 16,-1 0-16-16,0 0 8 15,-3-12 35-15,-1-11 2 16,-1-1 1-16,-2-7-1 16,-2-5 1-16,0 2 2 0,0 4 2 15,-5 4 9-15,-4 8 22 16,0 5-4-16,-3 4-16 15,0 9-14-15,-4 0-2 16,-2 0 0-16,0 12 0 16,1 5-58-16,4 1-55 15,4-4-191-15</inkml:trace>
  <inkml:trace contextRef="#ctx0" brushRef="#br0" timeOffset="10110.191">13114 2781 645 0,'0'0'70'16,"0"0"54"-16,0 0-15 15,0 0-19-15,25 74-28 16,-19-59-21-16,2-4-18 15,-4 2-11-15,-1-3-6 16,0-4-2-16,-3 0 0 16,2-4-1-16,-2-2-2 15,0 0 0-15,0 0-1 16,0-11 0-16,0-9-10 16,0 3 5-16,0-2 5 0,0 6 0 15,0 1 1-15,4 5 7 16,3 4 9-16,2 3-10 15,6 0-7-15,-1 0 3 16,0 0 7-16,0 10-4 16,-2-1 0-16,0-1 0 15,-3 0 4-15,-3-2-6 16,0 0-1-16,-2-5 2 16,-2-1-2-16,-1 0 1 15,-1 0 6-15,0 0 25 16,2-9 6-16,-1-6-30 15,2-2-1-15,0-1 7 16,3 1-1-16,-1 2 8 16,3 1-11-16,0 3-6 0,0 2 1 15,-1 2-5-15,3 1-2 16,1 3-1-16,1 0-1 16,0 2 0-16,0 1 0 15,-3 0-1-15,1 0 2 16,-2 0 0-16,-1 0 1 15,-1 0-1-15,0 0 2 16,-2 0-2-16,2 0 3 16,0-3 0-16,2-4 1 15,1-2-2-15,-3 2 0 0,-3 2 0 16,0 2-2 0,-2 1-1-16,1 2-2 0,2 0-2 15,3 0-4 1,4 2 5-16,1 8 3 0,3 1 0 15,-3 0-1-15,1 0 2 16,-4 0 0-16,2-4-17 16,0-3-41-16,2-4-65 15,0 0-71-15,0-4-219 16</inkml:trace>
  <inkml:trace contextRef="#ctx0" brushRef="#br0" timeOffset="10283.273">13673 2398 243 0,'0'0'772'0,"0"0"-603"0,0 0-43 0,0 0-71 0,0 0-38 15,0 0-14-15,-3-8-1 16,15 16 0-16,1 0 2 16,0 5-4-16,-6 3-68 15,-7 5-157-15,0 5-575 16</inkml:trace>
  <inkml:trace contextRef="#ctx0" brushRef="#br0" timeOffset="10853.017">11039 4480 529 0,'0'0'152'0,"0"0"9"0,0 0-14 0,0 0-77 16,0 0-67-16,0 0 30 0,56 80 32 15,-35-33-6-15,1 1-19 16,-2 0-18-16,2-3-15 15,-4 0 1-15,-1-6-8 16,-3-4 0-16,0-7-46 16,-2-7-92-16,0-10-108 15,-6-11-234-15</inkml:trace>
  <inkml:trace contextRef="#ctx0" brushRef="#br0" timeOffset="11407.546">11326 4678 690 0,'0'0'69'16,"0"0"-64"-16,0 0 93 0,0 0-13 15,63 86-9-15,-45-65-14 16,0-4-16-16,-6-2-22 16,3-3-12-16,-6-4-4 15,-5-5-3-15,2-2-3 16,-2-1-2-16,-4 0-15 15,0-6-2-15,0-13-8 16,0-8-8-16,0-4 14 16,0 0 15-16,0 7 3 15,0 3 2-15,0 9 0 16,0 4 13-16,5 6 6 0,7 2-10 16,7 0-8-16,1 0 10 15,2 10 1-15,2 2-6 16,-2-2 0-16,-4 4-2 15,-1-4-2-15,-1-3-3 16,-4-3 0-16,-3 0-12 16,-3-4-19-16,-4 0-7 15,1-1 0-15,-3-15-2 16,0-3 19-16,0-4 18 16,0 0 2-16,0 5 1 15,0 3 4-15,0 3 19 16,0 8 15-16,0 0 4 15,0 4-14-15,13 0-28 0,2 3 10 16,3 5 10 0,1 4-8-16,1 0 0 0,-4-1-6 15,0-1-5 1,-5-2-1-16,-1-2-1 0,-2-2-35 16,-4-2-47-16,1-2-91 15,-5 0-107-15,0-10-130 16</inkml:trace>
  <inkml:trace contextRef="#ctx0" brushRef="#br0" timeOffset="11564.483">11743 4455 621 0,'0'0'125'0,"0"0"-17"0,0 0-81 0,0 0-7 0,0 0 15 15,0 0-5-15,16 25-21 16,-5-19-5-16,0-2-4 15,-3-1-145-15,-2-3-367 16</inkml:trace>
  <inkml:trace contextRef="#ctx0" brushRef="#br0" timeOffset="12030.98">11989 4429 743 0,'0'0'33'0,"0"0"89"16,0 0-51-16,0 0 3 16,0 0-15-16,27 79 6 15,-8-62-29-15,-2 1-13 16,-1-5-5-16,-4 0-11 15,-6-5-2-15,3-1 1 16,-6-5-5-16,0 2-1 16,-3-4 0-16,0 0-12 0,0 0 5 15,0-8-4 1,0-8-22-16,0-7 7 16,0-2 0-16,0-3 12 0,0 1 7 15,3 5 5-15,1 2-10 16,2 6 7-16,3 5-1 15,0 3 6-15,2 5 1 16,2 1 4-16,3 0 1 16,4 16-3-16,-4 1 4 15,-1 1 0-15,-1 1-4 16,0-1-1-16,-5-3-1 16,2-3-1-16,-1-5-61 15,-4-6-185-15,3-1-401 16</inkml:trace>
  <inkml:trace contextRef="#ctx0" brushRef="#br0" timeOffset="12195.487">12541 4280 632 0,'0'0'16'0,"0"0"55"0,0 0-71 15,0 0-58-15,0 0-81 16,0 0-195-16</inkml:trace>
  <inkml:trace contextRef="#ctx0" brushRef="#br0" timeOffset="12299.924">12563 4424 92 0,'0'0'417'0,"0"0"-301"0,0 0 8 15,0 0-39-15,0 0-85 16,93-42-72-16,-67 19-370 15</inkml:trace>
  <inkml:trace contextRef="#ctx0" brushRef="#br0" timeOffset="13004.213">13273 3677 657 0,'0'0'82'0,"0"0"46"0,0 0-51 0,0 0-22 16,0 0-46-16,0 0-5 16,-26 76 29-16,35-25-4 15,4 2-7-15,0 3 12 16,2-5-12-16,-3 1-11 15,3-7-7-15,-3-7-1 0,0-8 0 16,1-7-1-16,-2-8-2 16,-1-9-17-16,1-2-29 15,1-4 14-15,2-4 30 16,-1-12-4-16,-4-7 0 16,-1-2 2-16,-5-3 4 15,-3-3 2-15,0-1-1 16,0 6 3-16,0 3 11 15,-6 7 14-15,-4 5-5 16,3 6-17-16,-1 3-7 16,0 2-4-16,0 0 4 15,2 7-2-15,1 7-30 0,5 1-55 16,0-5-135 0,0-5-318-16</inkml:trace>
  <inkml:trace contextRef="#ctx0" brushRef="#br0" timeOffset="13343.22">13640 3806 698 0,'0'0'38'16,"0"0"42"-16,0 0-8 15,0 0-12-15,-28 71-16 16,28-52-19-16,8 1-13 15,6-4-6-15,-2-6 1 16,2 0-7-16,-2-4 0 0,0-6-3 16,-1 0-11-16,-1 0-1 15,-3-13 4-15,-2-2 11 16,-5-5 6-16,0 3-5 16,0-4 5-16,0 2-4 15,-11 3 4-15,-1 3 2 16,-1 3 4-16,2 10-6 15,2 0-6-15,-1 0-1 16,1 3-1-16,7 10-51 16,2-4-100-16,0-2-235 15</inkml:trace>
  <inkml:trace contextRef="#ctx0" brushRef="#br0" timeOffset="13927.532">13971 3587 719 0,'0'0'71'16,"0"0"76"-16,0 0-10 15,0 0-44-15,0 0-54 16,0 0-38-16,-13-20 3 16,13 40-4-16,0 7 1 15,0 2 0-15,8 1-1 16,8-2 0-16,-2-5-6 15,2 2-6-15,-4-5-2 0,1-5 3 16,-2 2 8 0,-4-4 3-16,0-3 0 15,-2-3 0-15,-2-1 1 0,-3-4-1 16,0 0 0-16,0-2-2 16,0 0 2-16,3 0-1 15,2-3-11-15,1-8-6 16,5-2 13-16,3-3 4 15,2-1 2-15,1-2 0 16,2-4-1-16,1-2 2 16,2-4-2-16,0 1 2 15,-4-1 3-15,2 2 1 0,-4 3 0 16,-6 2 0 0,-5 4 1-16,-4 4 1 0,-1 7-5 15,0-2 0-15,-1 7 1 16,-8 2-4-16,0 0-1 15,-3 0 1-15,3 11 0 16,3 3 2-16,0 9 4 16,3 1-1-16,3 4 1 15,0 1-2-15,0-4-1 16,3-2-1-16,7-4-2 16,1-6-1-16,5-6 1 15,-1-6-7-15,5-1-26 16,6 0-45-16,4-18-110 15,6-9-278-15</inkml:trace>
  <inkml:trace contextRef="#ctx0" brushRef="#br0" timeOffset="14114.232">14761 3338 954 0,'0'0'133'0,"0"0"-22"0,0 0-43 0,0 0-7 15,0 0-31-15,0 0-17 16,-20 82-6-16,20-74-4 16,6 1-3-16,8-5-21 15,2-4-88-15,-1 0-92 16,1-1-352-16</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39:19.460"/>
    </inkml:context>
    <inkml:brush xml:id="br0">
      <inkml:brushProperty name="width" value="0.05292" units="cm"/>
      <inkml:brushProperty name="height" value="0.05292" units="cm"/>
      <inkml:brushProperty name="color" value="#FFC000"/>
    </inkml:brush>
  </inkml:definitions>
  <inkml:trace contextRef="#ctx0" brushRef="#br0">2640 1998 597 0,'0'0'9'16,"0"0"52"-16,0 0-1 16,0 0-43-16,0 0-4 15,0 0-10-15,9 0 63 16,21 0-8-16,9 0-33 15,10-2-8-15,-1-5-5 16,0-1-10-16,-8 1 4 0,3-2-4 16,-7 0 0-16,-2 1-2 15,-7-2-11-15,-10 3 6 16,-1-1 5-16,-10 1 0 16,-3 3 3-16,0 0-1 15,-3 3 6-15,0 1 12 16,0 0 4-16,0 0 15 15,0 0-21-15,0 0-10 16,0 0-8-16,-3 0 0 16,-6 13-7-16,-4 8 1 15,-2 8 5-15,0 3 1 16,3 3 0-16,0 6 7 16,3-1-2-16,0-2 1 15,0-5 0-15,7-1 2 16,-1-7-3-16,0-7-3 0,3 2 2 15,-1-6-4-15,-2-5 1 16,2-3 1-16,-1-2-1 16,1-3 2-16,1-1-1 15,0 0 3-15,0 0 5 16,0 0 3-16,0-5-13 16,0-10-23-16,1-2-54 15,9-2-38-15,-5 3-167 16,1 1-300-16</inkml:trace>
  <inkml:trace contextRef="#ctx0" brushRef="#br0" timeOffset="667.213">3386 1909 638 0,'0'0'47'0,"0"0"81"0,0 0-43 16,0 0-85-16,0 0 0 15,0 0 14-15,-25 87 22 16,19-48-12-16,-3-3 3 15,0-1-4-15,2-2-13 16,-4-5 2-16,5-1-7 0,-4-7-3 16,1-3 2-16,3-7 1 15,0-6 5-15,0-3-4 16,3-1 1-16,-3 0 6 16,3-7-7-16,0-10-6 15,0-1 1-15,3-2-1 16,0 0 0-16,0 2 0 15,0 3-2-15,9 3 0 16,6 3 2-16,1 7-10 16,5 2 6-16,0 0 3 15,3 2 1-15,0 13 2 16,-2 2 4-16,-4 3 0 16,0 0 2-16,-6 2 0 15,-3-2-5-15,-5-2 0 0,-2-1 0 16,-2-1 1-16,0-3-4 15,0-3-12-15,-5-2-41 16,-11-4-104-16,5-4-207 16</inkml:trace>
  <inkml:trace contextRef="#ctx0" brushRef="#br0" timeOffset="1012.61">3625 2237 439 0,'0'0'170'0,"0"0"-111"0,0 0 41 0,94-81-23 15,-70 61-52-15,-5 0-7 16,-4 2-2-16,-4 1 19 16,-8 5-23-16,-3 2 5 15,0 3-17-15,-17 4 6 16,-5 3-13-16,-5 0 21 15,5 0-9-15,-2 13-5 16,4 5-2-16,1 1 2 16,7 5 14-16,4 4 34 15,3-3-16-15,5 0 22 16,0-2-25-16,10-5-9 16,10-3-12-16,6-5-7 15,7-1 3-15,9-8-4 16,4-1-42-16,2 0-129 0,-5-4-231 15</inkml:trace>
  <inkml:trace contextRef="#ctx0" brushRef="#br0" timeOffset="1559.497">4672 2056 792 0,'0'0'170'15,"0"0"-10"-15,0 0-23 16,0 0-78-16,0 0-33 0,0 0-26 16,-77-37-3-1,41 48 3-15,-3 12 7 0,-1 4-6 16,14-1-1-16,4 4-4 16,10-3 4-16,3-1 0 15,6-5-4-15,3-1-19 16,0-8-20-16,12-3 16 15,6-5 3-15,9-4-6 16,3 0-17-16,4-11-15 16,-1-9 2-16,1-6-1 15,-2-7 14-15,-7-1-1 16,-1-6 9-16,-6-2 28 16,-3 0 5-16,-9 5 6 0,-2 4 10 15,-4 5 71-15,0 8 10 16,-3 5 22-16,-4 1-43 15,-1 9-29-15,1 2-9 16,7 3-15-16,-3 0-17 16,0 5-10-16,-2 16 7 15,-1 6 3-15,5 5 16 16,-2 5 1-16,3 1 3 16,0 0 2-16,0-3 5 15,0 1-3-15,0-6-9 16,0-3-8-16,0-4-1 15,0-2-3-15,0-4-3 16,0-3 0-16,4-3-43 16,-1-2-74-16,2-7-94 0,-2-2-363 15</inkml:trace>
  <inkml:trace contextRef="#ctx0" brushRef="#br0" timeOffset="1979.214">4908 2195 7 0,'0'0'502'0,"0"0"-429"0,0 0 48 0,96-11-49 15,-61 0-11-15,3-2-14 0,-4-2-16 16,-1 0-5-16,-5-3-11 15,-9 1 1-15,-5 2 25 16,-8-1 3-16,-6 2-9 16,0 1-14-16,-15 6-17 15,-12 2 12-15,-9 3-16 16,5 2-5-16,-2 0 1 16,8 7 3-16,4 5-3 15,6 5 1-15,0 1-1 16,3 3-5-16,6 2 9 15,2 2 5-15,4-1 8 16,0 0-3-16,0-1 1 0,4-2-5 16,7-2 0-1,7-3 1-15,1-2-1 0,6-5-6 16,2-5-14-16,1-4-40 16,2 0-50-16,0 0-177 15</inkml:trace>
  <inkml:trace contextRef="#ctx0" brushRef="#br0" timeOffset="2430.574">5354 2035 728 0,'0'0'36'0,"0"0"0"0,0 0 47 15,0 0-15 1,-47 84-6-16,45-54 14 0,2-3-27 15,0-2 0-15,0-2-14 16,0-5-12-16,2-4-15 16,1-6-2-16,1-2-3 15,-1-6-3-15,-3 0 0 16,4 0-10-16,1 0 10 16,2-14-2-16,5-5-2 15,0-8-9-15,2 4 4 16,2-5-4-16,3 0 8 15,-2 6-5-15,-1 2 1 0,2 8 0 16,-2 2 4 0,-2 3 4-16,-1 4 0 0,1 3-3 15,-2 0 3-15,0 0 1 16,0 5 2-16,-1 7-1 16,-3 3 2-16,-2 5 1 15,-3 1 1-15,-3 0 2 16,0-1-1-16,0 2 2 15,0-5 0-15,-9 1-4 16,-3-4-4-16,6-4-35 16,3-5-98-16,3-5-245 15</inkml:trace>
  <inkml:trace contextRef="#ctx0" brushRef="#br0" timeOffset="3059.453">5963 2012 747 0,'0'0'154'0,"0"0"31"0,0 0-95 15,0 0-37-15,0 0-34 16,0 0-19-16,-103-17 1 16,75 31-1-16,2 2-3 15,11 1-1-15,5 1-1 16,8 0 4-16,2-2 1 15,0-2-4-15,2-1-23 16,11-3 11-16,5-2 6 0,2-1 1 16,-1-1-2-16,2-2-2 15,-8 0 3-15,5 1 4 16,-6 0 3-16,-3 2 1 16,1-2 2-16,-5 4-5 15,-2-1 1-15,-3 2 3 16,0-1-1-16,0 1 4 15,-3-1 8-15,-12-1 5 16,-1 0 1-16,-2-2-7 16,4-3-1-16,-2-3-7 15,7 0-1-15,3 0-1 16,4 0-11-16,-1 0-6 16,3-3-12-16,0-5-2 0,3-2-8 15,11-1 7 1,10-5-14-16,3 3-17 0,2-4 2 15,6-2 12-15,-1 6 31 16,-4-3 14-16,1 2 5 16,-5 4 3-16,-8 1 24 15,-5 4 43-15,-4 3 12 16,-3 2-19-16,-3 0-19 16,3 0-22-16,-3 13 4 15,-3 3 10-15,1 1 12 16,-1-2-14-16,0 1-21 15,0-4-7-15,0-2-3 16,0-3-3-16,0-4-38 16,0-3-83-16,2 0-145 0,5-10-378 15</inkml:trace>
  <inkml:trace contextRef="#ctx0" brushRef="#br0" timeOffset="3218.819">6309 1882 545 0,'0'0'334'0,"0"0"-227"0,0 0-20 0,0 0-72 15,0 0-15-15,0 0 0 16,-8 23-44-16,31-14-135 16,1-3-170-16</inkml:trace>
  <inkml:trace contextRef="#ctx0" brushRef="#br0" timeOffset="3433.778">6489 1881 741 0,'0'0'179'15,"0"0"-54"-15,0 0-71 16,0 0-30-16,0 0 50 16,5 82-6-16,1-50-26 15,0 3-13-15,0-3-20 16,0-2-4-16,0 0-2 15,0-3 2-15,-2-9-5 16,-1-1-25-16,2-7-44 0,-1-9-55 16,-4-1-66-16,0 0-120 15</inkml:trace>
  <inkml:trace contextRef="#ctx0" brushRef="#br0" timeOffset="4059.273">6451 2022 151 0,'0'0'549'15,"0"0"-409"-15,0 0-20 16,0 0-48-16,0 0-55 16,0 0 27-16,0 20 30 15,34-6-55-15,2-5-9 16,0 0-1-16,-2-5-5 16,-3-4-2-16,-4 0-2 15,-2 0-13-15,4-1-16 16,-5-7 0-16,0 2 17 0,-7 2 12 15,-12 1 5-15,-2 3 0 16,0 0-5-16,-3 0-10 16,5 3-5-16,-2 5 15 15,4 1 1-15,0-4 1 16,7-3 1-16,5-2 6 16,3 0 1-16,3 0-2 15,0-9-8-15,0-6-18 16,-3-7-19-16,-6 4-36 15,-3 0 33-15,-7 0 10 0,0 8 23 16,-3 2 7 0,-2 6 2-16,-1 2 17 0,0 0-19 15,0 8 6-15,-7 13-6 16,-4 9 2-16,-2 7 8 16,1 5 11-16,6 6 3 15,-3 1 10-15,3 2 18 16,3 0 2-16,0 1-12 15,2-4-10-15,1 4 32 16,-2-5-30-16,2-3-11 16,-1-12 5-16,-1-8-2 15,-1-11-3-15,0-8-6 16,3-5 2-16,-4 0-5 16,4 0 5-16,-3-7 9 15,1-5 25-15,-4-8-6 0,2-1-33 16,-1-10-11-1,2-7-3-15,3-9-11 0,0-5-35 16,9-4-30-16,9 0-50 16,-1 4-124-16,2 2-394 15</inkml:trace>
  <inkml:trace contextRef="#ctx0" brushRef="#br0" timeOffset="4904.622">8004 1854 321 0,'0'0'283'0,"0"0"-203"0,0 0-25 0,0 0-4 0,0 0 1 15,-81 94-23 1,74-68-22-16,5-1 24 0,2-5-23 15,0-6-1 1,18-5-7-16,6-7-4 0,8-2-17 16,2 0-56-16,3-12-1 15,-7-5 34-15,-6-3 11 16,-9-2 9-16,-11-1 8 16,-4 3 16-16,-10 3 0 15,-19 7 4-15,-2 6 42 16,1 4 6-16,5 0 14 15,11 0-30-15,6 4-26 16,8 1-10-16,1-1 0 16,32-3 7-16,16-1 21 0,20 0-28 15,2-11-53 1,1-8-64-16,-11-4 23 0,-3 0-36 16,-16-4 13-16,-11 0 66 15,-13 1 51-15,-15-1 15 16,-3 7 88-16,-3 2 61 15,-12 2-72-15,2 6 10 16,1 1-7-16,0 4-10 16,6 2-15-16,0 3-27 15,-3 0-20-15,3 8-12 16,0 8-9-16,0 11 6 16,0 4 16-16,-1 10 5 15,4 2-1-15,1 2 1 0,1 2-4 16,-1-3 4-16,2-1-19 15,-1-4 0-15,-2-3-6 16,1-3 2-16,1-4 0 16,-1-3-4-16,1-5 0 15,1-1-2-15,0-8 1 16,-2-1 3-16,2-5-4 16,-1-5 2-16,1-1 2 15,0 0 1-15,0 0-5 16,0-4-15-16,-3-13-44 15,-1-6-65-15,-4-6-116 16,-4-8-438-16</inkml:trace>
  <inkml:trace contextRef="#ctx0" brushRef="#br0" timeOffset="5063.802">8265 1988 778 0,'0'0'112'0,"0"0"-3"0,0 0-48 0,0 0-24 16,104 0-26-16,-65 0-11 16,3 0-19-16,0-7-133 15,-5-9-504-15</inkml:trace>
  <inkml:trace contextRef="#ctx0" brushRef="#br0" timeOffset="7213.565">9250 1806 672 0,'0'0'125'0,"0"0"-5"16,0 0 27-16,0 0-41 16,0 0-73-16,0 0-32 15,0 0-1-15,19 4 0 0,-8 38 34 16,0 1 0-1,-2-2-13-15,-1-3-5 0,-2-5-7 16,1-4-2-16,-2-2-2 16,-2-10-4-16,1-6 3 15,-1-6-1-15,-1-3 3 16,-2-2 1-16,6 0 9 16,-1-17 7-16,3-7-18 15,9-7-4-15,0-4 0 16,0-2 3-16,1-4-3 15,-2 2-1-15,-1 2 0 16,0 6-2-16,-3 7 2 0,-5 8 0 16,-2 8 0-16,2 8-16 15,2 0-84-15,0 7-77 16,4 11-52-16,1 2-326 16</inkml:trace>
  <inkml:trace contextRef="#ctx0" brushRef="#br0" timeOffset="7702.92">9739 1848 598 0,'0'0'96'0,"0"0"99"16,0 0-59-16,0 0-104 16,0 0-23-16,0 0-5 0,-94 17 0 15,72 7-2 1,4 1 1-16,0-1 0 0,10 2-2 15,4-5-1-15,4-1 0 16,0-5-1-16,0-3-12 16,0-8-31-16,6 0-3 15,7-4 13-15,2 0 0 16,3-4 0-16,-1-9 15 16,0-1 1-16,-2 0 9 15,0 0 9-15,0 1 1 16,-6 3 5-16,3 2 22 15,-6 2 20-15,2 3-14 0,-5 2 5 16,4 1-14 0,-3 0-11-16,2 0-3 0,3 0 5 15,0 1 9 1,2 8-8-16,-2 1 8 0,2 3 4 16,-3-1-8-16,3-1-6 15,-4 2-8-15,0 0-1 16,2-2-2-16,-1-2-3 15,-2 1 2-15,1-2-2 16,1-3 2-16,-1 0-3 16,4-4-28-16,0-1-35 15,8 0-36-15,0-9-99 16,0-11-256-16</inkml:trace>
  <inkml:trace contextRef="#ctx0" brushRef="#br0" timeOffset="8121.63">10075 1867 564 0,'0'0'136'0,"0"0"-38"16,0 0-31-16,0 0-13 15,0 0 17-15,0 0-1 16,-29 77-1-16,29-53-10 16,0-1-11-16,0-2-20 15,0-3-14-15,0-2-12 16,0-5 1-16,0-1 1 15,0-6-3-15,0-2 0 16,0-2-1-16,0 0-4 0,0-4-3 16,0-13-12-16,8-5 5 15,7-6 7-15,4 0-9 16,-1 0 6-16,3-1 2 16,-3 8 4-16,0 5 2 15,-2 3 1-15,-4 6 0 16,-3 5 1-16,4 2 0 15,-5 0-2-15,-1 7 2 16,-2 11 3-16,-2 4 9 16,0 4-1-16,-3-1-1 15,0 2-3-15,0-1-2 16,0-3-2-16,0-1 0 16,0-5-3-16,-3-5-2 0,3 0-89 15,0-8-104-15,9-4-194 16</inkml:trace>
  <inkml:trace contextRef="#ctx0" brushRef="#br0" timeOffset="8361.905">10522 1917 294 0,'0'0'500'0,"0"0"-336"0,0 0-18 0,0 0-82 15,0 0-46-15,0 0-17 16,-91 14 10-16,60 9-1 15,2 4 9-15,4-1-11 0,9-3-6 16,7-1-2 0,7-4-1-16,2-6-6 0,0 1-35 15,15-7-39-15,8-5 21 16,4-1-36-16,2-3-61 16,4-16 7-16,2-8-82 15,-1-9-6-15</inkml:trace>
  <inkml:trace contextRef="#ctx0" brushRef="#br0" timeOffset="8616.973">10650 1783 104 0,'0'0'181'0,"0"0"77"16,11-91-115-16,-11 75 31 15,0 5-33-15,-1 3-53 16,-4 3-2-16,2 5-37 16,3 0-32-16,-3 0-17 15,0 18-11-15,0 10 11 0,-1 4 29 16,1 7-1-16,-2 4-8 15,2-3 1-15,-4 4 9 16,2-4 0-16,-5 0-3 16,2-6-9-16,2-2-13 15,0-5-3-15,3-7 2 16,2-1-4-16,1-5-22 16,0-4-82-16,7-3-79 15,13-7-109-15,10 0-369 16</inkml:trace>
  <inkml:trace contextRef="#ctx0" brushRef="#br0" timeOffset="9038.13">10994 1912 853 0,'0'0'91'0,"0"0"50"16,0 0-81-16,-81-13-35 15,57 21-7-15,-4 10-1 16,7 5-2-16,0 2-2 15,9 0-9-15,5 2-3 16,5-2 0-16,2-2 5 16,0-5-6-16,5-4-2 15,7-6-16-15,2-3-28 16,3-5 0-16,4 0 11 16,3-15 13-16,0-6-4 15,3-4 9-15,-1-2 10 16,-2-2 7-16,-2 4 2 0,-6 3 2 15,-7 10 3-15,-2 6 28 16,-4 1 21-16,-3 4-2 16,0 1-22-16,1 0-32 15,1 3-5-15,2 12 5 16,-1 5 14-16,0 1-2 16,2 0 6-16,-5-1-7 15,3-1-2-15,3-5-6 16,-5-3 1-16,2-4-3 15,3-6-1-15,0-1-59 0,2 0-111 16,2 0-203 0</inkml:trace>
  <inkml:trace contextRef="#ctx0" brushRef="#br0" timeOffset="9253.826">11358 1891 535 0,'0'0'0'0,"0"0"37"0,0 0 47 15,0 0-50-15,0 0 20 16,0 0-14-16,-6 57-22 16,6-51-11-16,0 0 5 15,3-1-10-15,4-3-2 0,-2-2-116 16,1 0-139-16</inkml:trace>
  <inkml:trace contextRef="#ctx0" brushRef="#br0" timeOffset="11519.435">10901 1504 547 0,'0'0'72'0,"0"0"104"0,0 0-22 16,0 0-85-16,0 0-18 15,-95-44-16-15,30 46-22 16,-16 20 2-16,-13 9-10 15,-5 6 0-15,-7 7-5 16,0 1 1-16,0 1 2 16,8-3 0-16,11-2-3 15,11-9 0-15,12-2 1 16,19-8 0-16,14-5-1 16,10-4 0-16,13-4-8 15,3-5-27-15,5-1-11 0,8-2-58 16,22-1 41-16,12 0-104 15,13-13-260-15</inkml:trace>
  <inkml:trace contextRef="#ctx0" brushRef="#br0" timeOffset="11999.545">12086 1677 575 0,'0'0'129'0,"0"0"-113"0,0 0-13 16,0 0 7-16,-9 78 59 16,4-34 14-16,1-1-4 15,4 0-31-15,0-3-5 16,0-9-18-16,-2 0-13 16,2-9-2-16,0-5 0 15,0-7-3-15,0-4 0 16,0-6-5-16,0 0 4 0,2-5 36 15,7-12 19-15,10-7-52 16,-2-5 0-16,-1-5 2 16,2-1 2-16,0-3 1 15,0 3-5-15,-5 2-8 16,5 6 0-16,-6 6-2 16,3 7 1-16,0 9-27 15,4 5-73-15,-1 0-130 16,6 0-90-16</inkml:trace>
  <inkml:trace contextRef="#ctx0" brushRef="#br0" timeOffset="12443.971">12598 1738 768 0,'0'0'68'0,"0"0"106"15,0 0-61-15,0 0-65 16,0 0-25-16,-104-19-11 15,70 39 5-15,-1 4-6 16,5 5-4-16,7-1-3 16,5 0-1-16,11-2-3 15,2-1 0-15,5-4-2 16,0-5-1-16,0-4-21 16,9-6-33-16,9-6 25 15,2 0 3-15,4 0 11 0,1-10-5 16,0-8 8-16,2-3 10 15,-6 1 1-15,-2 0 4 16,-7 3 3-16,-3 6 3 16,-1 2 9-16,-5 7 23 15,-2 2 4-15,-1 0-13 16,0 0-29-16,2 7 1 16,2 10 4-16,1 1 21 15,5 1-8-15,-4-1-6 16,5-2-2-16,0-1-1 15,-2-3-8-15,6-6 1 16,5-2-2-16,2-4-14 0,2 0-64 16,6-4-59-16,-2-14-203 15,-4-9-177-15</inkml:trace>
  <inkml:trace contextRef="#ctx0" brushRef="#br0" timeOffset="12878.303">12881 1725 448 0,'0'0'343'0,"0"0"-326"0,0 0 44 0,0 0 28 16,0 0-20-16,-49 71-14 15,43-46 13-15,3 2-23 16,0-3-14-16,3-1-7 16,0-4-4-16,0-3-6 0,0-5-7 15,0-4-2 1,0-2-2-16,0-5-1 0,0 0 4 15,0 0 5-15,0-5-3 16,3-12-5-16,12-6-3 16,1 0-6-16,2-4-4 15,1 0 1-15,2 2 0 16,0 2 4-16,-2 5 3 16,-3 4 2-16,-2 5 0 15,0 5-9-15,-4 3 9 16,2 1 11-16,0 0-5 15,-1 9-5-15,0 8 0 0,-1 5-1 16,-4 1 11 0,-2 0-7-16,0-2 1 0,-2 1-1 15,-2-4-1 1,4-3 0-16,-1-3-3 0,3-4-43 16,5-4-83-16,8-2-97 15,8-2-63-15,9 0-6 16,3-16-3-16</inkml:trace>
  <inkml:trace contextRef="#ctx0" brushRef="#br0" timeOffset="13213.846">13348 1806 196 0,'0'0'221'16,"0"0"38"-16,0 0-50 15,0 0-42-15,0 0-38 16,0 0-50-16,18-64-59 16,-42 71-15-16,-7 12 1 15,-4 4 3-15,7 3 1 16,3 1-5-16,8-1 2 0,4-2-4 15,8-5 0-15,2-4-3 16,3-3 0-16,0-6-16 16,8-4-24-16,14-2 16 15,2 0 3-15,7-18-35 16,-1-4 7-16,-2 1 14 16,-2-2 20-16,-7 3 11 15,-7 7 4-15,-1 5 13 16,-8 5 42-16,-3 3 9 15,0 0-53-15,0 1-11 16,0 15-4-16,0 2 4 0,0 4 9 16,0-1-2-16,0-2-7 15,0-3-1-15,10-5-91 16,8-5-92-16,10-5-306 16</inkml:trace>
  <inkml:trace contextRef="#ctx0" brushRef="#br0" timeOffset="13926.977">13788 1792 692 0,'0'0'185'0,"0"0"17"15,0 0-123-15,0 0-46 16,-100-17-15-16,63 34 5 16,1 6 7-16,8 3-6 0,6 0-13 15,9 2-7 1,6-4-3-16,7-2 1 0,0-3-2 15,0-6-9-15,10-5-41 16,14-7-1-16,3-1-28 16,6-4-23-16,1-16-32 15,1-7 29-15,-1-6 20 16,0-10 17-16,-4-2 18 16,-6 1 40-16,-8 5 10 15,-7 8 110-15,-6 5 80 16,-3 9-38-16,0 5-39 15,0 5 5-15,0 3-41 16,-1 2-30-16,-1 2-32 16,-1 0-15-16,-1 0-10 15,-5 14 9-15,0 7 1 0,3 5 6 16,1 4 6-16,2 2-3 16,2 0 2-16,1 2-2 15,0-3-1-15,0-2-5 16,0-5-2-16,0-5-1 15,0-3 0-15,3-6-6 16,7-3 6-16,4-4 9 16,4-3-4-16,4 0 2 15,5 0-1-15,1-2-2 16,3-11 0-16,-1-1-3 16,-1-1-1-16,2-3 0 15,-2-2-1-15,-7 1 1 0,-3 1-2 16,-8 2 2-1,-5 3-1-15,-3 1-2 0,-3 7-3 16,0 0 0-16,0 4-1 16,0 1-5-16,0 0 2 15,0 1-3-15,-5 14 12 16,-2 3 0-16,2 1 0 16,4 1 1-16,1-1-1 15,0-5 0-15,0-2 0 16,6-6 1-16,7-2 0 15,8-4 0-15,3 0-16 16,1-1-66-16,-1-13-53 16,-3-6-58-16,-2-7-211 15</inkml:trace>
  <inkml:trace contextRef="#ctx0" brushRef="#br0" timeOffset="14053.806">14264 1583 640 0,'0'0'122'0,"0"0"-15"0,0 0-2 0,0 0-56 0,0 0-49 0,0 0-9 16,-39 3-99-16,56 11-149 15</inkml:trace>
  <inkml:trace contextRef="#ctx0" brushRef="#br0" timeOffset="14444.589">14536 1692 831 0,'0'0'53'0,"0"0"116"16,0 0-30-16,0 0-78 15,-18 77-9-15,18-58-13 16,0-2-11-16,7-2-8 16,5-2-15-16,0-2-1 15,3-4-2-15,2-6-1 16,0-1 6-16,1 0-7 15,0-4-1-15,-2-14-11 0,1-2-2 16,-4 2 8 0,-4 2-2-16,-4 8 8 0,-4 3 4 15,-1 2-4-15,0 3-1 16,0 0-11-16,0 2-9 16,0 14 21-16,-6 1 6 15,3 1-4-15,3-1-2 16,0-2 3-16,0-2-3 15,6-6 0-15,13-2-5 16,7-5-25-16,8 0-9 16,2-5-75-16,3-12-46 15,-3-5-109-15,-3-5-89 16</inkml:trace>
  <inkml:trace contextRef="#ctx0" brushRef="#br0" timeOffset="14984.811">14995 1698 245 0,'0'0'485'0,"0"0"-318"16,0 0-29-16,0 0-72 15,0 0-40-15,0 0 28 16,-37 27 18-16,32-10-33 16,1 1-4-16,1 0-14 15,3-4-5-15,0-3-8 16,0-4-3-16,0-4-4 16,0-3-1-16,0 0-4 15,0 0 4-15,10-12-8 16,5-9 7-16,6-1-4 15,-3-1-1-15,1 5 1 16,-5 4 2-16,-5 7 1 0,-3 3-1 16,-2 4-2-16,-1 4-17 15,2 15 22-15,2 4 3 16,-4 2 7-16,0 0-1 16,0-3-1-16,-3-6-7 15,3-2 1-15,-1-6 0 16,-1-6 0-16,1-2 3 15,2 0-5-15,5 0-2 16,0-12-20-16,4-3-2 16,5-5-2-16,0-5 6 15,5 2 17-15,0 1 0 16,1 4 2-16,-3 6 0 16,-1 4-4-16,-4 2 5 15,-6 6-1-15,2 0-2 16,-3 0 3-16,0 9 4 0,-3 6 3 15,-1 2 6-15,-2 8 7 16,-2-2 2-16,-1 4 3 16,0-6-4-16,0 1-8 15,0-10-5-15,0 2-4 16,0-3-4-16,0-4-17 16,-3-5-103-16,-4-2-159 15,-2-3-662-15</inkml:trace>
  <inkml:trace contextRef="#ctx0" brushRef="#br0" timeOffset="18565.978">16524 1483 542 0,'0'0'256'0,"0"0"-114"0,0 0-23 0,0 0-50 0,0 0-69 15,0 0 0-15,0 0 34 16,-15 80-2-16,12-46-14 16,0-3 1-16,2 0-11 15,-2-4-4-15,0-4-2 16,0-6 2-16,-1-6-2 16,4-4 3-16,0-5-5 15,0-2 1-15,0 0-1 16,0 0 1-16,0-7 5 15,0-5-5-15,7-1 0 16,5 1-1-16,2-1 1 16,5 1-1-16,0 4 0 0,4 2 1 15,-1 3 0-15,2 3-1 16,-1 0 2-16,-1 0 2 16,0 9-3-16,-4 2 0 15,-3 5 1-15,-1 1-2 16,-4 0 0-16,-4 2 0 15,-3 0 0-15,-3-4 0 16,0 0 4-16,0-4-2 16,0-3 3-16,-8 1-1 15,-4 2-1-15,-6 0 7 16,-4 1 4-16,-2-1 2 16,-3-1-5-16,-1 0-7 15,-2-2-1-15,2 0-1 16,2 1 0-16,7-5-1 15,4-1 0-15,6-3-1 0,2 0-12 16,4 0-20-16,0 0-21 16,3-9-73-16,0-4-106 15,0-10-417-15</inkml:trace>
  <inkml:trace contextRef="#ctx0" brushRef="#br0" timeOffset="18820.774">16532 1464 629 0,'0'0'79'0,"0"0"12"0,0 0-51 0,0 0 50 16,0 0-28-16,116 0-17 15,-76-5-17-15,8-2-9 16,-2-1-14-16,-1 2 1 16,-3 3-6-16,-6 0-18 15,-6 3-108-15,-12 0-202 16</inkml:trace>
  <inkml:trace contextRef="#ctx0" brushRef="#br0" timeOffset="19128.711">17055 1639 730 0,'0'0'119'0,"0"0"21"15,0 0-11-15,0 0-28 16,0 0-36-16,0 0-22 15,14 27-22-15,-11-24-5 0,-3-2-11 16,0-1 6 0,0 0 3-16,0 0-10 0,-6 0-4 15,-8 0 17-15,-2 0-13 16,7 0-1-16,1 0 2 16,5 0-5-16,1 0-10 15,2-3-39-15,0-1-63 16,2-2-209-16</inkml:trace>
  <inkml:trace contextRef="#ctx0" brushRef="#br0" timeOffset="19674.925">17558 1562 469 0,'0'0'357'0,"0"0"-176"15,0 0-64-15,0 0-48 16,-86-67-27-16,66 64-18 16,-4 3-7-16,1 0-11 15,-4 13-3-15,2 9-2 16,3 3 0-16,3 3 0 16,7-1-1-16,3 0 3 15,6-2-3-15,3-4 3 16,0-3-2-16,9-6-1 15,8-7 1-15,8-3 0 16,5-2-1-16,1-3-13 16,2-13-17-16,-2-2-12 0,-2-3-1 15,-9-1 33-15,-3 2 5 16,-4 2 5-16,-8 0 1 16,1 7 0-16,-6 5 7 15,3 2 29-15,-3 4 12 16,0 0-19-16,0 0-30 15,0 0 0-15,0 15 0 16,0 7 8-16,0 5 2 16,0 6 5-16,0 2 8 15,0 3 2-15,0 0-2 16,-3-1 2-16,-3-5-5 16,1-4-11-16,2-5-1 15,1-6-6-15,0-5 1 16,2-3-3-16,0-5 0 0,0-3-2 15,0-1-34 1,0 0-42-16,4-4-35 0,10-15-186 16,6-7-386-16</inkml:trace>
  <inkml:trace contextRef="#ctx0" brushRef="#br0" timeOffset="20222.067">17964 1425 718 0,'0'0'118'0,"0"0"-11"16,0 0-59-16,0 0-11 0,0 0-9 0,-66 95 1 0,60-60-2 16,0 1-3-16,3 0-1 15,-1-3-10-15,0 2 3 16,2-5-12-16,2-4-1 15,0-2 3-15,0-4-2 16,2-3-4-16,9-4 0 16,0-4 0-16,4-2 4 15,1-7 1-15,5 0 4 16,3 0-9-16,0-3 0 16,0-9 0-16,0-2 3 15,-2-2-3-15,-2-2 3 0,-4 2 1 16,-4-1-3-16,-1 2 2 15,-6 2 4-15,-2 2 6 16,-3 0 7-16,0 2-1 16,0 3 3-16,0-1-9 15,-5 3-7-15,-6 0-4 16,0 1-2-16,-5 1 1 16,-4 2-1-16,-2 0 1 15,-3 0 2-15,-2 2-1 16,3 5 0-16,0 1-1 15,3 1 2-15,5 0 0 16,2-4-1-16,8 0-1 0,2-4 0 16,2 0 3-16,2-1-4 15,0 0-11-15,0 0-39 16,0 0-61-16,8 0-179 16,4-4-450-16</inkml:trace>
  <inkml:trace contextRef="#ctx0" brushRef="#br0" timeOffset="21353.771">19167 1626 654 0,'0'0'66'0,"0"0"68"0,0 0-29 0,0 0-28 15,-8-77-35-15,-4 72-19 16,-9 3-4-16,-2 2-12 15,-7 4-6-15,-5 14 4 16,2 7-2-16,8 3 6 16,5 1-1-16,6 1-2 15,3 0 1-15,8-6-4 16,3-3-3-16,0-6 0 16,8-5 4-16,14-4-4 15,6-6-3-15,4 0-26 16,4-2-1-16,-4-12-10 15,-2-4-6-15,-6-3 10 0,-6 0 8 16,-6-2 10-16,-5 3 10 16,-4 5 8-16,0 2 3 15,-3 5 7-15,0 4-1 16,0 1 6-16,0 1 14 16,0 2-6-16,0 0-23 15,0 0-13-15,0 13 13 16,0 4 1-16,3 5 1 15,-1 6 4-15,3 1 1 16,-2 2-3-16,1 2 5 16,-4 1 6-16,0-2 4 0,0 0 1 15,3 0-2-15,-3 1-6 16,3 2-1-16,-2-1 0 16,-1-1-6-16,0-4-1 15,0-1-3-15,0-5 5 16,0-3-2-16,-7-6-2 15,0-4-1-15,0-3-1 16,-2-5 4-16,-2-2 2 16,-4 0-6-16,-5 0-4 15,2-5-9-15,-1-12 4 16,5 2 1-16,1-6 8 16,3-1-9-16,5-2 7 15,0 2 2-15,5-4 0 16,0 2 3-16,0-1 6 0,7-3-1 15,6 1 6-15,3-1 2 16,3 1-10-16,1 1-1 16,-1 2-2-16,-2 5-3 15,4 2 3-15,-7 1 5 16,2 5 5-16,-3 1-4 16,-1 1 6-16,2 2 5 15,-4-1 4-15,-1 5 4 16,-3 1 2-16,-2-1-3 15,-1 3-4-15,-3 0-11 16,0 0-3-16,0 0-7 0,0-2-2 16,0 2 0-16,0 0-1 15,0 0-1-15,4 0-4 16,-3 0-37-16,2 0-62 16,1 0-129-16,-1 0-359 15</inkml:trace>
  <inkml:trace contextRef="#ctx0" brushRef="#br0" timeOffset="21723.012">19911 1492 752 0,'0'0'80'0,"0"0"53"0,0 0-76 16,0 0-35-16,0 0-10 16,-88-22-4-16,75 33-6 15,1 6-1-15,-2 5 6 16,2 0 7-16,2 2 6 16,-2 0 8-16,3 1-4 15,1 2 10-15,5-2-9 16,0 0-2-16,3 0-9 15,0-5-3-15,0-2-6 16,6-2-2-16,6-5-3 0,6-2 0 16,5-2 11-16,2-4-11 15,11-3-30-15,2 0-65 16,-2 0-50-16,0-15-120 16,-3-5-199-16</inkml:trace>
  <inkml:trace contextRef="#ctx0" brushRef="#br0" timeOffset="22493.735">20109 1566 641 0,'0'0'185'0,"0"0"-40"16,0 0-86-16,0 0-43 16,0 0 19-16,0 0 31 0,-25 51-9 15,25-29-3 1,0 1-22-16,0 0-3 0,0-1-7 15,0-2-8-15,0-5-9 16,0-4-3-16,0-4 1 16,0-2-3-16,0-4-1 15,0-1-15-15,0 0 0 16,2-3-5-16,5-12-12 16,3-7 3-16,2-4 7 15,6 1 2-15,-3-1 17 16,2 10-2-16,-4 1 7 15,0 5-2-15,1 2 2 16,-2 4 13-16,3 4-3 16,4 0-4-16,-2 0-5 0,0 10 2 15,-3 7 3-15,-3 1 2 16,-1 4 1-16,-4 1 3 16,0 0 4-16,-2-2-4 15,-4-3 2-15,0-4-2 16,0-4-4-16,0-4 0 15,0-4-8-15,0 0 4 16,0-2 0-16,0 0 4 16,0 0-3-16,0-9-6 15,0-6-8-15,0-4-1 16,0-1 0-16,3-3-3 16,6 2 4-16,2-1 1 15,1 6-5-15,-1 0 8 0,-2 3-2 16,2 4 3-16,1 2-4 15,-5 4 6-15,1 0-5 16,-1 1 4-16,-1 1-10 16,0 1 12-16,5 0 0 15,0 0 0-15,-3 0 1 16,3 8 1-16,-1 1 5 16,-1 4 1-16,-2 1 0 15,-1 0 11-15,0 2-4 16,-3 0 13-16,-3 3-13 15,0-1 5-15,0-1-6 16,0 1-7-16,0-1 3 0,-6-3-8 16,-1-1 3-16,2-3 1 15,1-3-6-15,2-1-1 16,1-4-22-16,-1-2-38 16,2 0-24-16,0 0-25 15,0-8-90-15,0-12-473 16</inkml:trace>
  <inkml:trace contextRef="#ctx0" brushRef="#br0" timeOffset="22823.734">20586 1208 603 0,'0'0'147'0,"0"0"18"0,0 0-100 16,0 0-17-16,0 0 46 15,0 0 8-15,41 18-31 16,-11-8-15-16,3-4-23 16,4 2-4-16,-1-2-6 15,-2 0-12-15,-2-4 1 16,-4 1-11-16,-4 1 0 15,-7-2 0-15,-4-1 1 16,-3-1-1-16,-1 0 2 16,-5 0-3-16,-2 0-32 0,-2 0-53 15,0-4-146-15,-2-7-333 16</inkml:trace>
  <inkml:trace contextRef="#ctx0" brushRef="#br0" timeOffset="23453.631">21179 1059 701 0,'0'0'139'0,"0"0"2"0,0 0-19 16,0 0-41-1,0 0-30-15,97-29-18 0,-75 32-11 16,-2 9-9-16,-2 5-1 16,-5 2 0-16,-5-1-8 15,-8 0-4-15,0 0 0 16,-5 0 1-16,-16-1 7 16,-4-3-2-16,-2-3 2 15,3-4-5-15,8 0-1 16,7-4-2-16,5-1-1 15,4-2-4-15,0 0-1 16,0 0-6-16,0 0 7 0,7 0 3 16,9 0 2-16,7 0 1 15,-2 0 0-15,3 5-1 16,-2-1 1-16,0 3-1 16,-4-3 0-16,-2 4 0 15,1 3 0-15,-4-1 3 16,-7 1 5-16,2-1-3 15,-5 2-1-15,-3 1 0 16,0 0-1-16,0-5 0 16,0 4 6-16,-3-1 3 15,-5-2 0-15,-2-4 2 16,-4 2 2-16,-5-3 6 16,-2 3-3-16,-7-1-3 0,-5-2-1 15,-5-3-3 1,3 2-3-16,2 0-1 0,7 0-3 15,4 0-5-15,6-3 4 16,2 0-2-16,7 0-2 16,1-1-8-16,0-11-24 15,3-5-40-15,0-1-121 16,3-10-396-16</inkml:trace>
  <inkml:trace contextRef="#ctx0" brushRef="#br0" timeOffset="29231.781">3316 3180 541 0,'0'0'177'0,"0"0"-120"0,0 0 58 0,0 0-6 0,0 0-49 0,0 0-19 0,-101-60-3 16,78 60-10-16,-7 11-12 16,-4 8-5-16,-3 9 4 15,-2 4-8-15,3 3 2 16,5 1-7-16,10-3 0 15,6-1 0-15,5-1-2 16,10-3-1-16,0-5 1 16,0 2-1-16,10-7 1 15,5-4-6-15,9-4-36 16,6-3-30-16,9-7-53 16,7 0-43-16,0 0-90 0,3-17-270 15</inkml:trace>
  <inkml:trace contextRef="#ctx0" brushRef="#br0" timeOffset="29613.772">3435 3298 464 0,'0'0'192'0,"0"0"-47"15,0 0 37-15,0 0-62 16,0 0-86-16,0 0-33 16,-44 32 5-16,30-1 5 15,7-1-3-15,7-2-7 16,0-3 0-16,0-2 1 15,12-3 2-15,3-7-2 0,3-4-2 16,0-5-24-16,1-4 9 16,6 0-3-16,-1-4-6 15,-3-10 12-15,-3-4 12 16,3-5 1-16,-6-3 1 16,-2-1-1-16,-2 1 1 15,-5-1 1-15,-6 3 6 16,0 3 11-16,0 4 7 15,-11 5-1-15,-4 4 8 16,-1 3 3-16,-5 5-31 16,-4 0 3-16,1 0-9 15,0 10-4-15,0 4 2 16,5-1 0-16,5 0-25 0,8-3-79 16,6-1-18-16,0-4-139 15,15-5-184-15</inkml:trace>
  <inkml:trace contextRef="#ctx0" brushRef="#br0" timeOffset="30148.147">3697 3193 561 0,'0'0'160'0,"0"0"-155"0,0 0 26 0,0 0 119 0,0 0-52 16,68 76-32-16,-50-47 7 0,-4 0-26 15,2 2-13 1,-4-1-13-16,-4-5-3 0,-1-4-4 16,-3-5-5-16,-2-5-4 15,-1-5-3-15,-1 0 2 16,2-5-3-16,-2-1 5 16,0 0 5-16,0 0 6 15,0-10-8-15,0-4-7 16,0-5 3-16,0 0-3 15,4-2 3-15,-1-1-4 16,2 1 0-16,2 0 0 16,2 1-1-16,2 4 0 15,2 1-1-15,-4 3-1 0,5 0 2 16,-6 3 0 0,-2 7 0-16,-3-1-1 0,-1 3 1 15,1 0-8-15,3 0-3 16,1 3 11-16,4 5 0 15,-1 1 0-15,3 2 1 16,-5 1 0-16,6 1-1 16,-3 0 1-16,-3 3-1 15,-2 1 3-15,-3 1 2 16,0 4 1-16,-3-1-1 16,0 1-1-16,0-2-3 15,0-4-1-15,0-2-22 0,-8-3-26 16,1-6-67-1,-1-1-154-15,0-4-217 0</inkml:trace>
  <inkml:trace contextRef="#ctx0" brushRef="#br0" timeOffset="30491.673">4104 3249 582 0,'0'0'183'0,"0"0"-155"0,0 0-3 0,0 0 61 16,0 0-15-16,27 99-13 15,-21-69 0-15,4-3-15 16,1-4-13-16,-5-1-8 16,0-8-10-16,-2-1-4 0,-1-8-5 15,-2 0 0-15,1-4 0 16,-1-1 8-16,1 0 9 15,1-7 30-15,6-10-34 16,1-7-8-16,1-3 3 16,1-2-5-16,1-4-4 15,4 5 1-15,-1 3-3 16,-4 2 0-16,7 7-2 16,-5 3-39-16,2 8-94 15,-4 5-125-15,-7 0-395 16</inkml:trace>
  <inkml:trace contextRef="#ctx0" brushRef="#br0" timeOffset="30897.162">4522 3352 522 0,'0'0'134'16,"0"0"7"-16,0 0 27 15,67-88-70-15,-51 67-35 16,-1 1-3-16,-4 2-10 16,-4 2-17-16,-6 3 2 15,-1 3-18-15,0 3-6 16,0 4-6-16,-14 3-5 16,-3 0-10-16,-2 0-3 0,4 7 6 15,0 6-1-15,4 4 5 16,0 3-2-16,3 2 3 15,2 4 2-15,3 1 0 16,0 1 8-16,3-1 8 16,0-1 2-16,0-3-11 15,0-4 2-15,3-4-3 16,9-5 1-16,0-3-4 16,3-4 0-16,1-3-3 15,1 0-24-15,-1-6-28 16,1-8-36-16,-3-1-64 15,-3-5-88-15,4-4-135 0</inkml:trace>
  <inkml:trace contextRef="#ctx0" brushRef="#br0" timeOffset="31206.096">4738 3196 433 0,'0'0'198'0,"0"0"27"16,0 0-44-16,0 0-95 15,0 0-60-15,0 0-15 16,42-11 4-16,-26 25 4 15,-2 3 11-15,0 4-10 16,-3 1 4-16,-2 3 5 16,-3-3 3-16,-2 0-5 15,-4-2-16-15,0-4-3 16,0-3-2-16,-13-3 2 0,1-6 2 16,4-1-5-1,1-3 2-15,3 0-3 0,1-5-1 16,-2-10-3-16,5-5-4 15,0-6 4-15,0-4 0 16,0 1 0-16,14-1-5 16,2 1-17-16,6 5-35 15,1 4-46-15,4 0-92 16,-5 6-220-16</inkml:trace>
  <inkml:trace contextRef="#ctx0" brushRef="#br0" timeOffset="31502.84">5111 3052 124 0,'0'0'638'16,"0"0"-534"-16,0 0 29 15,0 0-68-15,0 0-41 16,0 0 36-16,-9 78-2 16,7-42-13-16,2-1-1 15,-1 3-13-15,-2 1-12 16,2-4-12-16,-1-2-3 15,2-1-1-15,0-9-1 16,0-3 0-16,0-7 1 16,0-3-1-16,6-3 0 15,3-4 0-15,3-3 3 0,1 0-5 16,5 0-1 0,0 0-6-16,3-8-10 0,-3-4-43 15,3-2-35-15,-6-3-65 16,-2-4-209-16</inkml:trace>
  <inkml:trace contextRef="#ctx0" brushRef="#br0" timeOffset="31662.589">5095 3169 617 0,'0'0'194'0,"0"0"-191"15,0 0-3-15,0 0-4 0,88-17-174 16,-54 8-313-16</inkml:trace>
  <inkml:trace contextRef="#ctx0" brushRef="#br0" timeOffset="32105.853">5963 2975 600 0,'0'0'126'16,"0"0"14"-16,0 0-47 15,0 0-69-15,0 0 24 16,0 73 29-16,0-37-22 0,1 3-12 15,2 0-11 1,-1-3-8-16,1-3-13 0,-2-3-5 16,2-3-3-16,-1-6-3 15,-2-6-2-15,0-4-40 16,0-5-68-16,0-4-49 16,0-2-216-16,0 0-199 15</inkml:trace>
  <inkml:trace contextRef="#ctx0" brushRef="#br0" timeOffset="32733.696">5854 3159 666 0,'0'0'95'16,"0"0"-37"-16,0 0-15 0,0 0-22 15,91-35-13 1,-45 22-2-16,-4 2-3 0,3-5-3 15,4-1-16-15,-4 0-65 16,1-1-46-16,-9 2-44 16,-10 0-57-16,-15 1 33 15,-6 3 195-15,-6 2 13 16,0 2 161-16,0 1-1 16,-9 3-25-16,2-1 6 15,-1 4-38-15,2 1-11 16,2 0-29-16,-2 0-31 15,1 3-24-15,1 13-2 16,2 7 16-16,1 5-5 0,1 5-6 16,0 2 3-16,0 3 0 15,0 0 0-15,0-1-3 16,1-5-7-16,-1-1-5 16,0-5-6-16,0-6-3 15,0-2-1-15,0-9 0 16,0-4-1-16,0-1-1 15,0-4-4-15,0 0-1 16,0-6 1-16,0-10-14 16,0-7-1-16,2-5-4 15,7-2 10-15,1-1-2 16,7 3 5-16,-3 2 6 0,3 7 1 16,1 3-1-16,-5 6 4 15,2 3-3-15,-3 4 3 16,-1 3 0-16,-1 0-2 15,-1 5 2-15,2 13 4 16,-1 7 7-16,-4 2 6 16,0 0 3-16,-5 0-8 15,1-2-4-15,-2-1-1 16,0-4-5-16,0-2-2 16,-2-4-6-16,-8-1-88 15,-5-12-209-15</inkml:trace>
  <inkml:trace contextRef="#ctx0" brushRef="#br0" timeOffset="33107.271">6610 3266 568 0,'0'0'95'0,"0"0"51"0,0 0-6 0,86-67-65 0,-61 46-34 16,-3 2-12-16,-1 1-6 16,-9-2-6-16,-3 3-4 15,-9 3-4-15,0 2-2 16,-9 7-7-16,-16 5-2 16,-7 0-17-16,1 5-16 0,6 11 14 15,7 1 15-15,3 0 2 16,10 3 4-16,2 1 7 15,2 5 23-15,1 0 19 16,0 1 4-16,0-3-8 16,1-1-12-16,10-4-13 15,2-3-10-15,4-3-1 16,2-6-9-16,2-5-1 16,0-2-63-16,10 0-87 15,4-4-188-15</inkml:trace>
  <inkml:trace contextRef="#ctx0" brushRef="#br0" timeOffset="33792.968">8231 3048 729 0,'0'0'89'0,"0"0"49"0,0 0-74 0,-88-21-15 16,62 31-27-16,-4 14-10 16,2 5 16-16,4 2 14 15,3 1-5-15,9-1-10 16,5-5-9-16,3-1-14 16,4-4-2-16,0-3-2 15,7-6-7-15,11-4-14 16,13-7-20-16,5-1-16 0,6-1-11 15,-2-17-13 1,-4-4 18-16,-5-8 2 0,-10-4 18 16,-6-6 24-16,-8-1 16 15,-7-2 3-15,0 4 3 16,-3 5 25-16,-13 7 51 16,4 6 32-16,0 8-21 15,2 3-8-15,2 4-18 16,2 2-11-16,6 4-9 15,0 0-33-15,0 9-11 16,0 14 0-16,0 8 11 16,0 8 9-16,3 0 2 15,11 4 5-15,0 0-6 16,-3 0-3-16,1-5-1 16,-3-3-2-16,-3-5-11 0,-2-6 3 15,1-5-6-15,-2-3 1 16,0-5-2-16,0-4-7 15,0-2-30-15,-3-4-75 16,4-1-108-16,2-2-146 16</inkml:trace>
  <inkml:trace contextRef="#ctx0" brushRef="#br0" timeOffset="34211.688">8532 3278 682 0,'0'0'25'0,"0"0"75"0,83-46 6 0,-47 30-60 16,2-2-21-16,-4-2-1 16,-4-2-16-16,-5-1 5 15,-7 1 0-15,-9 2 16 16,-9 0 1-16,0 2-7 15,-6 4-1-15,-18 2-2 16,-7 5-19-16,1 4-1 16,2 3 0-16,4 0-2 15,9 4-3-15,-1 10-3 16,2 6 6-16,1 1 2 0,5 4 9 16,4 2 3-16,4-2 0 15,0 2 3-15,0-2 13 16,17-3-8-16,2-3 2 15,4-3-5-15,3-4-7 16,3-5-2-16,1-4-1 16,-3-3-7-16,6 0-1 15,-3-6-60-15,-6-8-71 16,4-5-87-16,-7-3-243 16</inkml:trace>
  <inkml:trace contextRef="#ctx0" brushRef="#br0" timeOffset="34667.166">9050 3052 699 0,'0'0'194'16,"0"0"-24"-16,0 0-59 15,0 0-71-15,0 0-18 16,0 0 12-16,-29 68 3 16,29-43-5-16,0-1-2 15,0 2 3-15,3-4-8 16,3-2-7-16,-1-5-12 15,-5-5 0-15,3-3-6 16,-3-5 2-16,0-1 1 16,0-1-1-16,4 0 0 15,-2-1-2-15,1-15-6 0,1-5-2 16,4-6-4 0,1 0-2-16,4-4 6 0,2 3 0 15,1 3 5-15,-2 2-1 16,2 7 4-16,-2 3-3 15,0 2 1-15,-1 6 1 16,-2 2 0-16,0 3-3 16,-1 0 0-16,-2 5 0 15,4 9-1-15,-6 6 3 16,0 3 2-16,-3 1 4 16,-3 2 2-16,0-1-3 15,0 1 5-15,0-1 1 0,-9-3-5 16,1-2-3-1,-5-1-1-15,2-5-14 0,2-4-103 16,1-5-118-16,8-5-433 16</inkml:trace>
  <inkml:trace contextRef="#ctx0" brushRef="#br0" timeOffset="35254.081">9556 3046 696 0,'0'0'157'0,"0"0"1"0,0 0 31 0,0 0-84 16,0 0-57-16,0 0-25 15,-32-48-12-15,11 48-9 16,0 0-2-16,2 13-1 0,2 6-5 16,7 1 0-1,6 1 4-15,1-1-3 0,3-1 2 16,0-5-7-16,14-1 3 15,5-5 6-15,3-3 1 16,2-2 7-16,1-1-5 16,-2-1-1-16,-4 1 0 15,0 1-1-15,-7 4 0 16,-3 3-3-16,-6 2-6 16,-3 3 7-16,0 1 2 15,-3-2 3-15,-7-1 2 16,-5-2 2-16,4-4 0 0,2-4-3 15,1-1 0 1,3-2-1-16,4 0-3 0,-2-7-1 16,3-8-2-16,0-2-13 15,0-3 0-15,9-4-9 16,10-1-8-16,0 1-1 16,2 4-2-16,2 2-4 15,-3 4 29-15,-3 3 9 16,-1 6 2-16,-2 1-1 15,-3 4 2-15,0 0 2 16,0 0 6-16,0 0 4 16,-2 9 8-16,-3 6 1 15,-4 1-10-15,-2 1 6 0,0 0-1 16,0 0-2 0,0-3-9-16,-3 0-3 0,-8-4-3 15,1-5-55-15,-5-1-108 16,6-4-247-16</inkml:trace>
  <inkml:trace contextRef="#ctx0" brushRef="#br0" timeOffset="35448.93">9937 2851 981 0,'0'0'57'0,"0"0"48"0,0 0-65 0,0 0-37 16,0 0-3 0,0 0-7-16,-7 16-29 0,28-9-40 15,4-6-98-15,-3-1-196 16</inkml:trace>
  <inkml:trace contextRef="#ctx0" brushRef="#br0" timeOffset="35665.945">10066 2835 776 0,'0'0'144'16,"0"0"18"-16,0 0-82 16,0 0-73-16,0 0 24 15,0 74 27-15,0-38-4 16,3-1-7-16,0 2-18 0,3-5-11 16,-5-5-5-1,4-2-9-15,-4-3-2 0,3-8-1 16,-4-3-1-16,3-4-15 15,-1-6-65-15,1-1-45 16,-3 0-39-16,0-10-218 16</inkml:trace>
  <inkml:trace contextRef="#ctx0" brushRef="#br0" timeOffset="36363.726">10037 2994 697 0,'0'0'109'0,"0"0"43"15,0 0-58-15,0 0-66 16,0 0 32-16,0 0-33 16,71 20-3-16,-42-17-4 15,1-3 0-15,0 0-10 16,-5 0-2-16,-4-3-4 16,-6-4 0-16,-6 1-2 15,0 3 0-15,-9 3-2 16,3 0-1-16,0 0-10 15,0 5 7-15,0 6 4 16,5 0 1-16,3-1 1 16,3-4 0-16,4-3 1 15,7-3 2-15,1 0-1 0,0-5-3 16,3-7-1 0,-4-4-30-16,0 0-35 0,-1 1-2 15,-3 2 18-15,0 1 14 16,-4 2 33-16,-9 7 2 15,-2 0 2-15,-6 3 12 16,0 0 15-16,0 0-4 16,0 12-25-16,0 10 26 15,-9 8-7-15,1 5-4 16,3 5 6-16,1 5 1 16,-1 0-4-16,5 3 14 15,0 2 1-15,0-2-2 16,0-1 11-16,0-1-9 15,0-2-7-15,5 0-3 0,-1 0-6 16,-2-2-5-16,-2-2-7 16,0-8 3-16,0-4-2 15,0-8 1-15,-6-5 0 16,-7-7-1-16,-1-2-1 16,0-6 3-16,-2 0-3 15,2 0 5-15,1-14-1 16,4-11 4-16,0-5-3 15,3-13-6-15,6-6 4 16,0-1-4-16,3-2-1 16,11 6-3-16,6 5-5 15,4 2 2-15,2 3-13 16,2 0-9-16,5 2-16 0,2 4-22 16,1-3-89-1,-1 4-128-15,-4-3-551 0</inkml:trace>
  <inkml:trace contextRef="#ctx0" brushRef="#br0" timeOffset="38599.125">11801 3111 383 0,'0'0'58'0,"0"0"72"0,31-97-8 16,-26 74 21 0,-5 7 2-16,0 8-24 0,0 4-3 15,0 4-51-15,0 3-67 16,0 21 15-16,0 11-15 16,-2 9 32-16,-1-2-8 15,2 3 2-15,1-1-2 16,0-6-11-16,0-2-1 15,0-10-5-15,0-1-3 16,0-9-1-16,0-5-2 16,0-5-1-16,0-4-19 0,0-2-43 15,-2 0-18 1,-7-3-40-16,-4-13-133 0,-4-5-95 16,-3-1-83-1</inkml:trace>
  <inkml:trace contextRef="#ctx0" brushRef="#br0" timeOffset="39054.735">11656 3205 527 0,'0'0'137'16,"0"0"10"-16,0 0-48 15,0 0-48-15,0 0 21 16,97-33-18-16,-57 24-1 16,4 1-20-16,-3 2-12 15,0 5 2-15,-8 1-6 16,-8 0-10-16,-10 5 7 0,0 14-2 15,-3 2 5-15,-6 5 1 16,-1-2 5-16,0 4 7 16,-2-4-15-16,2-3-4 15,-1-3 1-15,4-8-10 16,-3-2 6-16,6-5-5 16,1-3 3-16,6 0 6 15,4-3-4-15,2-14-2 16,3-2-1-16,3-3-3 15,-2-3-2-15,-4-1 2 16,0 3 0-16,-8-1-1 16,-4 0 2-16,-6 2-1 15,-3 2 0-15,-3 1 2 0,0 4 7 16,-8 3 3 0,-11 1-2-16,-8 8-4 0,-2 3-5 15,-9 0-3-15,1 3-1 16,-1 10 0-16,0 1 0 15,11 0-4-15,4 3-21 16,6-2-30-16,6 1-65 16,4-6-89-16,7-6-143 15</inkml:trace>
  <inkml:trace contextRef="#ctx0" brushRef="#br0" timeOffset="39730.903">13491 2928 703 0,'0'0'23'0,"0"0"101"0,0 0 17 16,0 0-18-16,0 0-11 0,0 0-42 16,-6-69-49-16,-24 76-21 15,-4 14-2-15,-2 4 1 16,8 8 1-16,6-4-4 16,8 0-2-16,7-4 3 15,7-3 1-15,0-3-16 16,10-4-1-16,7-3 1 0,5-4 8 15,0-1 5-15,1 3 3 16,-2-1 1-16,-2-2 1 16,-4 4-1-16,-3 0-1 15,-6-1 1-15,-6 3-8 16,0 0 9-16,0-3 17 16,-9 4 5-16,-9-2 6 15,-6 0-7-15,-3-3-1 16,-4 0-9-16,-5-2-5 15,0-1 3-15,-1-5-5 16,5-1 1-16,4 0-2 16,6 0 2-16,6-9-1 15,7-8-4-15,6-1-34 16,3-1-4-16,6-3-24 16,20 0-77-16,7 0-119 0,5 0-374 15</inkml:trace>
  <inkml:trace contextRef="#ctx0" brushRef="#br0" timeOffset="39994.679">13834 2902 625 0,'0'0'143'0,"0"0"-15"0,0 0 3 16,0 0-94-16,0 0-16 15,0 0 12-15,-16 54 8 0,16-25-6 16,0 4 1-16,0 1-7 16,0-3-15-16,0-3-8 15,0 2-3-15,0-8 0 16,0 0-1-16,0-8-2 16,-2-3-25-16,1-2-76 15,-6-7-101-15,-1-2-168 16</inkml:trace>
  <inkml:trace contextRef="#ctx0" brushRef="#br0" timeOffset="40272.913">13617 3251 628 0,'0'0'99'16,"0"0"39"-16,0 0-64 15,0 0-17-15,0 0-10 16,98-13-18-16,-55 7-6 16,-2 2-11-16,-1 0-4 15,-2 1-4-15,-5-1-3 16,-3 1 3-16,-7-1-2 16,-4 1-1-16,-5 1-1 15,-3-2-13-15,0-1-29 16,-2-1-20-16,-2 1-54 15,-4-5-118-15,-3-3-319 0</inkml:trace>
  <inkml:trace contextRef="#ctx0" brushRef="#br0" timeOffset="40465.784">13722 2938 832 0,'0'0'30'0,"0"0"8"16,0 0 20-16,0 0-24 15,112-40-24-15,-61 31-6 16,6 4-4-16,-1-2-27 16,-8 1-227-16</inkml:trace>
  <inkml:trace contextRef="#ctx0" brushRef="#br0" timeOffset="41021.645">14598 2964 344 0,'0'0'593'0,"0"0"-480"0,0 0-4 16,0 0-79-16,0 0-28 16,0 0 12-16,-6 66 13 15,6-35-2-15,9-2-3 16,2 1-4-16,0-5-7 16,0-2-5-16,-2-6-3 15,1-6-1-15,-1-6 1 16,2-5 4-16,4 0-2 15,1 0 0-15,5-9-2 16,1-11 1-16,-1-2-4 16,-1-3-1-16,-6-4 1 15,-1 0-1-15,-6 1 1 16,-2 5 0-16,0 2 1 16,-5 6-1-16,0 6 1 0,0 5 0 15,0 3 0-15,0 1-1 16,0 0-3-16,0 0-8 15,0 8 6-15,2 8 5 16,1 2 0-16,0 1 0 16,3 0 1-16,1 1 0 15,4-5 0-15,-2 0 0 16,0-4 1-16,1-4-2 16,-1 0 4-16,6-5-3 15,1-2-1-15,5 0-17 16,0 0-44-16,3-9-73 0,0-5-84 15,1-8-270 1</inkml:trace>
  <inkml:trace contextRef="#ctx0" brushRef="#br0" timeOffset="41733.64">15194 2932 805 0,'0'0'54'0,"0"0"62"0,0 0 2 15,0 0-36-15,0 0-24 16,-35 88-6-16,35-67-8 16,0 2-10-16,0-3-8 15,0-4-7-15,0-2-8 16,0-4-7-16,0-4-1 16,0-4 0-16,0-2-2 0,0 0 0 15,0 0-1-15,0-1-1 16,0-13-10-16,0-7-3 15,12-2-6-15,3 0 5 16,4 0 5-16,1 0-1 16,1 6 0-16,-2 4 5 15,1 5 3-15,-3 4 1 16,0 4-2-16,-4 0 2 16,1 0-2-16,-3 9 0 15,-1 10-2-15,-4 2 1 16,-2 3 5-16,-2 2 0 15,1-1 0-15,1-1 0 0,0-3 1 16,2-6 0-16,2-2 0 16,1-6-1-16,6-4 0 15,1-3-16-15,5 0-8 16,4-7-9-16,-1-10-8 16,3-5 15-16,-3-2 19 15,3-4-4-15,-2 1 11 16,-3 3 0-16,-3 2 1 15,-6 4 2-15,-4 2 1 16,-3 7 6-16,-3 2-2 16,0 3 7-16,-3 2 4 15,0 2-4-15,0 0-8 16,0 0-7-16,0 9-2 0,-8 10 2 16,1 2 4-1,1 2-4-15,3 1 5 0,0-1 3 16,3-3 4-16,0-1-4 15,0-5-3-15,6-3 1 16,7-4-1-16,8-4 4 16,4-3-1-16,4 0-3 15,4-5 0-15,-2-11-5 16,0-2-23-16,-2-5-26 16,-4-4-62-16,-5-5-105 15,-4-7-313-15</inkml:trace>
  <inkml:trace contextRef="#ctx0" brushRef="#br0" timeOffset="41952.83">15835 2720 631 0,'0'0'99'0,"0"0"49"0,0 0-78 16,0 0-40-16,0 0 0 15,0 0 10-15,24 6-25 16,-5 0-9-16,-2-4-1 16,-1 0-3-16,-2-2-2 15,-4 0-58-15,-1 0-132 0,-3 0-187 16</inkml:trace>
  <inkml:trace contextRef="#ctx0" brushRef="#br0" timeOffset="42245.107">15986 2713 537 0,'0'0'124'16,"0"0"-2"-16,0 0 40 16,0 0-68-16,-6 97-52 15,3-58 10-15,-2-1-12 16,-2 3-5-16,2 1-10 16,-1-5-1-16,0-3 12 15,2-5-8-15,2-3-1 16,2-8-9-16,0-2-5 15,0-7 2-15,6-2-4 0,9-5-1 16,6-2-3 0,8 0-2-16,2 0 1 0,0-7-5 15,1-4-1-15,-3 1-5 16,-3-3-27-16,-3-1-32 16,-6-3-26-16,-6-2-81 15,-6-3-147-15,-5-5-412 16</inkml:trace>
  <inkml:trace contextRef="#ctx0" brushRef="#br0" timeOffset="42407.789">16019 2840 797 0,'0'0'55'0,"0"0"-14"15,0 0 6-15,0 0-33 16,116-4-9-16,-76-4-5 15,-1-1-59-15,-9-1-186 16,-9-5-387-16</inkml:trace>
  <inkml:trace contextRef="#ctx0" brushRef="#br0" timeOffset="42739.073">15498 2654 517 0,'0'0'382'0,"0"0"-303"16,0 0-3-16,0 0-13 16,0 0-38-16,0 0-8 15,41-19 30-15,-27 32-5 16,-5-6-8-16,-4 4-9 15,-3-6 1-15,-2-1-5 16,0-1-2-16,0-1 1 16,-10-1 1-16,-4-1-2 15,3 0-13-15,-1 0-6 0,7 0 0 16,4-7-15 0,1-1-30-16,0-5-65 0,6-5-95 15,14 0-510-15</inkml:trace>
  <inkml:trace contextRef="#ctx0" brushRef="#br0" timeOffset="43623.618">16983 2670 316 0,'0'0'372'0,"0"0"-275"0,0 0 42 16,0-78-33-16,-13 69-45 16,1 4 1-16,-8 5-36 15,-12 3-17-15,-5 17-7 0,-8 12 4 16,-4 6 7 0,-2 10-3-16,2 8 3 0,1 5 0 15,8 2 1-15,4 0 4 16,12-4-4-16,9-7 2 15,11-1-7-15,4-6-7 16,3-7 5-16,19 0-5 16,5-5 8-16,6-6-2 15,1-4-4-15,2-6 0 16,0-4-3-16,0-5-1 16,5-6-24-16,3-2-41 15,6-1-63-15,-2-16-123 16,-2-9-534-16</inkml:trace>
  <inkml:trace contextRef="#ctx0" brushRef="#br0" timeOffset="43967.924">17470 2816 674 0,'0'0'20'15,"0"0"92"-15,0 0-9 16,0 0-48-16,0 0-16 16,0 0 34-16,-51 41-7 15,51-14-13-15,0 5-2 16,0 0-8-16,0 0 8 16,0 4-18-16,0-4-4 0,0-2-9 15,0-2-8-15,0-4-7 16,-1-4 3-16,-5-1-6 15,3-4-1-15,2-3 1 16,-1-3 0-16,2-4-2 16,0-2-4-16,0-3-23 15,0 0-34-15,0 0-25 16,12-15-65-16,6-8-107 16,4-9-274-16</inkml:trace>
  <inkml:trace contextRef="#ctx0" brushRef="#br0" timeOffset="44373.805">17704 2875 788 0,'0'0'142'15,"0"0"9"-15,0 0-72 16,0 0-68-16,0 0 9 16,0 0 8-16,-92 69-7 15,64-50-10-15,-2 1-7 16,-2-3 1-16,0-3-1 15,-3-1-4-15,8-3 0 16,4-6-19-16,7 1-7 16,6-3-4-16,9-1 1 15,1-1 20-15,0 0 2 0,0 0-8 16,0 0 10 0,11 0 5-16,2 0 1 0,4 0 1 15,0 0 4-15,5 0 4 16,0 7 8-16,3 3 9 15,-2 0-17-15,3 3 3 16,-4 1 8-16,-2-3-5 16,-4 3 0-16,-4-3-3 15,0-1-4-15,-6-1-5 16,1-1-1-16,-1-5 0 16,-3 4-3-16,4-5-6 15,3 4-64-15,0-6-88 16,5 0-194-16</inkml:trace>
  <inkml:trace contextRef="#ctx0" brushRef="#br0" timeOffset="45287.192">18079 2916 785 0,'0'0'83'0,"0"0"95"0,0 0-60 0,0 0-54 0,0 0-32 15,-80-45-10-15,54 45-4 16,-3 18-14-16,0 5 1 16,0 4 1-16,7 0-3 15,7 1-2-15,5 1-2 16,7-4 2-16,3-4-3 0,0-1 0 16,1-6-10-16,17-6-3 15,2-2-8-15,5-6-7 16,3 0-34-16,-1 0-20 15,-2-14-17-15,-2-5-8 16,-5-2 7-16,-2-1-17 16,-2 4 70-16,-4-1 49 15,0 5 0-15,-7 4 13 16,2 4 65-16,-4 5 40 16,-1-1 3-16,2 2-59 15,1 0-51-15,0 12-10 16,3 6 14-16,0 5-4 0,-2 3-4 15,1 2 5 1,-2 5 0-16,0 1 0 0,-3 3-1 16,3 1 4-16,-3 1 10 15,0 0 17-15,0 1-2 16,0-1-1-16,0-3-13 16,0 0-10-16,0-1-3 15,0-3-6-15,0 1-3 16,0-7-1-16,0-2 2 15,0-4-3-15,0-5 0 16,0-3 0-16,-3-7 0 16,1 0-1-16,1-4-1 15,-4-1 0-15,2 0-2 0,-4 0-10 16,-5 0 2 0,1 0 3-16,-3 0-5 0,-1-9 2 15,-2-7-3-15,4-2 4 16,-3-5 2-16,-1-4-11 15,1-2 8-15,1-3 5 16,1 2 4-16,4-2-1 16,-1 4 2-16,8-1 0 15,2-1 15-15,1-1-2 16,0 0 2-16,4 0 1 16,11 0-8-16,6 2-3 15,1 4 0-15,3 2-1 16,3 7-1-16,2 0-2 15,-4 6 4-15,-2 2-1 0,-2 1 1 16,-2 5 7-16,-1 1-1 16,-3 1 2-16,-5 0 4 15,-2 0-4-15,-4 0 0 16,1 0-4-16,-1 0-7 16,-5 0 1-16,3 0-3 15,1 0 1-15,-1 0 0 16,0 0-1-16,-2 0-8 15,4 0-63-15,-4 3-11 16,1-3-92-16,-2 0-173 16</inkml:trace>
  <inkml:trace contextRef="#ctx0" brushRef="#br0" timeOffset="47225.83">18461 2980 628 0,'0'0'136'0,"0"0"29"0,0 0-64 0,0 0-66 0,0 0-9 16,0 0 30-16,0 55-11 15,6-29-5-15,-3-3-10 16,-2 2-3-16,-1-3-6 16,0-3-4-16,0 0-9 15,0-2-3-15,0-4 1 16,-4-2-3-16,-2-2 0 15,2-4-1-15,-1-2-2 0,2-3 0 16,0 0 0-16,0-7-1 16,3-12-2-16,0 2-14 15,0-8 15-15,4 3 1 16,10-1 0-16,5 2-1 16,4 6 2-16,-2 4 1 15,1 5-1-15,-1 6 0 16,-3 0 1-16,3 1 2 15,-1 13 2-15,-1 4 3 16,-2 2-4-16,-5 5-1 16,0-2 1-16,-6 0-4 15,-4-3 1-15,-2-4 0 16,0 0 0-16,0-5 0 0,0-3-1 16,-8-2 0-1,-1-6-9-15,5 0-7 0,-4 0 12 16,2-7 0-16,0-7-5 15,5-4-5-15,1-4 1 16,0 1 5-16,0 0 6 16,4-1 1-16,8 4 2 15,3-1 0-15,2 3-1 16,2 3-1-16,3 4 0 16,-1 2 0-16,2 1 0 15,-4 3 1-15,-4 3 0 16,1 0 0-16,-2 0 3 15,-4 0 0-15,4 10 2 0,-5 0-2 16,-2 2 3-16,3 3 3 16,-4 2 0-16,-1 1 1 15,-1 2 5-15,-2-2 0 16,-2 0 0-16,0-1 2 16,0-1 1-16,0-2-6 15,-3-2 0-15,-5 0-3 16,2-1-2-16,-4-1-4 15,3-1 0-15,-2 0 1 16,-2-5-3-16,2 1 1 16,0-2-1-16,0-2-1 15,-3-1-14-15,5 0-20 0,-1 0-44 16,0-2-20 0,6-12-143-16,2-9-402 0</inkml:trace>
  <inkml:trace contextRef="#ctx0" brushRef="#br0" timeOffset="47644.91">19056 2832 629 0,'0'0'69'0,"0"0"102"0,0 0-32 0,0 0-71 16,0 0-4-16,0 0 1 16,6 0-44-16,16 0 9 15,8 0 19-15,3 0-8 16,0 0-17-16,-2-4-7 15,-1 2-7-15,-3-1-4 16,-6 2 2-16,-2-2-3 16,-1 3 0-16,-7 0 3 15,-1 0-3-15,-4 0 0 16,0 0 1-16,-3 0-3 0,-2 0-1 16,-1-3-1-16,0 3-1 15,0 0 0-15,0 0-1 16,0 0-68-16,0 0-87 15,0-4-172-15</inkml:trace>
  <inkml:trace contextRef="#ctx0" brushRef="#br0" timeOffset="48250.829">19635 2605 822 0,'0'0'73'0,"0"0"48"15,0 0-42-15,0 0-31 16,0 0-28-16,0 0-3 16,82-27-1-16,-63 44 4 15,-3 7-6-15,-2 0 10 16,-11-1-12-16,-3 2 0 15,0-2-4-15,-17-1 2 16,-3-5-1-16,-2 1 0 16,-1-7-2-16,7-2 0 15,4-1-7-15,6-5-1 0,3-2-1 16,3-1-4 0,0 0 5-16,0 0-3 0,1-3-28 15,9-3 18-15,9-3 12 16,-2 5-1-16,3-2 1 15,2 1 1-15,1 2 0 16,-4 0 1-16,2 3 0 16,-6 0 0-16,1 0 0 15,-3 0 4-15,0 9 2 16,-4 0 1-16,-3 5-1 16,-3 0 1-16,1 2 1 15,-4 1 5-15,0-1 7 16,0-1 5-16,0-2 4 15,-12-1 0-15,-4 1-4 0,-2-3 1 16,-6 0-7-16,-3-1-6 16,-2-2-5-16,-3-2-3 15,2 1-2-15,2-2 1 16,2-1-4-16,4 0-1 16,4-2-22-16,9-1-18 15,5 0-34-15,4-3-84 16,0-16-180-16</inkml:trace>
  <inkml:trace contextRef="#ctx0" brushRef="#br0" timeOffset="48634.879">20161 2451 662 0,'0'0'28'0,"0"0"93"0,0 0-12 16,0 0-50-16,0 0-16 16,99 22 3-16,-71 7 16 15,4 3-16-15,-2 1-6 16,-2 1 0-16,2-1 14 15,-6 1-10-15,1 1-11 0,-4 2-1 16,3 1-7-16,-8 0 2 16,2 5 0-16,-6-4 0 15,0 1-2-15,-9-3-4 16,-3 2-6-16,-5-3-2 16,-29 1-4-16,-17 1-4 15,-26 0-5-15,-23 6-12 16,-25-2-95-16,-14-6-273 15</inkml:trace>
  <inkml:trace contextRef="#ctx0" brushRef="#br0" timeOffset="53408.195">808 5003 221 0,'0'0'334'0,"0"0"-310"0,0 0-7 0,0 0 7 0,106-30 16 0,-25 0 23 15,16-8 4-15,19-9-30 16,8-9 3-16,3-1-18 15,7-2 14-15,2 4-6 16,-1 3-7-16,-2 4-3 16,-6 4-12-16,-14 4 3 15,-11 4-6-15,-19 7 1 0,-14 7-2 16,-18 5 3-16,-17 8-4 16,-13 1 0-16,-12 7-2 15,-9 1-1-15,0 0 0 16,-15 0-30-16,-19 17 12 15,-21 7-149-15,-17 4-44 16,-13 5-157-16</inkml:trace>
  <inkml:trace contextRef="#ctx0" brushRef="#br0" timeOffset="53819.183">789 5143 95 0,'0'0'420'16,"0"0"-417"-16,0 0 2 15,0 0 19-15,0 0 29 16,0 0-25-16,-42 23-24 16,60-23 40-16,9-5 17 15,19-15-14-15,20-7-1 16,22-8-13-16,16-7-3 15,20-6 4-15,6-2-13 16,0-5-5-16,1 0 6 16,3 1 5-16,-4 2 8 0,0 4-11 15,-8 4-3-15,-13 5-1 16,-12 2-5-16,-13 7 3 16,-16 5 2-16,-11 5-7 15,-14 4 3-15,-13 5-3 16,-11 5-2-16,-13 4-6 15,-3 0-1-15,-3 2 1 16,0 0-5-16,0 0-14 16,0 0-52-16,-6 16-52 15,-13 6-52-15,-11 3-271 16</inkml:trace>
  <inkml:trace contextRef="#ctx0" brushRef="#br0" timeOffset="54479.119">1933 5595 704 0,'0'0'57'0,"0"0"76"0,0 0-22 0,0 0-70 0,0 0-14 16,0 0 1-16,-73-51-12 16,55 57-16-16,-10 16 0 15,-5 6 0-15,6 3-1 16,3 1-1-16,14-4 0 16,7-4-4-16,3-4-4 15,0-5-9-15,9-5-3 0,16-2 13 16,5-5 9-16,7-3 7 15,2 0-6-15,-4 0-1 16,-10 0 0-16,0 0 0 16,-7 0 0-16,-6 7-1 15,-6-3 2-15,-3 3-1 16,-3 2 11-16,0 2 4 16,0 2 23-16,-9 1-8 15,-16 5 2-15,-8 1-6 16,-9 2-7-16,-6 1-7 15,3-5 0-15,1-3-3 16,8-7 2-16,12-2-7 16,3-2-2-16,8-4 3 0,4 0-4 15,3 0-1 1,4-4-5-16,2-6-56 0,0-2-50 16,11-6-69-16,11-4-208 15</inkml:trace>
  <inkml:trace contextRef="#ctx0" brushRef="#br0" timeOffset="54907.183">2082 5631 777 0,'0'0'148'0,"0"0"1"0,0 0-92 0,0 0-54 15,0 0 24 1,0 0-9-16,0 69-9 0,5-49-4 15,10-1 0 1,1-5 1-16,5-2-3 0,0-3 2 16,1-5-4-16,2-4 2 15,4 0-3-15,-5-8-2 16,1-7-1-16,-5-4 3 16,-4-2 2-16,1-3 0 15,-8-4 0-15,-2-3 1 16,-3 3 0-16,-3 2 2 15,0 2 11-15,0 1 17 16,-3 5 6-16,-11 4-1 0,-3 4-8 16,-4 3-15-1,-2 6-6-15,-5 1-6 0,-8 0-1 16,3 10 1-16,-2 4-3 16,5 4-4-16,10-1 4 15,7-2-7-15,4-2 4 16,9 1-34-16,0-4-44 15,3-7-43-15,24-3-75 16,6 0-86-16</inkml:trace>
  <inkml:trace contextRef="#ctx0" brushRef="#br0" timeOffset="55169.187">2494 5270 735 0,'0'0'160'0,"0"0"-6"0,0 0-41 0,0 0-85 16,0 0-18-16,0 0 27 15,-9 51-4-15,23-22 14 16,-1 3-9-16,2 3-5 16,3 0-13-16,-6 1-10 15,-3-3-5-15,-2 1-2 16,-1-3 1-16,-1-2-3 15,-4-6-1-15,2-4-26 16,-3-6-79-16,0-5-98 16,0-8-212-16</inkml:trace>
  <inkml:trace contextRef="#ctx0" brushRef="#br0" timeOffset="55635.78">2688 5387 842 0,'0'0'16'16,"0"0"20"-16,0 0 57 15,21 95-40-15,-6-66 7 16,0 1-10-16,0-4-13 16,-2-5-23-16,-2-6-7 0,-5-2-4 15,-1-6 1 1,-3-4-2-16,-2-3-2 0,0 0-3 15,0-2-1-15,0-13-18 16,0-8 0-16,3-3-2 16,-2-6-1-16,1 2 16 15,1-4 7-15,0 2-1 16,3 5 3-16,0 4 0 16,3 9 0-16,-5 4 0 15,1 0 4-15,2 9 3 16,1 1-1-16,2 0 1 15,5 0-2-15,-2 6 4 16,4 9 9-16,-1 3 9 16,1 3-6-16,-4 1 2 15,5 1-7-15,-3-1-3 16,-3-1 4-16,0-3-8 0,-3-3-6 16,-3 1-3-16,-3-3 0 15,-3-2-11-15,0 0-106 16,-11-1-92-16,-14 0-500 15</inkml:trace>
  <inkml:trace contextRef="#ctx0" brushRef="#br0" timeOffset="56071.686">1618 6227 747 0,'0'0'89'0,"0"0"-42"0,0 0 81 0,0 0-65 16,0 0-11-16,0 0-51 15,59-38 2-15,-4 20 4 16,18-3 4-16,9-2 4 16,9-1 3-16,3-3-5 0,6 1 1 15,-5-2-12 1,-5 6 0-16,-14-1 0 0,-10 0 0 16,-8 4-2-16,-11 1 4 15,-11 1 0-15,-6 5-4 16,-15 4 4-16,-6 5-1 15,-6 1 1-15,-3 2 0 16,0 0-4-16,-16 0-27 16,-16 6-33-16,-5 10-72 15,-9 7-63-15,-2-1-283 16</inkml:trace>
  <inkml:trace contextRef="#ctx0" brushRef="#br0" timeOffset="56444.92">1724 6361 464 0,'0'0'4'0,"0"0"-2"15,0 0 83-15,0 0 39 16,0 0-6-16,0 0-64 15,77 7 1-15,-39-15-3 16,7-6-5-16,4 2-24 16,2-4-1-16,6 0-2 15,7-2 1-15,4-1 2 0,1 1-8 16,-5 1 3 0,-1 2 2-16,-10 2 5 0,-6 0-1 15,-8 0 0-15,-5 3-11 16,-10 2-5-16,-8 2 6 15,-10 2-4-15,0 4 0 16,-6-2-1-16,0 2 3 16,0 0-12-16,-1 0-19 15,-23 0-125-15,-7 6-231 16</inkml:trace>
  <inkml:trace contextRef="#ctx0" brushRef="#br0" timeOffset="59230.824">5156 5376 914 0,'0'0'61'0,"0"0"-45"0,0 0 37 0,0 0-53 16,0 0 14-16,0 0 12 16,0 94 6-16,0-62 18 15,0 0-18-15,0-1-4 16,0-4-8-16,0-2-3 15,0-3-9-15,-3-4 2 16,-3-4-5-16,3-3-3 16,-2-4 4-16,2-1-6 0,0-3-3 15,3-3-22-15,-1 0-18 16,-2 0-22-16,3-3-22 16,-3-13-160-16,2-4-213 15</inkml:trace>
  <inkml:trace contextRef="#ctx0" brushRef="#br0" timeOffset="59606.115">5047 5316 566 0,'0'0'31'16,"0"0"55"-16,0 0 16 15,94-64-21-15,-57 55-37 16,9 3 5-16,1 5-17 15,0 1-11-15,-2 0 3 0,-2 13-12 16,-7 4 8 0,0 6-7-16,-6-1-5 0,-5 6 2 15,-7 1 2-15,-8-1 3 16,-8 1 3-16,-2 0-17 16,-9 1 32-16,-15-5-6 15,-7 4-9-15,-6-5 2 16,-7 2-7-16,-6-3-8 15,-3-2 1-15,3 0-5 16,1-8-1-16,10-1 7 16,7-5-7-16,4-1 3 15,10-4-3-15,2-2-13 0,8 0-7 16,8 0-36-16,0 0-46 16,14-14-151-16,17-6-400 15</inkml:trace>
  <inkml:trace contextRef="#ctx0" brushRef="#br0" timeOffset="60085.883">5691 5503 701 0,'0'0'84'0,"0"0"-48"0,0 0 69 0,0 0-37 0,0 0-3 0,0 0-43 16,93 4-6-16,-45-18-10 15,4-3-3-15,-2-5-2 16,-5 2 1-16,0-4 2 16,-12 0-3-16,-9 0 0 15,-8 1 2-15,-11 1 3 16,-5 5-6-16,0 1 0 15,-14 3 14-15,-13 8-2 16,-9 5-7-16,-2 0-4 16,-4 0-1-16,6 10 2 15,5 5-2-15,1 4 3 0,8 2 3 16,2 1 2-16,5 1 1 16,5 4 3-16,4-2 3 15,3-1 5-15,3-2 0 16,0 2-2-16,4-5 1 15,11-2-2-15,3-1-5 16,5-5-2-16,5-5-4 16,2-6-4-16,10 0-2 15,-1 0-53-15,4-9-65 16,-4-7-85-16,-2-3-293 16</inkml:trace>
  <inkml:trace contextRef="#ctx0" brushRef="#br0" timeOffset="60567.135">6312 5297 773 0,'0'0'83'0,"0"0"81"15,0 0-81-15,0 0-40 16,0 0-9-16,0 0 11 16,-24 76-13-16,24-46 1 15,0-1-5-15,0-3-9 16,2 1-2-16,1-5-6 15,-2-6-5-15,2-1-3 16,-3-9-2-16,0-2 1 16,0-2-1-16,0-2-1 15,0 0 0-15,0-9-9 0,0-9-8 16,0-2-5-16,4-4-7 16,2-5 13-16,2 0 3 15,4-2 5-15,1 3 7 16,4 4 1-16,-1 3 0 15,-1 6-2-15,0 3 2 16,4 3-3-16,-2 4 3 16,-1 3 1-16,-2 2 0 15,-1 0 1-15,2 8 4 16,-3 10 2-16,0 3 2 16,-5 5 2-16,-2 0-3 15,-4 3-1-15,-1-2 5 16,0 2-5-16,0-5 0 15,-3-3-3-15,-6-1 1 0,3-5-5 16,-1-5-1-16,4-3-4 16,0-5-82-16,3-2-127 15,0 0-304-15</inkml:trace>
  <inkml:trace contextRef="#ctx0" brushRef="#br0" timeOffset="61014.746">7024 5207 822 0,'0'0'92'0,"0"0"48"0,-94 4-63 0,58 12-37 16,1 2-14-16,7-2 0 15,9 3-13-15,10-2-3 16,6-1-3-16,3-2-3 15,0 1 0-15,0-4-1 16,10-1-3-16,5-3 0 16,6-2-5-16,3-2 1 15,6-3-3-15,0 2-1 16,-2 0 3-16,-1-2 2 16,-5 5 0-16,-2 4 1 15,-4-2-1-15,-7 6 3 16,-3 0-4-16,-6 3 3 15,0 3 1-15,0 1 8 0,-15-2 5 16,-6 1 5-16,-4-2-1 16,-5-1 1-16,-3-3 2 15,-1-6-8-15,1-2-8 16,3 0-2-16,6-5-2 16,6 0-1-16,5 0-15 15,4-14-19-15,9-2-36 16,0-6-68-16,0-5-61 15,6-4-237-15</inkml:trace>
  <inkml:trace contextRef="#ctx0" brushRef="#br0" timeOffset="61237.269">7246 5180 145 0,'0'0'672'0,"0"0"-659"0,0 0 117 16,0 0-14-16,-9 91-62 16,3-59-11-16,3-4-9 15,-4-1-18-15,-1-3-12 16,2-4 0-16,0-4-4 16,0-5-64-16,3-6-105 15,-4-5-223-15</inkml:trace>
  <inkml:trace contextRef="#ctx0" brushRef="#br0" timeOffset="61393.709">7231 5008 935 0,'0'0'41'0,"0"0"8"15,0 0 19-15,0 0-68 16,0 0-41-16,0 0-58 15,58 4-257-15</inkml:trace>
  <inkml:trace contextRef="#ctx0" brushRef="#br0" timeOffset="61631.848">7656 5043 599 0,'0'0'192'0,"0"0"-95"16,0 0 107-16,-27 75-81 15,19-41-63-15,3 4 7 16,2 0-21-16,3 0-24 16,0-2-6-16,0-6-5 15,0 1-9-15,0-7 5 16,0 0-5-16,0-7-1 16,0-4-1-16,0-4-37 15,-3-3-67-15,-11-4-60 16,-2-2-124-16,-2-4-540 15</inkml:trace>
  <inkml:trace contextRef="#ctx0" brushRef="#br0" timeOffset="62328.541">7453 5277 746 0,'0'0'82'15,"0"0"2"-15,0 0-24 16,0 0 12-16,0 0-48 15,105 14-10-15,-62-11 0 16,2-3-7-16,-2 0-3 16,-3 0 1-16,-5-7-2 15,-7-3-3-15,-3 3 0 0,-11-3-4 16,-8 6 4-16,-6 2 0 16,0 2 4-16,0 0-3 15,0 6 2-15,0 10 4 16,0-1 1-16,9 1 4 15,1-2 0-15,8-3-1 16,0-4-1-16,4-5 1 16,4-2-6-16,0 0 2 15,3-9-6-15,-5-7-1 16,-2 0-30-16,-1-4-30 16,-6 0-18-16,-3 2-22 15,-5 1 17-15,-2 3 36 16,-4 3 33-16,-1 2 14 0,0 8 41 15,0 1 20-15,-3 0-24 16,-6 8-8-16,1 11 3 16,2 5-1-16,-2 5 1 15,5 6-7-15,-2 5-8 16,2 7 1-16,2 2 2 16,1 5 21-16,0 1-4 15,0-3-11-15,0 0-1 16,0-3-2-16,0 2-2 15,0 0-1-15,0-1-1 16,-9-3-3-16,0-4 0 16,2-8 1-16,-5-5 4 0,4-7 1 15,-1-10-6-15,2-3-5 16,0-7-6-16,-1-3 9 16,2 0 4-16,-5 0 3 15,0-13-7-15,-1-5 1 16,0-5 1-16,3-6-7 15,3-9-3-15,3-9-4 16,3-3-2-16,0-7-2 16,0 0-20-16,7 1-46 15,11-4-65-15,3-3-151 16,3-4-567-16</inkml:trace>
  <inkml:trace contextRef="#ctx0" brushRef="#br0" timeOffset="62772.797">9021 5303 470 0,'0'0'310'0,"0"0"-164"0,0 0-13 0,0 0-17 0,0 0-56 15,0 0-5-15,81 38-4 16,-38-38-24-16,6 0-16 16,-2 0-5-16,-1-2 0 15,-4-2-6-15,-3 0-13 16,-11 2-55-16,-9 2-68 0,-17 0-88 15,-2 0-261-15</inkml:trace>
  <inkml:trace contextRef="#ctx0" brushRef="#br0" timeOffset="63012.635">9084 5481 701 0,'0'0'100'0,"0"0"52"15,0 0-22-15,0 0-30 16,0 0-47-16,0 0-2 16,66 24-1-16,-32-24-26 0,2 0-2 15,7 0-14-15,-3 0 1 16,2-3-5-16,-2-3-2 16,-2 2-1-16,-7 1-1 15,-4 3-16-15,-12 0-72 16,-3 0-100-16,-12 0-256 15</inkml:trace>
  <inkml:trace contextRef="#ctx0" brushRef="#br0" timeOffset="63814.593">10352 5224 729 0,'0'0'72'0,"0"0"76"0,0 0-47 16,0 0-31-16,-56 78-25 15,54-48 6-15,1 0-14 16,1-2-13-16,0-2-11 16,0-7-7-16,0-6-3 15,0-3-1-15,0-6-2 16,0-2-14-16,0-2-14 16,0 0 9-16,0-6-8 15,3-5 2-15,7-1 13 16,0 0 10-16,1 0 0 0,7 3 2 15,-5-1 1 1,8 4-1-16,-3 2 0 0,1 0 0 16,2 4 2-16,0 0-1 15,0 0 4-15,-2 4-1 16,-2 6 0-16,4 1 2 16,-4 4 3-16,-1 2-4 15,-3 0 6-15,-3 1-4 16,-2-2 3-16,-2 1 3 15,-6 1 2-15,0-1-4 16,0-1 1-16,-5-2 4 16,-13 0-2-16,-4 2 2 0,-3-4-2 15,-4 2-8-15,-3 0-2 16,5-3-2-16,-3 0 3 16,2-3-4-16,-4 1 1 15,4-4 2-15,1 1-3 16,0-5 0-16,3-1 0 15,5 0-1-15,8 0 0 16,5 0-16-16,3-5-51 16,3-6-41-16,0-5-70 15,11-9-189-15</inkml:trace>
  <inkml:trace contextRef="#ctx0" brushRef="#br0" timeOffset="64104.607">10367 5231 722 0,'0'0'93'0,"0"0"74"0,0 0-66 0,0 0-42 15,0 0 23-15,87 0-21 16,-43 1-23-16,8-1-6 15,1 0-9-15,-4 0-10 16,3 0-8-16,-13 0-3 16,-8 0 1-16,-2 0-3 15,-3-1-1-15,-12 1 1 0,-5 0-1 16,-3 0-3 0,-6 0-77-16,0 0-115 0,-3 1-163 15</inkml:trace>
  <inkml:trace contextRef="#ctx0" brushRef="#br0" timeOffset="64419.191">11107 5441 454 0,'0'0'449'0,"0"0"-357"0,0 0 63 15,0 0-47-15,0 0-35 16,0 0-21 0,9 23-11-16,-9-23-10 0,0 0 6 15,0 0 1-15,-3 0 0 16,-5-3-33-16,-2-4-2 16,3 1 0-16,-1-1-1 15,5 1 0-15,0-1-2 16,-1-1 1-16,4-1-1 15,0 1-16-15,0-2-39 16,10 3-54-16,5-6-172 16,3-1-536-16</inkml:trace>
  <inkml:trace contextRef="#ctx0" brushRef="#br0" timeOffset="65044.653">12030 5392 30 0,'0'0'191'15,"0"0"10"-15,0 0-37 0,-75-82-30 16,56 61-18-1,-1-2 5-15,2 4-20 0,-2 3-10 16,1 5-29-16,-2 2-21 16,-3 9-15-16,-4 0-11 15,-1 3-4-15,0 15 3 16,0 4-5-16,7 10-1 16,5-2 2-16,9-1-5 15,6-2 0-15,2-3-2 16,2-5-2-16,14-7 0 15,8-4 0-15,6-5-1 16,1-3-25-16,11 0-14 16,0-13-3-16,-1-3-15 15,3-3-6-15,-8-1 24 0,-5 0 19 16,-10 2 13-16,-8 3 7 16,-6 7 1-16,-4 3 23 15,-3 4 45-15,0 1 0 16,0 0-39-16,0 4-19 15,-3 14 16-15,0 5 5 16,3 7-10-16,0 3 1 16,0 4 0-16,0 3-8 15,0-1 6-15,0 1 2 16,0-4-8-16,0-1-2 16,-2-7-5-16,-1-3-5 15,0-7 0-15,0-1 0 16,1-7-3-16,2-3-1 0,0-5-29 15,0-2-40-15,0 0-39 16,16-13-89-16,4-12-244 16</inkml:trace>
  <inkml:trace contextRef="#ctx0" brushRef="#br0" timeOffset="65508.121">12383 5236 760 0,'0'0'43'0,"0"0"77"0,0 0-40 0,0 0-9 0,0 0-21 16,-57 93-5-16,56-56-9 16,-1 4-5-16,-1-1-3 15,-3 1-3-15,0-2-9 16,0-5-5-16,0-6-7 15,6-4 1-15,0-7-4 16,0-4 0-16,6-6 0 16,14-3 0-16,2-4 1 15,5 0-2-15,1-4-5 16,2-7-4-16,-6-7 2 16,3-1 6-16,-8-1 0 15,-2-2 1-15,-6 2 1 16,-5-2 0-16,-6 6-1 15,0 3 2-15,0 2 5 16,-12 3 13-16,-2 0 11 0,-7 4-5 16,-3 4-3-16,-6 0-9 15,-3 0-7-15,0 3-1 16,2 8-4-16,4 2-2 16,6 1 0-16,5 0 0 15,5 0-9-15,7-3-59 16,4-2-83-16,0-9-169 15</inkml:trace>
  <inkml:trace contextRef="#ctx0" brushRef="#br0" timeOffset="66467.109">13706 5317 525 0,'0'0'115'0,"0"0"93"0,0 0-64 0,-34-82-35 0,23 74-22 16,-5 4-41-16,-6 4-24 16,-5 2-9-16,-2 18 10 15,-1 6-3-15,5 5-5 16,4-2 2-16,9 0-4 16,9-3-5-16,3-2-6 15,0-6-1-15,15-5-2 16,14-7 1-16,6-6-19 15,10 0-20-15,0-2-19 16,1-12-29-16,-3-4-3 16,-4-3-19-16,-7-1-2 15,-10-1-6-15,-10 3 71 0,-3 2 46 16,-9 5 7-16,0 4 61 16,0 3 47-16,-11 5-8 15,1 1-29-15,-2 0-26 16,-1 10 1-16,2 10-18 15,5 8-13-15,0 7-8 16,3 5-5-16,2 3-3 16,1 4-5-16,0 0 1 15,0 1-1-15,0-3 1 16,1 1-1-16,4 1 2 16,0 1 7-16,-2-1 5 15,-1-1 0-15,-2-2-7 16,0-8-6-16,0 0 0 15,-6-7-2-15,-9-2 1 0,5-4 0 16,-5-6 0-16,1-2-1 16,-2-5 0-16,-1-4 4 15,-2-5-4-15,0-1-3 16,-5 0-1-16,0-8 2 16,-3-8-4-16,2-4-1 15,4-7 4-15,5-6 0 16,6-3 1-16,6-4 2 15,4-4-1-15,0 2 1 16,0 1 0-16,6-2 2 16,12 4 5-16,1 5 1 15,5 2 2-15,3-2 0 0,3 11 5 16,3 0-2-16,-2 4 0 16,0 2 1-16,-4 5 0 15,-4 2-4-15,-2 5 3 16,-5 0-2-16,-4 4 0 15,-5 1-5-15,-2 0-2 16,1 0-2-16,-3 0-1 16,1 0-1-16,4 0 0 15,-1 0-1-15,5 0-47 16,2 0-80-16,3 0-168 16,3 0-690-16</inkml:trace>
  <inkml:trace contextRef="#ctx0" brushRef="#br0" timeOffset="66792.823">14574 5249 811 0,'0'0'41'0,"0"0"82"0,0 0-48 0,-86-13-23 0,62 19-11 16,3 12 1-16,-1 6-19 16,4 3 0-16,1 7 3 0,4-1-2 15,4 4 2-15,3-5-2 16,5-1-4-16,1-4-7 16,0-4-6-16,16-3-2 15,8-6 0-15,8-4-3 16,6-4-2-16,2-6-16 15,-1 0-72-15,-2-4-76 16,-6-12-102-16,-5-8-353 16</inkml:trace>
  <inkml:trace contextRef="#ctx0" brushRef="#br0" timeOffset="67570.701">14750 5331 461 0,'0'0'311'15,"0"0"-76"-15,0 0-99 0,0 0-72 16,0 0-45-16,0 0 16 16,-34 29 7-16,34-7-7 15,0 6-8-15,0-3-9 16,0 1-4-16,0-3-4 16,0-5-3-16,0-3-6 15,0-5 1-15,0-6-1 16,0-3-1-16,0-1 0 15,0 0-2-15,5-9-10 16,7-9-13-16,1-5 2 0,0-3-2 16,4-2 6-1,-2 2 1-15,1 2 15 0,-4 8 3 16,-3 4-1 0,1 7 1-16,-4 2 0 0,-1 3 0 15,4 0 1-15,0 10 0 16,-2 8 5-16,1 4 6 15,-2 2 5-15,1 1-6 16,-1-2 2-16,0 2 3 16,-1-7-7-16,-4 2-5 15,1-5 4-15,-2-3-1 16,0-5-3-16,0-4-2 16,1-3-1-16,-1 0 4 15,2 0 2-15,-1-14-7 16,3-2-1-16,1-5-5 15,4-3 4-15,0-3-5 0,3 0 6 16,3 1 1-16,1-1 0 16,-1 10 0-16,1 0-1 15,-1 5 1-15,0 3 0 16,-3 3-1-16,0 5 1 16,0-2-2-16,-4 3 2 15,1 0-1-15,1 0 0 16,-3 4 1-16,2 7 0 15,-2 2 5-15,0 2 1 16,-4 1 1-16,0 1 4 16,-2 5 2-16,-1-3-1 0,0 3 0 15,0 1 4-15,0-2 5 16,0 0-5-16,0 0 0 16,0-2-3-16,0-2-3 15,0-6-4-15,0-2-3 16,0-5 0-16,0-3-3 15,0 0 1-15,0-1 0 16,-3 0-1-16,0 0-12 16,-1 0-37-16,0-4-30 15,2-8-89-15,2-9-198 16</inkml:trace>
  <inkml:trace contextRef="#ctx0" brushRef="#br0" timeOffset="67931.625">15255 4914 672 0,'0'0'136'0,"0"0"24"0,0 0-57 16,0 0-6-16,0 0-15 15,0 0-25-15,14 18-6 16,9-16-3-16,4 3-8 16,4-2-11-16,5-3-7 15,0 0-3-15,-4 0-6 0,1 0 0 16,-1 0-6-16,-7 1-1 16,-4 3-4-16,-6-2 1 15,-6 1-2-15,-5-3-1 16,-2 0 1-16,-2 0-1 15,0 0-1-15,0 0-14 16,0 2-50-16,0 3-82 16,0-4-47-16,-2-1-248 15</inkml:trace>
  <inkml:trace contextRef="#ctx0" brushRef="#br0" timeOffset="68493.604">15817 4642 764 0,'0'0'81'16,"0"0"31"-16,0 0 0 16,0 0-29-16,0 0-49 15,84-50-7-15,-65 60 0 16,-2 9-9-16,-1 12-1 15,-9-1 6-15,-5 1-4 16,-2-2-5-16,0-1-1 16,-17-7-5-16,1-5-1 0,-1 0-3 15,3-7-2-15,3-1-2 16,5-5 2-16,3-3 0 16,3 0-1-16,0 0 4 15,0 0-5-15,0 0-4 16,12 0-3-16,6-3-2 15,0 0-1-15,3 3 1 16,-1 0 5-16,-1 0 3 16,-3 0 1-16,-5 4-1 15,-2 7 0-15,-5 0 1 16,-1 3 3-16,-3 2 10 16,0 3 9-16,0 1 4 15,0 1-3-15,-9 0 1 16,-3-3 0-16,-6-1 5 15,-1-1 0-15,-2-5-1 0,-3-2-4 16,-1-5-4-16,-2-3-7 16,0-1-2-16,-3 0-4 15,2 0-4-15,-2 0 2 16,5 0-4-16,1-1-1 16,-2-5-5-16,5-1-47 15,1-7-78-15,2-10-263 16</inkml:trace>
  <inkml:trace contextRef="#ctx0" brushRef="#br0" timeOffset="82212.935">4575 7907 830 0,'0'0'41'0,"0"0"49"0,0 0 17 0,0 0-46 16,0 0-54-16,0 0-1 15,0 0 3-15,-16 77 16 16,19-39-3-16,9 3 2 15,0-2-4-15,-2-3-8 16,-1-5-9-16,3-8 1 0,-4-8 1 16,-1-4-2-16,0-7 1 15,4-2 1-15,3-2 2 16,5-6-1-16,0-14-3 16,9-4-3-16,-3-8-4 15,-2-6 0-15,-2-2-2 16,-6 0-3-16,-3 2 3 15,-9 5 2-15,-3 6 2 16,0 4 2-16,0 6 0 16,0 8 0-16,-5 0 0 15,0 6-2-15,2 2 1 16,3 1-2-16,0 0-2 0,0 13-14 16,0 6 19-1,0 5 1-15,0 2 2 0,1-1 2 16,8 3-2-16,-3 0 1 15,0 1 0-15,0-4-2 16,4-2 0-16,-7-2 1 16,5-6-2-16,-2-2-1 15,3-6-24-15,3-3-90 16,4-4-80-16,-4 0-195 16</inkml:trace>
  <inkml:trace contextRef="#ctx0" brushRef="#br0" timeOffset="82669.866">5044 7994 700 0,'0'0'15'0,"0"0"6"0,0 0 100 16,0 0-39-16,0 0-33 15,0 77-2-15,6-56-5 16,-2-5-15-16,1 1-7 15,-2-4-13-15,0-2-3 16,1-3-3-16,-4-4-1 16,0-1 0-16,0-3-18 15,0 0 4-15,0-7 5 0,0-11-12 16,0-7 13 0,3-5 4-16,6-3-1 0,3 3 5 15,3 1 1 1,2 4-1-16,0 4 1 0,-3 5 6 15,2 6 6-15,2 5 5 16,-3 5 0-16,-3 0-10 16,4 0 1-16,-2 14-3 15,-1 4-1-15,-2 6 1 16,-2 3-3-16,-2 2 4 16,-4 1-1-16,-3 1-4 15,3-1 0-15,-3-3 1 16,0-6-3-16,0-4 1 15,0-7-1-15,0-2-3 16,0-5-76-16,6-3-78 0,2 0-181 16</inkml:trace>
  <inkml:trace contextRef="#ctx0" brushRef="#br0" timeOffset="82886.041">5469 7989 564 0,'0'0'20'0,"0"0"39"0,0 0 59 15,0 0-37-15,0 92-26 16,0-66-1-16,3-6-27 0,-2 0-18 16,4-6-6-1,-5-1-2-15,0-7-1 0,3-3-96 16,0-3-152-16,-3 0-254 15</inkml:trace>
  <inkml:trace contextRef="#ctx0" brushRef="#br0" timeOffset="83051.861">5506 7695 803 0,'0'0'47'0,"0"0"73"15,0 0-91-15,0 0-29 0,0 0-12 16,0 0-85 0,36 47-141-16,-14-32-216 0</inkml:trace>
  <inkml:trace contextRef="#ctx0" brushRef="#br0" timeOffset="83381.772">5757 7831 704 0,'0'0'46'0,"0"0"71"16,0 0 41-16,0 0-57 16,0 81-24-16,0-54-10 15,0 3-19-15,0-1-16 0,0 2-5 16,0 1-12 0,0 1-9-16,0-2-2 0,3-2-1 15,-3 0-2-15,0-5 1 16,0-6-2-16,0-3-2 15,0-5 0-15,0-4-6 16,0-3-6-16,0-3 2 16,0 0 8-16,8 0 1 15,0-7-4-15,6-5 2 16,-5-1-1-16,9 1-17 16,-5 1 2-16,2 0-22 15,0-1-33-15,1 1-49 16,-2 1-52-16,-1-1-127 15</inkml:trace>
  <inkml:trace contextRef="#ctx0" brushRef="#br0" timeOffset="83544.705">5675 7996 722 0,'0'0'32'15,"0"0"23"-15,0 0-30 16,0 0-25-16,85-38-74 16,-46 32-318-16</inkml:trace>
  <inkml:trace contextRef="#ctx0" brushRef="#br0" timeOffset="83943.728">6375 7681 731 0,'0'0'52'0,"0"0"124"16,-32-78-58-16,15 55-28 15,-2 8-43-15,0 1-20 16,1 3-6-16,3 4 0 16,2 7-12-16,1 0-9 15,3 5 0-15,0 16-2 16,2 5 2-16,5 4 0 15,1 6 0-15,1 2 0 16,0 3 6-16,0 3 9 16,0 1 7-16,5-1-6 0,3 0-8 15,1-1 2-15,-4-1 0 16,1-5 3-16,-1-2-4 16,-2-4-2-16,0-4-2 15,-1-7-1-15,-1-5-4 16,-1-5 2-16,0-3-2 15,2-4-3-15,1-2-22 16,-3-1-26-16,0 0-3 16,0-15-47-16,0-8-79 15,0-5-122-15,-3-3-399 0</inkml:trace>
  <inkml:trace contextRef="#ctx0" brushRef="#br0" timeOffset="84084.728">6141 7965 558 0,'0'0'80'16,"0"0"99"-16,0 0-110 16,0 0-33-16,0 0-20 15,108-8-16-15,-70 8-16 16,1 0-108-16,-1 0-198 16</inkml:trace>
  <inkml:trace contextRef="#ctx0" brushRef="#br0" timeOffset="84520.961">6706 7854 660 0,'0'0'102'0,"0"0"62"0,0 0-9 15,0 0-43-15,0 0-51 16,0 0-30-16,-81-41-3 16,55 62-10-16,-1 8-4 15,4 0-4-15,4 6 4 16,8-1-10-16,4 1-3 15,4-2 2-15,3-4-3 16,0-5-4-16,0-5-15 16,9-8-16-16,4-6-6 15,5-5-5-15,2 0 5 16,-1-16-9-16,3-4 9 16,-5-3 12-16,2 0 15 0,-4-1 14 15,0 1 1-15,-6 5 6 16,-3 1 20-16,-1 7 24 15,-1 3 11-15,-3 3-11 16,1 4-12-16,1 0-16 16,1 0-23-16,2 7 1 15,2 11 2-15,-1 3 2 16,-1 3-1-16,0 0-2 16,-1 1 0-16,1-5-2 15,2-1-2-15,0-5-20 16,1-1-32-16,6-8-73 15,1-5-77-15,8 0-330 0</inkml:trace>
  <inkml:trace contextRef="#ctx0" brushRef="#br0" timeOffset="84783.56">7134 7754 738 0,'0'0'175'0,"0"0"-26"0,0 0-50 15,0 0-40-15,-96-14-39 16,68 33-15-16,1 7 4 16,2 3 5-16,7 6-1 15,8-2 1-15,5 4 1 0,5-3-7 16,0-2-1 0,0-1-5-16,6-5-1 0,12-5 2 15,3-6-3-15,7-7-2 16,4-6-32-16,1-2-42 15,1 0-83-15,3-13-87 16,2-6-188-16</inkml:trace>
  <inkml:trace contextRef="#ctx0" brushRef="#br0" timeOffset="85047.71">7433 7674 778 0,'0'0'163'0,"0"0"-13"16,0 0-75-16,0 0-32 0,0 0-12 16,0 0 17-16,-53 77 5 15,53-42-11-15,0 0-9 16,0 3-5-16,0-2-11 16,0-4-6-16,0-2-6 15,0-3-3-15,0-7-1 16,6-2-1-16,-1-5-10 15,-2-5-30-15,0-2-39 16,0-4-47-16,-3-2-107 16,0 0-205-16</inkml:trace>
  <inkml:trace contextRef="#ctx0" brushRef="#br0" timeOffset="85519.315">7240 7912 325 0,'0'0'366'16,"0"0"-327"-16,0 0 38 16,0 0-5-16,103-61-48 15,-60 50-19-15,-4 1-3 16,0 1 2-16,-9 5-2 16,-5 3 4-16,-7 1 5 15,-8 0 13-15,-7 11 8 16,-3 8 30-16,0 2 4 15,0 2-1-15,0 2-27 0,0-1-8 16,5-5-2 0,11 2-15-16,2-8-6 0,3-3-3 15,6-4 2-15,3-6-3 16,1 0 2-16,3-5-5 16,1-9-2-16,-2-3-2 15,-5-2-2-15,-7-1 6 16,-8 0 0-16,-4-3 1 15,-6 3 1-15,-3-3-1 16,0 0 0-16,-15 3 6 16,-7 4 15-16,-1 0 7 15,-5 5 2-15,-5 4-5 16,0 7-13-16,-1 0-6 16,4 0-2-16,5 7-5 0,4 7 0 15,12 1-5-15,4 1-34 16,5-1-61-16,0-2-82 15,17-7-192-15</inkml:trace>
  <inkml:trace contextRef="#ctx0" brushRef="#br0" timeOffset="85884.562">7932 7730 794 0,'0'0'41'0,"0"0"112"0,0 0-47 16,0 0-33-16,87 80-25 0,-68-51 18 16,-1-3-14-16,-6-5-4 15,-3 0-16-15,-4-3-12 16,-5-7-11-16,0-1-3 16,-17-3-2-16,2-4 1 15,3-3-5-15,5 0-5 16,2 0 5-16,1-13 3 15,1-5-3-15,3-5 3 16,0-5 0-16,16-4 13 16,8-3-1-16,3 0 1 15,-3 5-4-15,6-1-4 16,-3 9-2-16,-1 4-6 0,-2 1 2 16,-2 7-2-16,-5 4-21 15,-5 3-30-15,-5 3-85 16,-4 0-97-16,3-1-418 15</inkml:trace>
  <inkml:trace contextRef="#ctx0" brushRef="#br0" timeOffset="87733.964">19408 4636 620 0,'0'0'78'0,"0"0"102"0,0 0-70 0,0 0-70 16,0 0-16-16,0 0 49 16,-7 94-4-16,7-60-9 15,3 0 2-15,1-1-16 16,1-3-14-16,-2 1-8 0,-2-1-4 16,-1-3-3-16,0 3-3 15,0-1 2-15,-1-2-3 16,-4-3-2-16,1-4-4 15,1-1-3-15,0-8-1 16,1-4-2-16,2-3 0 16,0-3 1-16,0 2 0 15,0-3-1-15,0 0-1 16,5 0-26-16,8-12-41 16,8 2-67-16,1-7-106 15,1-4-244-15</inkml:trace>
  <inkml:trace contextRef="#ctx0" brushRef="#br0" timeOffset="88408.097">19817 4698 497 0,'0'0'119'0,"0"0"82"0,0 0-64 0,0 0-32 0,0 0-20 16,0 0-39-16,-1-30-41 15,1 54 12-15,0 9 33 16,0 0-1-16,0 4-4 16,0-3-14-16,0-2-9 15,0 2-8-15,-6-5-2 16,1 1-5-16,-1-5-3 0,3-2-3 16,-2-7 0-16,2-2-1 15,3-6-16-15,0-2-28 16,0-3-40-16,0-3-57 15,10 0-16-15,6-10-120 16,8-9-193-16</inkml:trace>
  <inkml:trace contextRef="#ctx0" brushRef="#br0" timeOffset="88820.868">20109 4758 604 0,'0'0'116'0,"0"0"39"0,0 0-82 15,0 0-42-15,0 0-7 16,-94 33-7-16,68-14-4 16,-3 0-2-16,1-1-3 15,0-2-3-15,6-2-3 16,2-5 1-16,4-3-1 16,6-3-2-16,6-1-1 15,1-2-5-15,3 0 1 16,0 0 2-16,0 0-9 15,0 0 7-15,0 0-4 16,9 0 6-16,0 0 3 16,3 0 0-16,3 0 4 15,0 5 1-15,3 3 3 0,1 4 4 16,0 3 2 0,-1 1-4-16,0 1 3 15,-3-1 5-15,-2 1 2 0,-4 0-2 16,-1-5-4-16,1-1-2 15,-5-2-4-15,2-2-2 16,2-2-6-16,-2-3-10 16,4-2-32-16,1 0-31 15,2 0-114-15,6-12-103 16</inkml:trace>
  <inkml:trace contextRef="#ctx0" brushRef="#br0" timeOffset="89632.746">20508 4792 696 0,'0'0'88'0,"0"0"62"0,0 0-49 0,0 0-37 0,0 0-23 16,0 0 0-16,-93-40-11 16,66 52-4-16,1 3-19 15,0 3 4-15,7 1-7 16,1 0-4-16,6 0 3 15,6 0-1-15,3 0-1 16,3 1 0-16,0-3-1 16,3 1-11-16,10-1-6 15,5-6-23-15,-1-2-9 16,2-8 7-16,2-1 3 0,0 0-6 16,0-10 11-1,-3-5 3-15,-5-3 21 0,2-1 6 16,-5 3 4-16,-4-2 1 15,-1 6 1-15,-5-1 7 16,0 7 17-16,0 2 17 16,0 4 8-16,0 0-18 15,0 0-25-15,0 7 2 16,-3 10 3-16,0 4-4 16,-2 3 1-16,0 7-3 0,2 4 1 15,0 5 4 1,0-1 8-16,1 1 5 0,-1-2 1 15,3-3-3-15,-1 1 8 16,1-3-1-16,0 1-4 16,0-2-8-16,0-6 4 15,0 2-4-15,0-2-5 16,0-4 0-16,0-2-7 16,0-2-1-16,0-4-5 15,0-3 3-15,0-4-2 16,-2-3 1-16,-1-1-2 15,-2-3 3-15,-5 0-2 16,1 0-1-16,-7 0-3 16,4-11 0-16,-5-2-5 15,3-4 4-15,-2-1-2 16,2-1 3-16,2-2 2 0,2-2 0 16,3-2 0-16,6 0 1 15,1 1 0-15,0-4 0 16,8 4 0-16,9-2 0 15,2 0 1-15,0 5 0 16,1 1-1-16,-1 2 0 16,-2 6 0-16,-3 2 0 15,1 2 0-15,-6 6-1 16,-3 2-2-16,2 0 0 16,-2 0-11-16,0 0-30 15,-1 0-24-15,0 2-32 16,6-2-92-16,1 0-270 15</inkml:trace>
  <inkml:trace contextRef="#ctx0" brushRef="#br0" timeOffset="89932.564">21047 4932 667 0,'0'0'84'0,"0"0"70"0,0 0-41 16,0 0-23-16,0 0-32 0,114 2-23 16,-78 1 1-1,6-1-10-15,-3-2-11 0,-4 0-11 16,-5 0-1-16,-6 0-3 15,-7 3-8-15,-7-1-29 16,-6 1-38-16,-4 2-84 16,0-3-94-16,-19 1-248 15</inkml:trace>
  <inkml:trace contextRef="#ctx0" brushRef="#br0" timeOffset="90238.093">21044 5114 600 0,'0'0'34'15,"0"0"68"-15,0 0-1 16,0 0-28-16,0 0 10 16,0 0-20-16,47 31-17 15,-17-27-13-15,0-1-13 16,-2-2-10-16,2-1-5 15,-6 0-3-15,1 0 1 16,1 0 0-16,-3 0 3 16,1 0 0-16,-1 0 0 15,-1 0-2-15,-3-4-3 0,1 1 0 16,-4 0-1 0,-1 1-14-16,-3 0-56 0,-4-3-79 15,-2-4-193-15</inkml:trace>
  <inkml:trace contextRef="#ctx0" brushRef="#br0" timeOffset="90562.911">21839 4898 650 0,'0'0'127'0,"0"0"26"15,0 0-23-15,0 0-48 0,0 0-51 16,0 0-16 0,-32-9 25-16,32 27 21 0,0-1-13 15,0 8-7-15,0 1-1 16,0 2-10-16,0 1-5 16,0-1 2-16,-3-3-4 15,2-2-6-15,1-6-9 16,0-3-4-16,0-4 0 15,0-4-3-15,1 0-1 16,11-4-21-16,5-2-39 16,3 0-53-16,2 0-72 15,4-9-280-15</inkml:trace>
  <inkml:trace contextRef="#ctx0" brushRef="#br0" timeOffset="90981.401">22158 4979 750 0,'0'0'63'0,"0"0"86"16,0 0-55-16,0 0-27 15,-90 35-24-15,80-13-5 16,5 1-11-16,5-3-9 16,0 3-3-16,0-4-7 15,11-4-1-15,5-2 1 16,3-5-5-16,1-2-3 0,1-2-7 15,4-4-3 1,0 0 5-16,0 0 5 0,0 0 0 16,2-6 0-1,-3-5 1-15,-1-4-1 0,0 0 2 16,-2-3-1-16,-2-5 0 16,-7 7 5-16,-1-4 4 15,-7 3 12-15,-4 0 3 16,0 0-2-16,0 6-10 15,-4 0-2-15,-13 1-1 16,-7 4-7-16,-6 1-2 16,-4 5-1-16,-5 0 0 15,5 0 0-15,2 5-4 0,4 5-24 16,10 1-33 0,6 0-30-16,12-2-112 0,0-2-185 15</inkml:trace>
  <inkml:trace contextRef="#ctx0" brushRef="#br0" timeOffset="91407.032">22619 4954 610 0,'0'0'112'0,"0"0"44"0,0 0-72 0,0 0-28 15,-81 25-17-15,77-6-2 0,4 3-5 16,0 3-6-16,0-4-9 16,13-2-5-16,5 2-7 15,0-6-2-15,4-1-1 16,7-6 0-16,-1-2-2 16,2-5-10-16,1-1-6 15,-1 0 9-15,-2-4 5 16,-2-7 2-16,-2-4 0 15,-5 0 2-15,-4-5-1 16,-2 1 8-16,-7-2 10 16,-6-1 8-16,0-2 24 15,0 6-4-15,-10 0-9 16,-12 2-21-16,-1 3-13 0,-6 6-4 16,-6 2 2-16,5 5-4 15,-1 0 2-15,6 1-12 16,5 10-14-16,4 2-29 15,11 0-51-15,5 0-118 16,5-7-336-16</inkml:trace>
  <inkml:trace contextRef="#ctx0" brushRef="#br0" timeOffset="91813.515">23295 4966 614 0,'0'0'54'0,"0"0"76"0,-108-6-63 0,68 13-25 15,7 8-16-15,9 6 0 16,11 1 6-16,7 2-11 16,6-3-4-16,0 1-4 15,8-5-4-15,11-2-5 16,6-8-1-16,8-2-3 15,1-2-12-15,5-3-11 16,1 0 5-16,1-3 3 16,-2-8 3-16,-5-3 2 15,-7-3 4-15,-1-4 6 0,-8 0 2 16,-9-3 2 0,-7-1 20-16,-2 4 35 0,-5 2 10 15,-19 0-6-15,-5 7-36 16,-6 2-22-16,-4 8-4 15,-1 2 0-15,6 0-1 16,6 2-5-16,10 10-39 16,6 6-48-16,9-3-30 15,3-3-163-15</inkml:trace>
  <inkml:trace contextRef="#ctx0" brushRef="#br0" timeOffset="92631.236">23862 4897 684 0,'0'0'135'0,"0"0"33"16,0 0-107-16,-99-16-17 16,64 19-24-16,10 15-1 15,3 3-6-15,4 9-3 16,8 1-1-16,5-1-1 15,5 2-1-15,0-4-4 16,0-5 1-16,8-6-4 16,8-3-7-16,5-7-39 15,3-7-17-15,1 0-22 16,2 0-33-16,-2-11-9 0,0-5 38 16,-2-7 18-16,-3 1 43 15,-4-2 28-15,-1 3 15 16,-4 1 64-16,-5 8 49 15,-1 3-20-15,-2 3-33 16,-3 3-16-16,0 3-7 16,0 0-34-16,0 0-18 15,0 16 1-15,0 3 1 16,0 10 7-16,0 3-6 16,0 6 1-16,0-1 0 15,0 1 0-15,0 2-2 16,0-1 0-16,0 2 1 0,0-6 3 15,3 3 29-15,3-5 6 16,0-4 7-16,0-3-16 16,-1-2-18-16,-1-4 10 15,-2-4-14-15,-1-2-7 16,-1-1-2-16,0-6 0 16,0-1-1-16,0-2-1 15,0-2-6-15,-9-2-7 16,-3 0 1-16,-3 0 4 15,-6-4-1-15,4-9-2 16,-1-3-4-16,-2-2-3 16,5-2 2-16,5-1-12 15,4-4 13-15,1-4 4 16,5-2 5-16,0 2 7 16,0-4 1-16,8 2 7 0,10 2 19 15,7-1 18-15,6 2-6 16,5 2-6-16,5 6-5 15,1 2 1-15,-1 3-2 16,-2 3-8-16,-3 2 4 16,-5 6-7-16,-4 0 3 15,-3 3-10-15,-5-1 4 16,1 2-7-16,-4-1-5 16,-6 1-1-16,-5-2 0 15,-2 1-16-15,-3-1-45 0,-8-2-89 16,-17-6-380-1</inkml:trace>
  <inkml:trace contextRef="#ctx0" brushRef="#br0" timeOffset="97493.632">19645 6096 628 0,'0'0'75'0,"0"0"96"0,0 0-53 0,0 0-21 0,0 0-33 16,0 0-62-16,0 0 11 15,0 0 5-15,0 63 24 16,0-19 7-16,2-2 0 15,-2-2-15-15,0-1-16 16,0-3-8-16,0-4-4 16,-6-4-2-16,-4-5-4 15,5-5 5-15,-1-4-5 16,5-5-32-16,1-7-45 16,0-2-33-16,0 0-44 15,17-3-118-15,6-19-474 16</inkml:trace>
  <inkml:trace contextRef="#ctx0" brushRef="#br0" timeOffset="98197.218">19937 6205 656 0,'0'0'45'15,"0"0"30"-15,0 0 52 16,-14 73-38-16,14-52-22 15,3-2-23-15,5 1-6 16,3-2-23-16,-3-2 1 16,-4-2-9-16,-1-3-4 15,-1-4 0-15,-2-1-3 0,0-1-6 16,0-5-21 0,0 0 7-16,-5-6 12 0,-4-12-9 15,6-3 11 1,3-5 4-16,0 0 2 0,0 1 1 15,11 3-1-15,1 5 0 16,4 5 2-16,1 5 5 16,0 7 3-16,3 0-3 15,-2 5 4-15,1 12 2 16,-1 4 6-16,1 3-6 16,-2 1-4-16,-7 1-2 15,-1-2-3-15,-7-4-2 16,1-1-1-16,-3-3 2 15,0-4-2-15,0-4-1 16,0-6 0-16,-3-2-11 16,-2 0 1-16,-1-4 5 0,2-12 0 15,2-2 1-15,2-2 2 16,0-1 2-16,0-1 1 16,6 0 1-16,5 1-1 15,4 4 1-15,0 3 2 16,1 3 3-16,-2 5 1 15,5 2 2-15,-1 3 2 16,1 1-1-16,-1 0-1 16,-6 4 0-16,4 7-3 15,-7 2-2-15,2 5-1 16,-1 0 11-16,-4 1-3 16,-3 5 3-16,0-3 5 15,-3-2-1-15,0 0-2 0,0-2 0 16,0-4-3-16,0-2-8 15,0-4-5-15,0-1 4 16,0 0-5-16,0-4-28 16,0-1-49-16,0-1-54 15,3 0-93-15,6 0-416 16</inkml:trace>
  <inkml:trace contextRef="#ctx0" brushRef="#br0" timeOffset="98490.547">20862 6327 609 0,'0'0'88'0,"0"0"-3"16,0 0 17-16,0 0-17 15,0 0 0-15,0 0-23 16,59 26-8-16,-30-23-11 16,2-3-13-16,2 2-12 15,0 0-9-15,-2-2-6 16,-6 0-3-16,-3 0-8 16,-9 1-41-16,-6 2-65 0,-7 1-65 15,0 1-158-15</inkml:trace>
  <inkml:trace contextRef="#ctx0" brushRef="#br0" timeOffset="98813.721">20887 6492 524 0,'0'0'85'0,"0"0"13"16,0 0 44-16,0 0-19 15,0 0-45-15,0 0-14 16,59 14-8-16,-33-12-13 0,2-2-13 16,2 0-7-1,0 0-6-15,0 0-7 0,-2 0-5 16,-3 0-2-16,-2 0 0 16,-4 0-2-16,-4 0 1 15,-3 3-1-15,-5-2-1 16,0 0 0-16,-4 1 0 15,0-1 0-15,-2 1-6 16,-1 1-25-16,0-2-31 16,4 2-61-16,-4-3-68 15,0 0-295-15</inkml:trace>
  <inkml:trace contextRef="#ctx0" brushRef="#br0" timeOffset="99366.007">21939 6203 491 0,'0'0'128'0,"0"0"83"0,0 0-77 0,0 0-54 16,0 0-61 0,0 0 73-16,-18 58-30 0,18-28-4 15,0 0-6 1,0 3-10-16,0-2-8 0,0-1-8 15,0-2-6-15,0-1-8 16,0-5-7-16,0-1-2 16,0-2 1-16,0-4-3 15,0-2-1-15,1-3 0 16,5-3-26-16,3-3-25 16,7-2-30-16,3-2-43 15,3 0-87-15,-1-11-136 16</inkml:trace>
  <inkml:trace contextRef="#ctx0" brushRef="#br0" timeOffset="99810.778">22197 6377 488 0,'0'0'110'0,"0"0"43"16,0 0-13-16,0 0-75 15,0 0-37-15,0 0 15 16,-30 22-15-16,30-3-11 15,0 2-3-15,0-3-2 16,0 0-4-16,6-2-3 16,1-5-2-16,3-1-1 15,3-4 0-15,3-2 4 16,5-3-2-16,4-1-1 0,-1 0-2 16,-1 0 0-1,-2-8-1-15,-2-1 0 0,-4-5 1 16,1-1 1-16,-2-2-1 15,-4 0 0-15,-4-3 4 16,0 1-1-16,-6 3 10 16,0 0 26-16,0 0-10 15,0 3-4-15,-6-2-2 16,-6 2-11-16,-3 1-4 16,-4 2-3-16,-2 2-4 15,-5 2-1-15,-2 5 0 16,6 1-1-16,1 0-1 15,3 0 1-15,0 0-15 16,5 4-18-16,1 6-24 16,7 0-52-16,5-1-60 0,0 0-185 15</inkml:trace>
  <inkml:trace contextRef="#ctx0" brushRef="#br0" timeOffset="100277.272">22743 6313 675 0,'0'0'125'0,"0"0"54"0,0 0-84 16,-84 2-45 0,65 11-19-16,2 5-11 0,6 0-7 15,4 3-10-15,7-2 1 16,0 3-2-16,0-2 5 15,8-2-7-15,4-5-3 16,1 1-16-16,3-5-2 16,4-1 2-16,1-5-3 15,1-3 15-15,4 0-2 16,-1 0 2-16,1-8 4 16,-3-3 2-16,1-4 1 15,-3-2 1-15,-2-3-1 16,-1 0 4-16,-6-1 15 15,-3-1 12-15,-7-1 11 16,-2 0-1-16,0 1 4 0,0 1-6 16,-6 1-12-16,-11 6-12 15,-2 0-9-15,-3 4-6 16,-5 4-1-16,-1 6 0 16,-5 0 1-16,3 0-8 15,6 6-23-15,3 8-20 16,6 0-39-16,5-1-50 15,5-2-164-15,5-5-389 16</inkml:trace>
  <inkml:trace contextRef="#ctx0" brushRef="#br0" timeOffset="100642.928">23447 6238 498 0,'0'0'194'0,"0"0"-46"0,0 0-9 0,0 0-54 0,0 0-34 16,0 0-42-16,-63-5 3 16,53 20 6-16,-5 5-4 15,5 1-3-15,0 1-5 16,3 3 2-16,0-3 2 15,5 3-2-15,2-5-3 16,0 1 2-16,0-2-4 16,0-3-1-16,0-4 2 0,13 0-1 15,1-6 1 1,8 0-2-16,1-5 3 0,1-1-2 16,4 0-3-16,6 0-23 15,3-4-43-15,1-7-24 16,-2-3-34-16,-2-3-117 15,-3-4-226-15</inkml:trace>
  <inkml:trace contextRef="#ctx0" brushRef="#br0" timeOffset="101354.942">23768 6264 430 0,'0'0'277'0,"0"0"-101"15,0 0-83-15,0 0-49 16,0 0 30-16,0 0-10 15,-27 43-16-15,21-24-3 16,6-1-7-16,-2-1-6 16,-3-1-9-16,5-1-10 15,-2-4-9-15,-1-4-2 16,3-1 1-16,0-4-3 16,0-2-1-16,0 0-7 15,0 0 5-15,0-8-11 16,0-7-3-16,9-2 5 15,3-1 8-15,1 2 2 16,5 2 2-16,1 4 0 0,1 5 3 16,-1 1 0-16,-1 4 1 15,0 0-2-15,0 6 0 16,-1 10 0-16,-3 1 6 16,-2 5-3-16,-3-2 1 15,-4-2 1-15,1-1-3 16,-6-3-2-16,0-2-1 15,0-4 1-15,0-3 0 16,0-3 0-16,-6-2-1 16,1 0 0-16,1 0-1 15,1-5-5-15,3-6-4 16,0-5 3-16,0-2 4 16,0 0 2-16,7-1-1 0,10-1 1 15,-4 3 0-15,6 3 0 16,1 2-1-16,-4 4 0 15,4 2 1-15,-4 4 0 16,2 0-1-16,-1 2 2 16,-3 0 0-16,-2 0 1 15,5 0 4-15,-5 7-3 16,-1 4 0-16,0 4 4 16,-5 0-3-16,2 0 9 15,0 0 7-15,-5 0-7 16,2-2 5-16,-1 1 4 15,-2-1-2-15,-2-2-4 0,0-1-4 16,3-1-6 0,-3-1-4-16,0-2 0 0,0 2-2 15,0-4 0-15,0 0-18 16,0-2-40-16,0-1-35 16,-11-1-74-16,-3 0-219 15</inkml:trace>
  <inkml:trace contextRef="#ctx0" brushRef="#br0" timeOffset="104434.538">19291 7503 548 0,'0'0'28'0,"0"0"104"0,0 0 6 0,0 0-16 16,0 0-17-16,0 0-64 15,0 0-38-15,8 1 67 16,1 34-24-16,-3 3 7 16,2-1-1-16,-7-2-20 0,2-2-17 15,-3-4-6 1,0 0-7-16,0-4 1 0,-7-5-2 15,1-3-1-15,1-6-10 16,5-4-45-16,0-6-49 16,19-1-76-16,6-5-166 15</inkml:trace>
  <inkml:trace contextRef="#ctx0" brushRef="#br0" timeOffset="105099.132">19611 7580 773 0,'0'0'8'0,"0"0"50"0,0 0 58 15,0 0-29-15,0 81-20 16,0-63-5-16,2-1-18 16,-1-3-20-16,2 0-10 15,-3-3-8-15,0-1-1 16,0-1-2-16,0-2-1 15,0-1-2-15,0-6-9 16,-6 0 1-16,-4 0-3 16,4-16-1-16,6-3 0 15,0-2 9-15,0 3 2 16,0 0 0-16,11 2 2 16,3 5-1-16,2 4 7 15,4 5 4-15,1 2 1 0,2 0 2 16,0 5-1-1,1 7-3-15,-3 6 0 0,-3-2-1 16,-5 2-4-16,-2 1-1 16,-7-2-2-16,-1-2-1 15,-3-2 1-15,0-2 0 16,0-5-2-16,0-3-5 16,0-3-10-16,0 0 8 15,-1-11 0-15,-5-6-9 16,3-3 9-16,0-4-2 15,3 0 5-15,0 0 4 16,0 1 0-16,6 3 0 0,7 4 1 16,0 3 1-16,4 4 2 15,-1 4 3-15,4 5 1 16,-2 0 1 0,2 0 0-16,-2 11 2 0,3 5 0 15,-1 3-5-15,-5 3-1 16,-2 2 3-16,-4 2-1 15,-4 1 5-15,-5 1 1 16,0-2-2-16,0-2-3 16,-5-6-3-16,-3-2-3 15,4-6-2-15,1-6-3 16,3-3-47-16,0-1-31 16,0 0-36-16,0-12-219 15</inkml:trace>
  <inkml:trace contextRef="#ctx0" brushRef="#br0" timeOffset="105699.066">20161 7190 647 0,'0'0'74'0,"0"0"77"0,0 0-65 0,0 0-20 16,98-47-20-16,-79 47-21 15,-1 11-1 1,0 9-9-16,-8 4 1 0,-2 4-3 16,-4 2 2-16,-4-1 0 15,0 0-8-15,-12-5 1 16,-5-5-4-16,0-2 1 15,2-8-2-15,2-6 0 16,2-3-3-16,5 0-7 16,3 0-1-16,3-3-5 15,0-6 5-15,0-4 1 16,9 4-2-16,2 0 6 16,4 4 2-16,-1 2 1 15,-3 3-2-15,5 0 1 0,-2 0 1 16,4 10 1-16,-3 3 8 15,-2 4 2-15,0 2 1 16,-3 1-1-16,-3-2 4 16,-1-1 0-16,-5 1 1 15,-1-1 1-15,0-2 4 16,-13-1 3-16,-5-2 0 16,-9-2 0-16,-4 0-7 15,-4-4-5-15,3-5 0 16,0-1-7-16,7 0-2 15,3 0 1-15,7-3-4 16,6-7 1-16,3 0-1 0,6 0-29 16,0 0-42-16,11 1-60 15,8 5-105-15,6-2-437 16</inkml:trace>
  <inkml:trace contextRef="#ctx0" brushRef="#br0" timeOffset="106030.879">21042 7575 596 0,'0'0'89'0,"0"0"94"0,0 0-33 0,0 0-74 16,0 0-37-16,0 0-6 16,2 0 27-16,20 0 3 15,8 0-29-15,1 0-13 16,0 0-12-16,4 0-6 16,-6 0 0-16,1 0-2 15,-4 2-2-15,-7 1-23 16,-4 0-31-16,-7 0-39 15,-4 2-64-15,-4 0-133 0,0-1-235 16</inkml:trace>
  <inkml:trace contextRef="#ctx0" brushRef="#br0" timeOffset="106354.781">21022 7711 404 0,'0'0'140'0,"0"0"-70"16,0 0 35-16,0 0 50 15,0 0-69-15,0 0-26 16,75 13-8-16,-45-10-21 16,0-3 8-16,-3 1-11 15,-4-1-5-15,-4 2-3 16,-3-1-4-16,-4 2 1 0,-3-2 4 15,4-1-1-15,-2 1-4 16,0-1-2-16,0 0-3 16,3 0-8-16,-1 0 0 15,-1 0 0-15,-3 0-3 16,0 0-12-16,-5 0-46 16,-2 0-78-16,-2-1-146 15</inkml:trace>
  <inkml:trace contextRef="#ctx0" brushRef="#br0" timeOffset="107120.93">22458 7535 566 0,'0'0'177'0,"0"0"23"0,0 0-41 16,0 0-109-16,0 0-11 15,0 0 34-15,-11 84-8 0,7-49-4 16,-1-1-8-1,4-2-13-15,-6-1-16 0,7-4-6 16,-3-2-9-16,0-7-2 16,1 1-7-16,2-5 4 15,-3-5-3-15,3-2-1 16,0-3-15-16,0-3-14 16,0-1-24-16,0 0-39 15,6-1-42-15,7-15-211 16</inkml:trace>
  <inkml:trace contextRef="#ctx0" brushRef="#br0" timeOffset="107620.911">22768 7638 565 0,'0'0'44'16,"0"0"115"-16,0 0-51 16,0 0-56-16,0 0-16 15,0 0-5-15,-79 30 18 16,73-10-13-16,2 0-9 16,4 2 9-16,0-2-17 0,0 0-9 15,10-2-6 1,4-3 4-16,6-2-5 0,4-3 0 15,3-6-2-15,6-3 4 16,0-1-3-16,-1 0 0 16,0-1-1-16,-6-12 0 15,-4-2 1-15,-3-4-2 16,-5 0 4-16,-3-1 0 16,-3 1 8-16,-4 0 15 15,-4 1 7-15,0-2 2 16,0 0-3-16,-6 0-6 15,-10 1 0-15,1 3 3 0,-6 0-14 16,-3 4-6 0,0 6-9-16,-7 3 3 0,-5 3-4 15,5 0-1-15,0 0-1 16,8 9-1-16,5 3-34 16,9 1-20-16,6 0-49 15,3-2-90-15,2-5-142 16</inkml:trace>
  <inkml:trace contextRef="#ctx0" brushRef="#br0" timeOffset="108263.007">23231 7240 550 0,'0'0'52'0,"0"0"80"0,0 0-36 0,0 0-26 16,83-48-29-16,-64 48-5 0,-2 0-10 16,-2 0-5-16,-3 14-9 15,-6 6-5-15,-2 4 1 16,-4 3-4-16,0 2 1 16,-7-2-1-16,-8-2-2 15,-3-2 4-15,-4-4-6 16,7-4 0-16,0-3 0 15,0-6-4-15,7 0-1 16,1-2 0-16,6-1 1 16,1-3 0-16,0 0 4 15,0 0 1-15,0 0 3 16,0 0 1-16,5 1-1 16,13-1-3-16,2 0 4 0,-2 0-1 15,4 2 7 1,2-2 1-16,1 0 6 0,-2 3-2 15,1-2 7-15,-1 0-1 16,0 1-4-16,-1-2 2 16,1 0-4-16,-6 0 4 15,-2 0 6-15,-3 0-5 16,-7 0-5-16,2 0-3 16,-4 0-2-16,-3 0-3 15,0-4-4-15,0 1-4 16,-7 0-65-16,-17-2-87 15,-8 2-103-15</inkml:trace>
  <inkml:trace contextRef="#ctx0" brushRef="#br0" timeOffset="108811.862">22388 7074 582 0,'0'0'93'0,"0"0"30"0,0 0-52 0,-111-9-18 16,80 21-13-16,-5 10 13 15,3 10 0-15,0 7 32 16,2 6-46-16,-2 5-8 15,8 6-1-15,1 1-1 16,3-2-10-16,3 3 3 0,6-4 5 16,1-4-7-16,6-4 8 15,5-4 3-15,0-3-7 16,5-2-9-16,14-1-4 16,1-4-5-16,6-2 0 15,4-2-2-15,10-1-3 16,-1 1 1-16,1-3-2 15,3-1 0-15,1-1-1 16,2-3-16-16,0-3-38 16,3-3-36-16,2-5-90 15,0-7-177-15</inkml:trace>
  <inkml:trace contextRef="#ctx0" brushRef="#br0" timeOffset="109464.939">23802 6952 476 0,'0'0'93'0,"0"0"-23"0,0 0-18 0,0 0 67 16,0 0-20-16,52 91-15 15,-18-62-19-15,2 3-23 16,3 3 4-16,0 0 0 16,-2 3-22-16,-4 2-6 15,-3 2-11-15,-11-3 1 0,-2 2 2 16,-10 0-2-16,-7-2 0 15,0 1 7-15,-3-1 4 16,-13 2 2-16,-1-4-4 16,-2 0 0-16,-1 0-2 15,0-5-2-15,-3-1-8 16,0 0 2-16,-2-6 2 16,-3-2-7-16,-2-3 2 15,2-4-2-15,-2 0 0 16,2-3 0-16,4 1-1 15,-1-4-2-15,2-1 0 16,-1-1-3-16,4-5-9 0,4 3-3 16,0-3-18-16,9-3-9 15,1 0-18-15,3 0-63 16,3-2-56-16,0-14-402 16</inkml:trace>
  <inkml:trace contextRef="#ctx0" brushRef="#br0" timeOffset="110359.204">24678 6818 516 0,'0'0'52'0,"0"0"50"0,0 0-25 0,80-15-23 16,-51 15-3-16,-4 14-10 15,-7 7-11-15,-6 6-4 16,-5 4-4-16,-7 0-11 16,0-1-4-16,-7-3 0 15,-14-5-5-15,-4-3 3 0,-1-1 0 16,2-5-2-1,3-5-3-15,5-2-4 0,6-5-10 16,4-1-4-16,1 0 11 16,5 0 3-16,0 0 2 15,0-3 1-15,3-1-5 16,12-2 4-16,4 4 0 16,2-3 2-16,2 4 0 15,1-1 2-15,-1 2 3 16,3 0 5-16,-1 0 0 15,-2 8 2-15,-6 6 1 16,-3 0-4-16,-4 1 3 16,-5 2 6-16,-5 0 5 0,0-1 6 15,0-1 5-15,0-2 2 16,-5 0-4-16,-6 0-3 16,-2-3 1-16,-3 1 3 15,-2-5-3-15,-6 0 3 16,-4-3-6-16,-6-1-6 15,-1-2-9-15,2 0-3 16,-1 0-3-16,3 0 2 16,2 0-2-16,7 0 0 15,3 0-4-15,4 0-2 16,3-3-4-16,2-3-32 16,8-1-52-16,0-3-76 15,2-3-158-15</inkml:trace>
  <inkml:trace contextRef="#ctx0" brushRef="#br0" timeOffset="110911.55">25754 7417 452 0,'0'0'75'0,"0"0"77"0,0 0-24 0,-90-33-31 16,67 33-15-16,0 0-22 15,-1 6-13-15,2 10-18 0,2 3-6 16,1 3 3-16,-2 2-8 15,6 2 0-15,4 1 6 16,4-2 0-16,3 1-2 16,4-4-5-16,0 0-8 15,0-6-1-15,4 3-1 16,14-5 1-16,4-3 0 16,4-2-6-16,9-2 1 15,3-6-3-15,2-1-22 16,6 0-29-16,-2 0-31 15,-6-7-35-15,-2-8-28 16,-3-8-108-16,-8-3-122 16</inkml:trace>
  <inkml:trace contextRef="#ctx0" brushRef="#br0" timeOffset="111609.991">25959 7441 471 0,'0'0'185'15,"0"0"17"-15,0 0-73 16,0 0-79-16,0 0 13 15,0 0 16-15,-19 52-17 16,16-28-5-16,-1-2 0 16,0 1-18-16,3-2-10 15,-1-2-9-15,1-4-8 16,1-3-10-16,0-6 2 16,-2 0-3-16,2-3-1 0,0-3-6 15,0 0-3 1,0 0 6-16,0-16-25 0,0-4 1 15,10-2-10-15,3-2 3 16,5 4 19-16,0 3 13 16,-3 5 1-16,-1 3 1 15,3 8 10-15,1 1 5 16,-2 0-6-16,2 5 4 16,-3 11-3-16,0 0 2 15,-4 3 0-15,-4 1-1 16,-1-2-7-16,-3-1-1 15,-3-2-1-15,0-3-1 16,0-2 1-16,0-3-2 16,0-4-11-16,-2-2-20 0,-5-1 5 15,3 0 3-15,1-6-3 16,3-6-3-16,0-4 5 16,0-1 15-16,9 1 6 15,8-3 0-15,3 2 3 16,-1 1 0-16,0 4 5 15,2 2 1-15,-1 3 0 16,-1 1-2-16,2 5 0 16,-1 1 1-16,-1 0-1 15,-1 0 4-15,0 6 0 16,-3 5 4-16,-2 3 2 16,-1 1 3-16,0 2 6 15,-3 2 3-15,-2 0 2 16,-1 2-5-16,-1 2 2 0,-5-1 2 15,0-1-4-15,0-5-6 16,0 3-7-16,0-5-2 16,-11-4-5-16,4 1 0 15,-2-4-3-15,-1-2-2 16,1-3-27-16,-2-2-24 16,-1 0-50-16,3 0-58 15,2-9-149-15</inkml:trace>
  <inkml:trace contextRef="#ctx0" brushRef="#br0" timeOffset="112209.107">26646 6802 559 0,'0'0'55'0,"0"0"82"0,88-28-47 0,-60 27-9 16,2 1-28-16,-6 1 8 15,-5 16-16-15,-1 7-11 16,-6 4-11-16,-5 4 4 0,-4-1-9 15,-3-2-13-15,-1-2 7 16,-18-4-5-16,-4-6-2 16,-4-5-1-16,3-2 0 15,0-6-4-15,5-2-6 16,7-2-17-16,2 0-1 16,5 0 15-16,5 0 9 15,0 0 0-15,0 0-5 16,18 0-11-16,3 0 13 15,5 0 3-15,0 0 0 16,1 0 0-16,2 3 3 16,-4 7 10-16,-1 1 6 0,-3 3-5 15,-3 2 4-15,-6 1 0 16,-2-2 2-16,-6 5 1 16,-2-3 7-16,-2 0-2 15,0-1 10-15,-18 1 3 16,-5-2-9-16,-5-1-2 15,-5-5-8-15,-2 2-15 16,-1-6 0-16,0-3-4 16,2 2-1-16,-1-4-1 15,5 0-28-15,2 0-69 16,1-5-138-16,5-13-696 16</inkml:trace>
  <inkml:trace contextRef="#ctx0" brushRef="#br0" timeOffset="123999.463">9384 7817 251 0,'0'0'56'0,"0"0"34"0,0 0 3 15,0 0 4-15,0 0-17 16,0 0 13-16,0 0-1 0,-27-40-10 16,27 40-10-16,0 0-15 15,0 0-11-15,0 0-20 16,0 0-12-16,0 0-14 15,6 0 2-15,10 0 15 16,13 0 19-16,8 1-18 16,0 2-11-16,1-1-4 15,-4 0-3-15,-3 1 0 16,-4-1-2-16,-6 0-9 16,-3 1-24-16,-8-2-63 15,-5 0-55-15,-5-1-76 16,0 0-134-16</inkml:trace>
  <inkml:trace contextRef="#ctx0" brushRef="#br0" timeOffset="124438.249">9375 7982 331 0,'0'0'9'0,"0"0"84"16,0 0 11-16,0 0-23 16,0 0-17-16,0 0 0 0,68 14-8 15,-45-12 0 1,5-1-10-16,1-1 3 0,1 2-10 15,-1-1-8-15,1 0 0 16,-3 2-2-16,-2-1 0 16,-5-2 3-16,2 0-6 15,-6 0-2-15,-5 0 2 16,0 0-2-16,-3 0 2 16,-5 0-2-16,-1 0-4 15,-2 0 4-15,0 0 2 16,0 0-2-16,0 0-9 15,0 0-15-15,0-4-2 16,0 1-7-16,0-2-29 0,-9 3-51 16,-9-3-98-16,-4-2-164 15</inkml:trace>
  <inkml:trace contextRef="#ctx0" brushRef="#br0" timeOffset="131646.171">11244 6985 736 0,'0'0'49'0,"0"0"65"0,0 0-2 0,0 0-35 16,0 0-57-16,0 0-15 0,0 0 17 15,0 46 36-15,0-6 26 16,0 3-10-16,0 4-31 15,-3 2-16-15,0 2-8 16,-6 0-4-16,2-5-6 16,1-3-3-16,-3-8-1 15,6-5-3-15,-3-7 3 16,4-5-4-16,-2-5 1 16,3-5-2-16,1-3 0 15,0-3-5-15,0-2-18 16,0 0-24-16,0-8-77 15,7-15-126-15,7-5-193 0</inkml:trace>
  <inkml:trace contextRef="#ctx0" brushRef="#br0" timeOffset="132005.241">11878 6951 592 0,'0'0'89'0,"0"0"82"16,0 0-40-16,0 0-74 0,0 0-42 16,0 0 80-16,8 55-18 15,-5-25-5-15,-2 5-6 16,-1-2-23-16,0 2-2 15,0 0-18-15,0-1-9 16,0-1-4-16,-3-2-4 16,-3-1-4-16,-1-1 0 15,0-6-1-15,1-3 1 16,3-6-2-16,3-5 0 16,0-5-21-16,0-4-29 15,0 0-53-15,13-4-23 16,14-15-108-16,3-8-132 0</inkml:trace>
  <inkml:trace contextRef="#ctx0" brushRef="#br0" timeOffset="132412.622">12138 7085 176 0,'0'0'530'0,"0"0"-384"16,0 0-23-16,0 0-9 15,0 0-81-15,0 0-18 16,-40-11-1-16,13 27 1 15,0 0-7-15,0 0-4 16,-1 1-3-16,5-3-1 16,1-2-7-16,7 0-13 15,5-3-5-15,7-3 2 0,1 1 12 16,2-3 7 0,0 2-1-16,0 0 5 0,0-1 4 15,8 1 1-15,6 1 4 16,2 0 3-16,-2 0-1 15,1 4 4-15,2 1 6 16,-5 2 0-16,3 0-7 16,-4 3 0-16,0-1-7 15,-2-2 2-15,0 1 0 16,-3-1-5-16,0-2-1 16,-2-1-1-16,1-4 0 15,2-3 0-15,1-3 1 16,2-1-3-16,5 0-3 15,3-1-72-15,4-12-93 0,4-4-163 16,3-4-298-16</inkml:trace>
  <inkml:trace contextRef="#ctx0" brushRef="#br0" timeOffset="133183.767">12474 7118 576 0,'0'0'105'15,"0"0"76"-15,0 0-31 16,9-82-53-16,-18 76-28 15,-12 6-32-15,0 0-23 16,-6 5-3-16,3 16 9 16,0 4-5-16,8 3 3 15,1-1-4-15,11 2-7 16,4-2-1-16,0-1-5 0,0-5-1 16,7-4 0-16,8-6-1 15,0-6 0-15,6-5-16 16,-1 0-3-16,-1-4-24 15,0-11-8-15,-4-5 2 16,3 0 8-16,-6-1 12 16,-2 3 9-16,-4 0 10 15,-1 3 8-15,1 4 3 16,-3 3 1-16,-3 6 7 16,0 0 11-16,0 2 3 15,0 0-18-15,0 9-3 16,0 10 21-16,0 0-12 0,0 5 1 15,0 5 8 1,0 5 3-16,0 0 0 0,0 6 4 16,0 1-6-16,0 0-6 15,0 0 1-15,3 0-5 16,-3-2-4-16,1-3-5 16,-1-1 2-16,0-3-1 15,0-2 1-15,0-3-2 16,0-5 1-16,0-1 0 15,0-5-2-15,0-5 2 16,-1-3-1-16,-2-5 0 16,3-2 0-16,-2-1 0 15,-5 0 7-15,0 0 1 16,-4-6-9-16,0-5-4 0,-1-1 0 16,0-5 4-16,0-1-5 15,2-3 5-15,-3-3-1 16,5-3-2-16,3 3 3 15,2-1 0-15,3 2 1 16,0-1 4-16,5 0 0 16,15-1 4-16,6 2-3 15,1 1-3-15,5 2 0 16,-1 4-2-16,-1 4 5 16,1 1 1-16,-4 3-3 15,0 5 0-15,-11 2 0 16,2 1-3-16,-9 0-1 15,-2 0 0-15,-4 0-2 0,-1 0-3 16,-2 0-25-16,0 3-37 16,-12 8-108-16,-8 2-154 15</inkml:trace>
  <inkml:trace contextRef="#ctx0" brushRef="#br0" timeOffset="134061.782">10780 7703 264 0,'0'0'36'0,"0"0"54"0,0 0 17 15,0 0-21-15,0 0-14 16,0 0-4-16,-71-1-27 16,83 1 6-16,13 0 71 0,11 2-79 15,10 4-24-15,5-1-4 16,9 2-6-16,2-1 1 15,7 1-6-15,7 0 3 16,2 2-1-16,5-1-1 16,2 0 2-16,6 2-1 15,3-5 5-15,-3 1 3 16,3-2 2-16,5-1 1 16,-5-1-1-16,1 0-3 15,-4 0-5-15,-1-2 2 16,-1 1 13-16,-1-1 0 15,1 0-2-15,-2 0 4 0,-3 0-1 16,-2 0-3-16,0 0 9 16,-9 0-1-16,-1-5-2 15,-8 3 13-15,0-1-11 16,-10-1-9-16,-7 2-1 16,-11 1-4-16,-9-1-1 15,-12 2-3-15,-8 0-4 16,-5 0-1-16,-2 0-2 15,0 0-4-15,0 0-11 16,-17 0-16-16,-9 0 1 16,-18 7-116-16,-3 2-78 15,-13-2-305-15</inkml:trace>
  <inkml:trace contextRef="#ctx0" brushRef="#br0" timeOffset="134571.733">10770 8238 618 0,'0'0'56'0,"0"0"111"0,0 0-26 0,0 0-56 16,0 0-27-16,0 0-39 15,-27 24 83-15,27 6-45 16,0 3 3-16,0 5-15 16,0 0-9-16,0 3-5 0,0-1-12 15,0-2-10-15,0-5-4 16,0-5 0-16,0-6-5 15,0-5 3-15,0-4-3 16,6-6-2-16,-3-3-34 16,3-4-42-16,7 0-89 15,4-7-47-15,5-16-235 16</inkml:trace>
  <inkml:trace contextRef="#ctx0" brushRef="#br0" timeOffset="134974.706">11070 8328 773 0,'0'0'72'16,"0"0"40"-16,0 0-56 15,0 0 11-15,0 0-29 16,0 0-5-16,-53 78-6 16,53-56-14-16,0 1 0 15,0-3-8-15,8-2 3 16,6-4 2-16,2-4-10 15,-1-3 0-15,4-3 3 16,-1-4-3-16,2 0 1 16,-1 0 1-16,0-5 2 15,1-8-2-15,-1-4-1 16,-5-1 2-16,2-5 0 0,-7 0 3 16,-3-1-1-16,-6 0 15 15,0 1 7-15,0 2 0 16,-6 2-8-16,-8 1-3 15,0 2-5-15,-5 2-8 16,-1 2-2-16,-6 5 0 16,1 5-1-16,0 2-3 15,2 0 1-15,5 5-18 16,5 11-42-16,6 3-28 16,7-3-78-16,0-2-193 15</inkml:trace>
  <inkml:trace contextRef="#ctx0" brushRef="#br0" timeOffset="135389.04">11465 8338 725 0,'0'0'29'0,"0"0"110"0,0 0-62 15,-84 4-18-15,67 15-31 16,5 5-4-16,3 2 4 15,7 5 1-15,2-4-2 16,0 0-18-16,14-3 2 16,4-2-6-16,-2-6-2 15,6-2-3-15,-2-5-8 16,2-7 6-16,3-2 2 16,-2 0 5-16,-1-1-4 0,1-11 0 15,-3-4 1-15,-4-5 1 16,-4-1 0-16,-2-1 1 15,-7-4 5-15,-3-2 15 16,0-2 9-16,0 5-4 16,-13-3 7-16,-1 8-5 15,-4 3-12-15,-1 4-14 16,-2 6-3-16,-1 2-1 16,0 3-2-16,2 3 1 15,-1 0-7-15,9 14-40 16,4 3-46-16,8 0-66 15,0 1-204-15</inkml:trace>
  <inkml:trace contextRef="#ctx0" brushRef="#br0" timeOffset="135797.341">11859 8359 599 0,'0'0'23'0,"0"0"162"0,0 0-78 16,-100-17-40-16,79 20-29 16,5 14-4-16,2 6-4 15,8 2-6-15,6 3-4 16,0 1-5-16,5-3-8 0,10 0-1 16,0-7 0-16,4-3-6 15,1-5 2-15,3-4 0 16,3-4-2-16,-1-3 6 15,0 0-4-15,1-1-2 16,-2-10 3-16,-2-6 1 16,-8-2-2-16,0-5 1 15,-5-2 2-15,-4-2 15 16,-5 0 16-16,0 2 3 16,-5 2 5-16,-10 4-15 15,-1 4-18-15,-2 5-5 16,-6 4-6-16,-3 5-7 0,1 2-2 15,-1 2-67 1,6 13-35-16,10-1-49 0,10 1-259 16</inkml:trace>
  <inkml:trace contextRef="#ctx0" brushRef="#br0" timeOffset="136626.151">12590 8267 858 0,'0'0'137'0,"0"0"-45"0,0 0-34 0,0 0-32 16,-107-29-17-16,77 37 1 0,6 11-5 15,3 2 0-15,5 4-3 16,11 2 3-16,2-2-3 15,3 1-1-15,0-5-1 16,0-3 1-16,11-4 3 16,2-7-4-16,2-2-3 15,4-5-9-15,2 0-10 16,-1-7-10-16,1-10-13 16,-1-3 10-16,-2-1-14 15,-3 0 16-15,-4-1 19 16,-5 5 9-16,-3 2 5 15,-2 4 2-15,-1 2 8 0,0 7 21 16,0 0 13-16,0 2-12 16,0 0-31-16,0 7 5 15,0 11 0-15,2 9 4 16,2 3 0-16,2 6 0 16,0 4 0-16,-1 2 0 15,1 1 3-15,-1-2-4 16,3-1 1-16,-4 0 0 15,-2-2-1-15,-2-3-1 16,0 2 1-16,0-2 7 16,-2-2-8-16,-10-5-2 15,2-4 0-15,-2-4-3 16,0-9 0-16,3-1 1 0,-1-4-3 16,-2-6 1-1,4 0 3-15,-2 0-5 0,-2 0-3 16,3-10-4-16,0-1-3 15,3-6-1-15,-4-5-1 16,5-3 8-16,2-6 1 16,3-3 3-16,0-5 1 15,0 0 1-15,8-1 4 16,13 1 1-16,5 3-1 16,6 1 4-16,4 3 3 15,2 3 5-15,5 2 3 16,1 4 6-16,0 2 2 15,-3 4 5-15,-8 5 3 16,-2 1-1-16,-9 4-3 0,-7 2 4 16,-3 1-12-16,-6 2 0 15,-3 1-11-15,-3 1-7 16,0-1 0-16,0 1-7 16,0 0-6-16,-10 0-35 15,-19 11-53-15,-8 0-156 16,-6-6-973-16</inkml:trace>
  <inkml:trace contextRef="#ctx0" brushRef="#br0" timeOffset="143587.347">4589 10521 566 0,'0'0'25'0,"0"0"104"0,9-95 42 0,-9 69-27 15,0 7-61-15,0 8-8 16,0 9-13-16,0 2-21 16,0 6-32-16,0 20-4 15,0 4 14-15,0 5-2 16,-6-1-6-16,-2-4-1 16,2 2-5-16,2-8-1 15,-2-6 0-15,3-6-2 0,3-6-2 16,-3-3 2-16,3 1 1 15,0-4-1-15,0 0 8 16,0 0-5-16,0-11-5 16,0 2 1-16,0 0-1 15,0 1 0-15,18-2-1 16,3 5-1-16,7 1 2 16,2 4-1-16,3 0 1 15,0 0 0-15,-5 4-1 16,-1 7 1-16,-5 2 0 15,-3 1 1-15,-5 0-1 16,-5 2 0-16,-7-2 1 16,1 6 1-16,-3-4 2 0,0 1 2 15,-8-2-3 1,-7-1 6-16,-4-1 0 0,-7-1 0 16,0-1 0-16,-7-2-2 15,3-2-1-15,-1 1-1 16,1-2 1-16,4 0-4 15,5-2-1-15,-1-3 0 16,13-1-1-16,1 0 0 16,4 0-3-16,4 0-10 15,0-10-29-15,0-5-52 16,12-8-100-16,5-2-175 16</inkml:trace>
  <inkml:trace contextRef="#ctx0" brushRef="#br0" timeOffset="143862.704">4626 10267 206 0,'0'0'392'0,"0"0"-309"0,0 0 35 16,0 0-52-16,0 0 19 15,0 0-9-15,63-7-22 16,-36 9-1-16,4 1-11 16,3-3-11-16,6 0-15 15,-1 0-11-15,0 0-2 0,-6 0-2 16,3 0-1 0,-8 0-24-16,-7 5-106 0,-12-1-115 15,-6 4-374-15</inkml:trace>
  <inkml:trace contextRef="#ctx0" brushRef="#br0" timeOffset="144155.812">5163 10513 872 0,'0'0'67'0,"0"0"97"15,0 0-57-15,0 0-58 16,0 0-9-16,0 0-3 16,-16 20-4-16,16-20 0 15,-5 0-3-15,-1 0-3 16,-4 0-12-16,1 0-11 16,0 0 2-16,0-5-4 15,-1-2-1-15,4-1-1 16,4 0-2-16,2 4-25 15,0-1-56-15,8 1-79 16,11-2-210-16</inkml:trace>
  <inkml:trace contextRef="#ctx0" brushRef="#br0" timeOffset="144688.431">5533 10302 633 0,'0'0'114'0,"0"0"67"16,0 0-13-16,0 0-60 16,0 0-42-16,0 0-29 15,-46-63-27-15,22 71-6 16,-4 16-2-16,4 3 0 16,6 8-1-16,6 0-1 0,6 4 1 15,6-4 2 1,0-5-3-16,0-8 0 0,3-6-1 15,9-5 1-15,7-11-2 16,4 0-7-16,4 0-21 16,-2-18-4-16,0-2-11 15,-4-5-3-15,-4 0 19 16,-3 0 15-16,-3 1 13 16,-2 4 1-16,-4 9 0 15,-5 4 7-15,0 4 35 16,0 2 17-16,0 1-25 15,0 0-26-15,0 9-5 16,0 10 13-16,0 8-4 0,0 4 8 16,0 4 3-1,0 1 3-15,0 1 0 0,0 2-5 16,-3-3 2-16,-2 0-7 16,-4-2-3-16,3 1-5 15,-3-4-3-15,3-5-2 16,0-5-2-16,2-3 0 15,2-4-1-15,2-4 0 16,0-6-17-16,0-1-41 16,0-3-50-16,0 0-48 15,12-13-140-15</inkml:trace>
  <inkml:trace contextRef="#ctx0" brushRef="#br0" timeOffset="145210.715">5979 10258 743 0,'0'0'43'0,"0"0"119"0,0 0-80 0,0 0-26 16,0 0-28-16,0 0 2 15,-70 97-4-15,70-55 4 16,0 1-1-16,-1 0-10 15,1-1-7-15,-5-4-5 16,5-2-4-16,0-4-2 16,0-5 1-16,0-5-2 0,0-2 2 15,0-6-1-15,12-2 0 16,6-5 0-16,-3-4 0 16,6-3-1-1,1 0 0-15,-1 0-2 0,3-10 1 16,1-3 0-16,-5-3-1 15,7 0 2-15,-8 2 2 16,-5-5-2-16,-1 3 1 16,-4 1 0-16,-3-1-1 15,-6 0 2-15,0 0-1 16,0 2 4-16,0 0 6 16,-3 2 10-16,-5 1 9 0,-8 4-3 15,1 1-9 1,-6 4-5-16,-4 0-4 0,1 2-6 15,-5 0-1-15,1 2-2 16,0 8 4-16,4 2-4 16,3 2 0-16,9-1-5 15,0 0-35-15,5-2-43 16,4-1-67-16,3-4-144 16</inkml:trace>
  <inkml:trace contextRef="#ctx0" brushRef="#br0" timeOffset="146381.614">6845 10346 372 0,'0'0'92'0,"0"0"92"0,0 0-19 0,0 0-42 15,0 0-33-15,0 0-17 16,19-72-1-16,-30 60-29 16,-11 5-21-16,-3 1-8 0,-5 6-6 15,0 0-3-15,2 7-4 16,1 11 0-16,7 6 1 16,7 4 0-16,7 2 0 15,6 0-2-15,0-1 2 16,5-4-2-16,14-7 0 15,6-7 3-15,5-6-3 16,3-5-10-16,-2 0-18 16,-1-4-12-16,0-10-16 15,-4-7 16-15,-6-2 15 16,-5-1 5-16,-3 0 15 16,-6 4 3-16,-3 5 2 0,-3 3 1 15,0 3 1 1,0 5 18-16,0 4 16 0,0 0 2 15,-3 0-26 1,0 13-6-16,2 7 7 0,1 9-5 16,0 5-4-16,0 8-1 15,0-1-1-15,0-1 6 16,6 2-2-16,1-3 15 16,-1-1-10-16,0 1-1 15,-3 0 3-15,-3-2-8 16,0 2-1-16,0-4-4 15,0-1 3-15,0-6-2 16,-6-3-1-16,-3-3 1 16,2-7-1-16,-1-2 1 15,-1-5 0-15,2-2 0 0,1-6 0 16,0 0 2 0,0 0 1-16,-3-1-4 0,5-11 2 15,-7-2-2-15,5 1 0 16,-2-7 1-16,-3-3-1 15,2 2 0-15,-2-3 0 16,-1-1 0-16,3-1-1 16,-1-3 1-16,1 2 1 15,3 1 4-15,6-1 2 16,0 0 12-16,0 2-7 16,11-2 0-16,5 3-7 15,3 1-1-15,4 3-2 16,-1 4-1-16,0 2 1 0,-2 7 1 15,1 1 0-15,-2 4-1 16,-4 2 4-16,-3 0 3 16,-5 0-4-16,1 0-3 15,-4 0 4-15,-2 0-4 16,1 0-1-16,1 0 0 16,2 0-1-16,-1 0-1 15,-1 4-19-15,1 2-72 16,-1-1-80-16,1-2-233 15</inkml:trace>
  <inkml:trace contextRef="#ctx0" brushRef="#br0" timeOffset="146735.834">7652 10335 772 0,'0'0'22'0,"0"0"107"0,0 0-53 0,0 0-26 16,0 0-36-16,-87-13-5 16,75 35 10-16,0 4 12 0,3 4 8 15,2 0 6 1,4-2-14-16,2 0-4 0,1-4-1 15,0-5-9-15,0 1-8 16,10-3-5-16,2-3 1 16,3-1-2-16,4-3-1 15,0-5 0-15,8-1-2 16,-1-4-17-16,7 0-57 16,1 0-84-16,-3-7-84 15,0-7-255-15</inkml:trace>
  <inkml:trace contextRef="#ctx0" brushRef="#br0" timeOffset="147447.315">7902 10337 681 0,'0'0'105'0,"0"0"57"16,0 0-77-16,0 0-25 15,0 0-1-15,0 0-2 16,-34 91-8-16,34-67-7 15,0-2-10-15,0 0-13 16,4-5-8-16,-1-1-4 16,-1-4-4-16,-1-5-1 15,-1-6-2-15,0-1-2 16,0 0-3-16,0 0-2 16,2-10-26-16,4-8 9 15,0-4 2-15,3-1 6 0,0-1 2 16,0 2 9-16,0 4 5 15,4 3 0-15,-2 4 0 16,0 9 2-16,0 2 0 16,4 0 0-16,1 9 7 15,-2 10-1-15,-2 2 4 16,-3 1-5-16,-3 1 0 16,-2-5-1-16,0-3-3 15,-4-1-2-15,0-3 2 16,0-6-1-16,0 0-1 15,0-5-1-15,0 0-11 16,-4 0-1-16,3-7-3 16,-1-9 7-16,2-4-2 0,0-2 5 15,0-2 3-15,5-3 0 16,8 1 2-16,5 0-1 16,3 4 1-16,3 3-1 15,-2 6 1-15,1 4 0 16,-3 2-3-16,-2 6 3 15,0 1 0-15,0 0 0 16,-4 0 5-16,0 10 4 16,-3 4 1-16,-2 6 6 15,-2 2 2-15,-7 2 8 16,0 2 0-16,0-3 4 16,0 1 1-16,0 0-5 0,-4-5-2 15,-2 1-13 1,1-4-7-16,1 0 3 0,2-6-6 15,2-6 0-15,0 0 1 16,0-4-2-16,0 0-21 16,0 0-28-16,0-4-90 15,-1-12-115-15,-4-6-529 16</inkml:trace>
  <inkml:trace contextRef="#ctx0" brushRef="#br0" timeOffset="147861.817">8344 9715 545 0,'0'0'45'0,"0"0"62"16,0 0 2-16,0 0-55 15,0 0-23-15,0 0-6 16,63-36-7-16,-46 36 18 16,0 0-1-16,4 7-9 15,-3 6 3-15,3-1-1 0,-2 1-1 16,1 1-5-16,-1-3 5 15,-4-3-2-15,3 0-5 16,-5-6-5-16,-3 0-3 16,-5-2-2-16,-2 0-2 15,-3 0-3-15,0 0 1 16,0 0-2-16,0 0-4 16,0 0-77-16,-11 0-100 15,-6 0-174-15</inkml:trace>
  <inkml:trace contextRef="#ctx0" brushRef="#br0" timeOffset="148557.202">8805 9608 510 0,'0'0'18'0,"0"0"59"0,0 0 17 0,0 0-13 0,97-43-20 0,-73 43-9 16,-2 0-6-16,-4 0-8 16,0 16-4-16,-3 4 1 15,-7 3 1-15,-1 3-14 16,-7 2 3-16,0-3-7 16,-13-4-11-16,-7 0-1 15,-4-6-4-15,6-2-2 16,5-3 0-16,4-4-2 15,3-3-3-15,5-3-16 16,1 0 20-16,0 0-2 16,0 0 1-16,3 0-9 15,10 0 5-15,2-2 2 16,6 2 3-16,-1 0-2 0,2 0 3 16,-2 2 0-16,0 9 0 15,-5 3 0-15,-2 4 1 16,-1-1-1-16,-9 3 4 15,5 1 12-15,-7-4 3 16,-1 4 12-16,0-2 3 16,-4-2 4-16,-9-3 1 15,-6-3 2-15,-3 0-3 16,-2-6-3-16,-3 3-8 16,0-5 4-16,0-3-7 15,2 0-9-15,1 0-3 0,2-3-4 16,2-5 3-1,5 5-8-15,2-6-1 0,4 2-2 16,1 0-12-16,0 0-42 16,2-5-87-16,3-3-159 15</inkml:trace>
  <inkml:trace contextRef="#ctx0" brushRef="#br0" timeOffset="149245.79">9035 10528 523 0,'0'0'70'0,"0"0"123"0,0 0-66 0,0 0-39 15,0 0-53-15,0 0-4 16,0 0 10-16,77 0-12 16,-44 0 10-16,-3 0-21 15,4 0-11-15,-2 0-1 0,-4 0-4 16,2 1-2 0,-11-1 0-16,-4 4-31 0,-7 1-62 15,-8-2-73-15,0 4-139 16</inkml:trace>
  <inkml:trace contextRef="#ctx0" brushRef="#br0" timeOffset="149553.63">9075 10667 424 0,'0'0'83'0,"0"0"30"16,0 0 11 0,0 0-18-16,0 0-29 0,0 0-13 15,81 26-16-15,-59-23-1 16,3 1 4-16,2-1-9 16,0 1-18-16,-4-3-7 15,2 2-7-15,-1-3-5 16,2 2-2-16,-2-2-2 15,-1 0 0-15,2 0-1 16,-6 0-18-16,-5 0-95 16,-8 0-118-16,-6 0-545 15</inkml:trace>
  <inkml:trace contextRef="#ctx0" brushRef="#br0" timeOffset="151009.975">11417 9938 587 0,'0'0'87'0,"0"0"117"0,0 0-60 16,0 0-75-16,0 0-23 16,0 0 21-16,-40 86-18 15,36-45-8-15,1 0 4 16,0-1-7-16,3-1-5 15,-3-2-14-15,0-4-9 0,0-1-3 16,0-4-6 0,-2-4 0-16,1-6 2 0,1-5-2 15,0-3-1-15,0-4 0 16,3-4-3-16,0 0-31 16,0-2-20-16,0 0 5 15,0-12-62-15,4-8-28 16,7-2-104-16,-1-7-247 15</inkml:trace>
  <inkml:trace contextRef="#ctx0" brushRef="#br0" timeOffset="151400.853">11867 9906 519 0,'0'0'170'0,"0"0"21"0,0 0-40 0,0 0-57 0,0 0-70 0,0 0 35 16,-27 59-10-16,25-28-5 16,2 3-6-16,0-2-5 15,0-1-15-15,0-2-10 16,0 0-6-16,0-5 1 16,0-1-2-16,0-2 1 15,0-4-2-15,0-2-22 16,7-8-55-16,4-3-56 15,3-4-79-15,5 0-239 16</inkml:trace>
  <inkml:trace contextRef="#ctx0" brushRef="#br0" timeOffset="151813.757">12156 9951 677 0,'0'0'72'15,"0"0"67"-15,0 0-60 16,0 0-28-16,-96 27-29 16,69-9-12-16,-1 5-6 15,0-4 0-15,-2 0-3 16,8-3-1-16,4-6-2 16,1 0-17-16,8-3-2 15,6-4-16-15,2 0 3 16,-1-3 24-16,2 0 10 15,0 0 0-15,0 0 4 0,0 0 7 16,6 0 7-16,9 0 6 16,0 4-4-16,5 1-3 15,2 3 5-15,0 4 0 16,1 2-3-16,-4-2 10 16,-1 5-2-16,-3-3-11 15,-2 0-9-15,-4-1-5 16,-1-1 4-16,-2-4-4 15,4 2-1-15,-2-1 1 16,1-2-2-16,2-2-42 16,3-4-62-16,4-1-111 15,0 0-217-15</inkml:trace>
  <inkml:trace contextRef="#ctx0" brushRef="#br0" timeOffset="152567.187">12463 10016 516 0,'0'0'78'0,"0"0"110"16,0 0 7-16,0 0-57 16,0 0-50-16,0 0-51 15,-58-54-22-15,37 70 1 16,8 3-1-16,1 7-8 16,10-2-4-16,2 3-2 15,0-5 1-15,5-3 1 16,8-4-1-16,2-3-2 15,3-4-1-15,3-7-9 0,0-1-15 16,1 0-10-16,-1-5-12 16,-3-8-1-16,0-5 6 15,-6 2-8-15,-2-2-6 16,-2 2 21-16,-4 5 21 16,-1 3 14-16,-3 5 0 15,0 3 20-15,0 0 33 16,0 0-40-16,0 10-5 15,0 8 9-15,-1 4-7 16,-1 7-2-16,-1 2 2 16,2 5 3-16,-1 6 5 15,2 1 3-15,0 5-1 0,0-2 2 16,0-1 5 0,3-3-6-16,8-3-1 0,0-4-9 15,-3 2-1-15,3-3 3 16,-8-3-2-16,1 0 0 15,-4-7-1-15,0-2-4 16,0-4-2-16,0-4-1 16,0-7-2-16,-1 0 4 15,-7-4-1-15,-3-3-1 16,-3 0-1-16,2 0 0 16,-3-4-1-16,1-11 0 15,2 0 0-15,4-5 0 16,3-2 1-16,1-1-2 15,4-4 0-15,0 0 0 0,0-1 1 16,0-2-1 0,12 1 1-16,4-2 0 0,3 1-1 15,1 0 1-15,7 1-1 16,-4 5 0-16,4 2 1 16,-4 2 0-16,-4 7-1 15,-7 3 3-15,-2 4 3 16,-2 2 0-16,-5 3-4 15,-2 1-2-15,-1 0 0 16,0 0-1-16,0 0-2 16,0 0-26-16,0 11-91 15,-13 0-177-15,-9 0-611 16</inkml:trace>
  <inkml:trace contextRef="#ctx0" brushRef="#br0" timeOffset="154183.574">13269 10079 689 0,'0'0'29'0,"0"0"35"0,0 0 35 0,0 0-52 0,-85 23 16 16,57 5-6-16,-1 3-21 15,-2 6-7-15,3 1-1 16,-2 0-17-16,6-2-9 15,0-6 3-15,3-6-5 16,7-7-15-16,3-5-63 16,3-8-94-16,4-4-215 15</inkml:trace>
  <inkml:trace contextRef="#ctx0" brushRef="#br0" timeOffset="154435.902">13049 10036 610 0,'0'0'35'0,"0"0"18"15,0 0 48-15,0 0-10 16,0 0-20-16,57 86 4 16,-34-58-26-16,4-2-3 15,2 1-4-15,1 1-15 16,0-3-16-16,-5-3-9 15,-1-2 0-15,-4-3 2 16,1-6-4-16,-4-6-55 16,0-3-67-16,-2-2-123 15,1 0-367-15</inkml:trace>
  <inkml:trace contextRef="#ctx0" brushRef="#br0" timeOffset="154848.275">13705 10007 620 0,'0'0'37'15,"0"0"97"-15,0 0-74 16,0 0 6-16,0 0-22 16,0 0-13-16,-63 93-5 15,63-71-6-15,18-4-2 16,0-2-2-16,2-4-5 15,4-4-1-15,-3-1-8 0,2-1 1 16,-4-3-2-16,-2 1 4 16,-4-2 4-16,-1 2 5 15,-3 2 6-15,0 2-5 16,-5 4-3-16,-1-1 0 16,-3 1-1-16,0 4 6 15,0-1 10-15,-7 0-1 16,-10-2 2-16,-2 1-3 15,-2-5-7-15,-4 0-6 16,-2-4-4-16,-4-1-7 16,1 0 2-16,0-4-3 15,6 0-6-15,6 0-33 16,5-4-29-16,5-7-63 0,4-7-79 16,2-10-224-16</inkml:trace>
  <inkml:trace contextRef="#ctx0" brushRef="#br0" timeOffset="155028.195">13714 9921 327 0,'0'0'297'0,"0"0"-194"16,0 0 11-16,95-22-38 15,-62 22-47-15,4 2-16 16,-1 15-8-16,-2 5-5 0,-4 1-23 15,-8 3-188 1,-7 1-296-16</inkml:trace>
  <inkml:trace contextRef="#ctx0" brushRef="#br0" timeOffset="155165.938">14078 10243 336 0,'0'0'274'0,"0"0"-174"15,0 0-36-15,0 0-64 16,0 0-1-16,0 0-222 16</inkml:trace>
  <inkml:trace contextRef="#ctx0" brushRef="#br0" timeOffset="155605.737">14574 10000 696 0,'0'0'56'0,"0"0"146"16,0 0-83-16,-100-29-24 15,66 29-54-15,1 10-22 16,5 9-12-16,9 5-1 16,8 3-5-16,8 0 0 15,3 1 1-15,0-4 1 16,9-5-3-16,6-4 0 15,1-6-15-15,8-7-25 0,0-2-11 16,0 0 0-16,-2-2 1 16,-2-10-3-16,-2 0 3 15,-5-2 27-15,-2 5 16 16,-4 0 7-16,-3 4 0 16,-2 5 16-16,-2 0 41 15,0 0-33-15,0 11 0 16,0 12 19-16,0 2-27 15,0 6 3-15,0 6 0 16,-6 2 9-16,0 4-7 16,-3-4-5-16,1-2-6 15,0-4-5-15,3-6-2 16,4-4-3-16,1-7-4 0,0-2-68 16,3-11-72-16,13-3-189 15</inkml:trace>
  <inkml:trace contextRef="#ctx0" brushRef="#br0" timeOffset="155996.23">14912 9969 690 0,'0'0'49'0,"0"0"96"16,0 0-102-16,0 0 18 0,0 0-16 15,-29 88-15-15,29-49-9 16,0 0 3-16,0 4-1 16,0-2-9-16,0-4-7 15,0-1-4-15,3-6-2 16,7-8 1-16,3-5 0 16,4-5-2-16,3-5-2 15,7-7-3-15,1 0 1 16,0 0 1-16,-1-14 1 15,-2-3 2-15,-6-3 0 16,-6-1 1-16,-6 0 3 16,-7 1 17-16,0 2 33 15,-9 5 2-15,-19 5-7 0,-8 3-20 16,-10 5-21-16,-6 0-6 16,-1 2-2-16,1 9-45 15,9 8-90-15,8-3-160 16</inkml:trace>
  <inkml:trace contextRef="#ctx0" brushRef="#br0" timeOffset="156964.889">10746 10844 334 0,'0'0'65'0,"0"0"55"0,0 0-21 0,0 0-7 16,0 0-35-16,0 0-44 15,21-5 40-15,10 5-19 16,11 5-3-16,18 2 21 0,11 0-16 15,17 0-8 1,11-1-15-16,2-1-4 0,7-2-3 16,0 0-4-16,0 1 3 15,1-4-4-15,3 3 3 16,6-3 0-16,-2 2-4 16,5-2 1-16,3 0 2 15,1 0-2-15,6 0-1 16,1 0 2-16,-4 0-1 15,-4 0 2-15,2 0 0 16,0-8-2-16,2 4 3 16,8 1 1-16,3 0 2 15,4-2 8-15,5-1-6 0,-2-1 3 16,-2 1 3 0,-3-4-10-16,-4 0-1 0,-4 0-3 15,0-3 0-15,-1 1-1 16,1 3 0-16,-1-2 0 15,-4 2 0-15,-6 5 1 16,-5-3 0-16,-7 3 1 16,-10 1 10-16,-5-1 21 15,-10-2-4-15,-5 2-6 16,-4-1 5-16,-5 3 0 16,-6-1-3-16,-9 0-7 15,-8 1 7-15,-6 1-8 16,-8 0-4-16,-9-2-6 15,-4 0 5-15,-7 1-5 0,-7 0 1 16,-1 0 2 0,-5 1-4-16,-1-1-5 0,0 1-1 15,-8 1-41-15,-28 0-82 16,-22-4-166-16,-20-6-589 16</inkml:trace>
  <inkml:trace contextRef="#ctx0" brushRef="#br0" timeOffset="157649.494">11958 11616 696 0,'0'0'101'0,"0"0"68"0,0 0-40 15,0 0-41-15,0 0-26 16,0 0-46-16,-27-11 10 16,25 48 14-16,2 5-8 15,-1 3-14-15,1-3-3 16,0-2-11-16,0-1-1 16,0-6-2-16,0-6-1 15,0-2-1-15,0-5-30 0,7-5-57 16,0 0-42-1,6-9-43-15,4-3-175 0</inkml:trace>
  <inkml:trace contextRef="#ctx0" brushRef="#br0" timeOffset="158027.329">12217 11708 726 0,'0'0'26'15,"0"0"55"-15,0 0 0 16,0 0-33-16,-52 94-12 16,52-63-1-16,0 0-5 15,9-6-5-15,9-4-12 16,0-6-6-16,3-4 0 0,-2-3-3 16,2-3 0-16,1-5-2 15,-1 0-1-15,0-2 0 16,-2-10-2-16,-2-4 3 15,-5-4 0-15,-3-3-1 16,-6 0-1-16,-3-4 6 16,0-1 3-16,-6 1 0 15,-11 3 20-15,-2 3-7 16,-3 6-9-16,-1 5-1 16,-1 1-6-16,0 6-5 15,2 2 0-15,2 1-1 16,7 0-13-16,4 6-67 0,6 6-65 15,3-1-133 1,0 0-225-16</inkml:trace>
  <inkml:trace contextRef="#ctx0" brushRef="#br0" timeOffset="158410.845">12566 11685 607 0,'0'0'126'0,"0"0"-31"16,0 0-20-16,0 0-1 16,0 0-40-16,-24 74-15 15,24-46 0-15,15-4-11 0,5 2 1 16,4-6-6 0,2-3 0-16,3-5-3 0,-3-5-1 15,4-4-14-15,-1-3 4 16,0 0 5-16,-6-10 6 15,-5-9 0-15,-6-2 0 16,0-2 3-16,-9-2 3 16,-3-3 9-16,0 0 2 15,-3 1 1-15,-14 1 4 16,-2 6 17-16,-7 4-2 16,0 3-7-16,-6 5-13 15,-1 5-10-15,4 3-7 16,0 0 0-16,6 0-1 15,4 10-28-15,8 2-73 0,8 2-79 16,3 0-156 0</inkml:trace>
  <inkml:trace contextRef="#ctx0" brushRef="#br0" timeOffset="158806.958">12927 11651 621 0,'0'0'56'0,"0"0"41"0,0 0-81 0,0 0 26 16,0 0-17-16,0 90-7 0,9-63 2 16,3-1-9-16,3-1-5 15,2-8-6-15,0-4 5 16,3-6-3-16,1-6 2 15,4-1-2-15,-1 0-2 16,1-10 0-16,-4-7 1 16,0-2 0-16,-5-4 1 15,-7-1 8-15,-4-4 41 16,-5 0-3-16,0-1 5 16,-6 1 0-16,-12 3-4 15,-3 1-7-15,-4 5-14 16,-5 7-12-16,-3 3-11 0,-3 8-5 15,-1 1-2-15,6 0-18 16,7 8-51-16,6 9-76 16,7 3-67-16,4-3-364 15</inkml:trace>
  <inkml:trace contextRef="#ctx0" brushRef="#br0" timeOffset="159934.541">14092 11494 536 0,'0'0'69'0,"0"0"77"0,6-79 15 15,-19 61-49-15,-10 7-59 16,-5 4-19-16,-6 7-25 15,-3 0 1-15,1 14 6 16,6 13-2-16,6 4-4 16,11 1-4-16,10 1-1 15,3-8 1-15,0 1-5 16,13-10-1-16,10-5-1 0,3-5-11 16,7-6-12-16,0 0-11 15,-3-4-14-15,-3-13-7 16,-5-2 6-16,-8-4 4 15,-7-3 8-15,-5 1 27 16,-2-3 1-16,0 5 8 16,0 8 2-16,-9 2 25 15,6 9 20-15,1 4 14 16,-1 0-34-16,1 6-19 16,2 19 2-16,0 6 3 15,0 5-4-15,0 4-1 16,10 4-6-16,3 1 4 0,0-1-2 15,-2 5 5 1,5 1 2-16,-5 0 2 0,0 0 1 16,-3-2-9-1,0-2 0-15,-4-2-1 0,-1-1-1 16,-3-6 3-16,0-1-2 16,0-6-1-16,0-8 1 15,-4-2-2-15,-2-3 4 16,-1-6-4-16,1-4-2 15,-4-5 2-15,0-2 7 16,-8 0 1-16,4-10-7 16,-5-7 3-16,-1-5-2 15,0-4 3-15,-1-5-3 0,4-8-2 16,3-3 5 0,6-4-3-16,5-4 4 0,3-2 4 15,5-2 6 1,17 5-3-16,8 2 11 0,4 7 11 15,2 3-21-15,0 5 12 16,-2 0 0-16,-1 5 4 16,-2 4-11-16,-2 3-5 15,-7 3 8-15,-6 8 3 16,-8 2 4-16,-2 3-12 16,-6 2-1-16,0 2-4 15,0 0-5-15,0 0-5 16,0 0-2-16,0 0-1 15,0 0 1-15,0 0-1 0,-6 9-7 16,-9 2-43-16,4 5-67 16,2-7-91-16,1-4-457 15</inkml:trace>
  <inkml:trace contextRef="#ctx0" brushRef="#br0" timeOffset="162168.162">6184 9671 677 0,'0'0'9'0,"0"0"31"0,0 0 42 0,-5-84-9 16,2 78 1-16,3 6-12 15,0 4-30-15,0 32-29 0,21 17 41 16,11 26 32 0,9 12-18-16,7 10-19 0,12 5-4 15,1 0-3-15,0-1-12 16,-3-7-7-16,-3-8 6 15,-4-11 4-15,-2-9 1 16,-1-14-2-16,-6-5-8 16,-5-10-4-16,-4-14 5 15,-5-5-13-15,-10-11 4 16,-4-4-4-16,-7-4-1 16,-4-3 0-16,1 0 2 15,1-10 3-15,1-6-6 16,-3-7-6-16,0 2-16 15,-3 2-29-15,0 1-32 0,0 2-56 16,5 0-154-16,-2-4-506 16</inkml:trace>
  <inkml:trace contextRef="#ctx0" brushRef="#br0" timeOffset="163008.104">13066 10954 573 0,'0'0'19'0,"0"0"55"0,0 0 3 0,0 0-63 16,0 0 83-16,58 81-5 16,-26-32-32-16,2 4-1 15,7 11-1-15,-2 1-9 16,5 10-12-16,6 4-10 16,7 0-8-16,6 0-4 15,2-6 1-15,4-2-6 16,1-2 7-16,0-6-2 15,-3-5 1-15,1-6 8 0,-7-9-5 16,-5-8-3-16,-9-5 0 16,-10-8-5-16,-10-6 6 15,-12-6-5-15,-8-5-4 16,-4-3-6-16,-3-1 0 16,0-1 1-16,0 0-3 15,0 0-10-15,-12-4-106 16,-12-11-144-16,-8-11-594 15</inkml:trace>
  <inkml:trace contextRef="#ctx0" brushRef="#br0" timeOffset="165744.905">17240 10470 631 0,'0'0'44'0,"0"0"32"0,0 0 22 16,97 4-48-16,-53-4-21 15,0 0-11-15,1 0-9 16,-5 0-6-16,-7 0-3 16,-12 0-35-16,-8 2-51 15,-13 2-139-15,0 2-192 16</inkml:trace>
  <inkml:trace contextRef="#ctx0" brushRef="#br0" timeOffset="165969.024">17239 10644 392 0,'0'0'111'16,"0"0"11"-16,0 0 21 15,0 0-20-15,0 0-33 16,0 0-29-16,104 37-12 15,-65-37-4-15,4 5-9 16,2-5-15-16,3 0-8 16,-6 3-11-16,-3-3-2 15,-8 2-1-15,-7 1-58 16,-6-1-69-16,-3-2-114 16,-5 0-275-16</inkml:trace>
  <inkml:trace contextRef="#ctx0" brushRef="#br0" timeOffset="166696.209">18443 10161 626 0,'0'0'70'0,"0"0"76"0,0 0-41 0,0 0-38 0,0 0 2 15,-48 82-11-15,48-47-19 16,0 0-13-16,0-4-4 16,0-5-10-16,0-3-7 15,3-4 0-15,-1-7-4 16,0-4 2-16,-2-5-3 15,3-1-10-15,-1-2-5 0,-2 0 15 16,1 0-2 0,3-5 4-16,-3-3-2 0,7-1 1 15,-1-2-1-15,6 4 0 16,4-2 0-16,5 1 0 16,4 6 0-16,0-2 5 15,0 4 0-15,-2 0 0 16,0 0-1-16,-2 10-4 15,-4 3 4-15,-5 2 0 16,-1-1 0-16,-6 2 3 0,3-1-3 16,-6 1 2-1,-3 0-4-15,0-2 1 0,0 1 0 16,-1-4-1-16,-17 3 2 16,-3-1 1-16,-6-1 3 15,-6-2-1-15,-4-2-3 16,-2 0-1-16,-1-1-3 15,2 2 1-15,5-4-1 16,10-1 0-16,5-2-17 16,12 1-20-16,1-3-26 15,5 0-56-15,0-5-268 16</inkml:trace>
  <inkml:trace contextRef="#ctx0" brushRef="#br0" timeOffset="166959.004">18443 10198 774 0,'0'0'140'0,"0"0"-44"0,0 0-28 0,105-2-4 16,-50 2-28-16,0 0-18 15,0 0-4-15,-4 0-2 16,-7 0-7-16,-9 0-3 16,-10 0-2-16,-10 5-1 15,-9 2-43-15,0 1-99 0,-6 2-73 16,0-3-389-16</inkml:trace>
  <inkml:trace contextRef="#ctx0" brushRef="#br0" timeOffset="167130.619">19008 10419 805 0,'0'0'152'0,"0"0"-9"16,0 0-71-16,0 0-56 15,0 0-16-15,0 0-103 16,68-39-140-16,-38 33-566 15</inkml:trace>
  <inkml:trace contextRef="#ctx0" brushRef="#br0" timeOffset="167573.653">19531 10157 238 0,'0'0'597'0,"0"0"-431"15,0 0-52-15,0 0-17 16,-111-51-41-16,74 51-26 15,1 16-8-15,8 6-10 16,8 2-6-16,9 7-2 16,7 1-1-16,4-1 0 15,4 1 2-15,12-8-5 0,6-6-11 16,1-7-12 0,2-7-5-16,5-4-8 0,-3 0-11 15,1-7-7-15,-3-9 11 16,-4-4 19-16,-6-1 13 15,-4 5 6-15,-4 1 5 16,-3 6 2-16,-1 5 20 16,-3 4 33-16,0 0-17 15,0 4-34-15,0 16 19 16,0 5 8-16,0 7-5 16,-3 2-2-16,-5 4-1 15,-1 1-1-15,-2 0 0 16,-2-2-7-16,2 4 6 0,1-6-8 15,1-4-7-15,7-5-6 16,1-5 1-16,1-5-2 16,0-5-30-16,1-7-73 15,16-4-64-15,1 0-152 16</inkml:trace>
  <inkml:trace contextRef="#ctx0" brushRef="#br0" timeOffset="167999.413">19863 10173 684 0,'0'0'69'0,"0"0"83"0,0 0-68 0,0 0-3 16,0 0-22-16,-61 78 4 15,58-32-10-15,3-1-15 16,-3 1 5-16,3-2-16 15,0-4-12-15,0-5-9 16,0-3-2-16,3-3-2 16,9-5 0-16,6-6-2 15,6-4 0-15,0-7-11 16,10-3-8-16,0-4 8 16,1 0-1-16,-3-4 6 15,0-10 6-15,-7-6 0 16,-2-2 2-16,-6-1 2 15,-6 0-3-15,-8 1 5 0,-3 7 2 16,0 1 2-16,-18 5-4 16,-12 3-6-16,-3 6 0 15,-4 0-1-15,-5 0 1 16,6 9-6-16,8 3-16 16,6 3-14-16,8-4-25 15,14 2-60-15,0-3-108 16,9-5-275-16</inkml:trace>
  <inkml:trace contextRef="#ctx0" brushRef="#br0" timeOffset="168256.097">20667 10292 846 0,'0'0'81'0,"0"0"44"0,0 0-25 0,0 0-24 16,-84 72-33-16,71-39-10 15,-1-2-8-15,2-2-14 16,-2-2-5-16,-1-4-3 16,3-1-3-16,-2-3-32 15,6-6-47-15,0-2-87 16,1-8-84-16,3-3-303 0</inkml:trace>
  <inkml:trace contextRef="#ctx0" brushRef="#br0" timeOffset="168503.675">20481 10281 464 0,'0'0'161'0,"0"0"17"16,0 0-130-16,0 0 38 15,0 0 26-15,0 0-31 16,89 92-6-16,-65-61-14 16,-3 0-7-16,5-1-22 0,-4-6-15 15,0-3-9-15,-2-3-4 16,-2-5 0-16,-2-2-4 16,3-5-17-16,-1-3-52 15,-1-3-60-15,1 0-108 16,-3-5-266-16</inkml:trace>
  <inkml:trace contextRef="#ctx0" brushRef="#br0" timeOffset="168750.733">21090 10182 758 0,'0'0'20'15,"0"0"103"-15,0 0 32 0,-14 85-38 16,14-47-34-16,0 3-9 16,0-3-24-16,0-3-13 15,6-4-14-15,-1-3-12 16,1-7-6-16,-2-3-4 16,5-3-1-16,3-6-38 15,2-1-89-15,5-5-86 16,4-3-256-16</inkml:trace>
  <inkml:trace contextRef="#ctx0" brushRef="#br0" timeOffset="169117.933">21409 10326 648 0,'0'0'12'15,"0"0"92"-15,0 0 17 16,-18 78-37-16,18-50-35 15,0-3-13-15,9-2-8 16,5-4-6-16,6-7-4 16,1-5-7-16,7-2-4 15,0-5-3-15,-3 0-2 16,5 0 0-16,-4-13 0 16,0-1-2-16,-2-3 3 15,-2-6-2-15,-4-1 3 16,-6-4-1-16,-2-2 6 15,-7 5 7-15,-3 0 8 0,0 3 6 16,-7 2 10-16,-13 5 9 16,-8 4-11-16,-6 2-6 15,-7 6-22-15,0 3-6 16,-1 0-2-16,3 14-2 16,2 6-22-16,3 0-84 15,2 1-118-15,-2-4-552 16</inkml:trace>
  <inkml:trace contextRef="#ctx0" brushRef="#br0" timeOffset="171738.297">21293 9711 564 0,'0'0'67'0,"0"0"96"0,0 0-32 15,0 0-14-15,0 0-25 16,0 0-18-16,0 0-42 16,14-17-20-16,13 16 4 15,3-2 9-15,6 3-3 0,3-3-7 16,5 2-3-16,-2-2-7 15,-1 1 0-15,-8 1-4 16,-11 0 0-16,-12 1 2 16,-7 0-3-16,-3 0 0 15,0 0-6-15,0 0 2 16,-7-1-15-16,-10 1-14 16,-2 0-71-16,5-4-55 15,3-3-196-15</inkml:trace>
  <inkml:trace contextRef="#ctx0" brushRef="#br0" timeOffset="172312.711">21722 9456 659 0,'0'0'72'0,"0"0"65"15,0 0-85-15,0 0-3 16,106-24 13-16,-73 24-25 16,-5 13-3-16,-7 7-11 15,-4 3 7-15,-11 2-6 16,-6 1-11-16,0-1-3 16,-9 1-4-16,-12-6 2 15,-3-2-2-15,1-3 1 0,1-3-4 16,3-4-1-1,4-4 0-15,6-2-2 0,0-2-3 16,9 0 0-16,0 0 2 16,0-3-5-16,12-3-6 15,12-4 10-15,4 3 2 16,4 1 0-16,-3 1 3 16,1 5-2-16,-3 0 0 15,0 0 4-15,-5 5 2 16,-4 5-5-16,-5 6 9 15,-2 1-1-15,-6 0 7 16,-5 1-3-16,0 0 2 16,0 1 3-16,0-4 1 0,-10 1 6 15,-6-4-5 1,-3-1 4-16,-11-3-2 0,-9-4-2 16,-4-1-10-16,-7-3-7 15,4 0 0-15,3 0-3 16,4 0 1-16,12-2-2 15,6-3 3-15,11-1-2 16,4 3-1-16,3-3-19 16,3 1-59-16,5 1-108 15,9-3-309-15</inkml:trace>
  <inkml:trace contextRef="#ctx0" brushRef="#br0" timeOffset="172779.216">22605 9978 750 0,'0'0'103'0,"0"0"114"0,0 0-92 0,0 0-32 15,0 0-48-15,0 0-33 16,-22-2 6-16,31 31 26 16,0 2-14-16,-1 1-3 15,-1-1-6-15,-1-1-8 16,-5-2-5-16,1 0-2 16,-2-5-6-16,0 0 1 15,0-10-2-15,0 1-17 0,4-5-39 16,7-5-62-16,7-4-58 15,4 0-119-15,8-9-317 16</inkml:trace>
  <inkml:trace contextRef="#ctx0" brushRef="#br0" timeOffset="173121.629">22971 10031 577 0,'0'0'223'15,"0"0"-11"-15,0 0-89 16,0 0-98-16,0 0 10 15,-85 32-6-15,51-8-11 16,2-1-9-16,1-3-5 16,4 0-2-16,0-6-2 0,8-3-3 15,-2-3-21 1,2-3-45-16,7-3 3 0,2 0 8 16,9-2 36-16,1 0 22 15,0 0 7-15,5 0-1 16,13 0 1-16,5 4 11 15,3 2 17-15,5 3-3 16,-1 1 3-16,1 0-4 16,2 3-16-16,-2 3 4 15,-1 2-1-15,-4-6-4 16,-7-1-8-16,4-2-6 16,-6-1 0-16,3-4-20 15,1-1-109-15,2-3-111 16,6 0-256-16</inkml:trace>
  <inkml:trace contextRef="#ctx0" brushRef="#br0" timeOffset="173819.13">23320 10106 612 0,'0'0'199'0,"0"0"60"16,0 0-88-16,0 0-72 16,0 0-59-16,0 0-22 15,-106-53-7-15,76 71-5 16,5 7 2-16,7 1-4 15,11 3-4-15,5 1 2 16,2-3 0-16,6 1 1 16,13-6-3-16,4-6-4 15,7-8-29-15,-5-3-23 0,5-5-6 16,-2 0-26 0,-2-16 1-16,-3 0 0 0,-2-6-13 15,-6 2 19-15,-2 0 44 16,-5 3 30-16,-3 8 7 15,-5-1 6-15,0 9 85 16,0 1 18-16,0 0-54 16,0 1-54-16,0 15 29 15,0 7-8-15,0 6-10 16,0 4 1-16,0 7 4 16,1 6 5-16,1 3 14 15,-2 1 2-15,3 3-9 0,0 6 1 16,0 0-2-16,4 1-3 15,-4-4-11-15,1-6-2 16,1-7-4-16,-5-8 2 16,0-7-4-16,0-8-2 15,0-4-3-15,0-5 0 16,0-7-1-16,-9-4 1 16,0 0 2-16,-4 0 0 15,-7-12-2-15,2-5 0 16,-4-2-1-16,-3-6-3 15,-1-3 3-15,2-5-1 16,5-5 1-16,8 1 0 16,3-2 2-16,8 1-2 15,0-1 3-15,0 3 4 16,0 1 3-16,13 1 11 0,4 6-2 16,5-2-9-16,2 5-4 15,1 5-2-15,-2 2-4 16,2 10 0-16,-3 0 0 15,-4 6 0-15,-2 2 0 16,1 0-1-16,-5 12-8 16,0 1-61-16,3-2-63 15,0-3-154-15,8-5-440 16</inkml:trace>
  <inkml:trace contextRef="#ctx0" brushRef="#br0" timeOffset="174104.643">24086 10149 917 0,'0'0'42'0,"0"0"68"0,0 0-76 0,-95-16-4 16,73 36-14-16,1 5-3 15,2 5 3-15,3 5 0 16,5 0 12-16,6 4-2 15,2-6-4-15,3-3-5 16,0-7-4-16,5-7 0 16,16-2-1-16,3-5-3 15,11-5-5-15,4-4-4 0,2 0-31 16,-4 0-71 0,3-6-70-16,-9-10-124 0,-1-5-261 15</inkml:trace>
  <inkml:trace contextRef="#ctx0" brushRef="#br0" timeOffset="174750.807">24320 10153 605 0,'0'0'208'0,"0"0"-50"16,0 0-62-16,0 0 32 16,0 0-71-16,0 0-8 15,-54 86 8-15,52-63-13 0,2 5-11 16,0-6-11-16,0-5-13 15,0-4-5-15,0-6-2 16,0-3-1-16,0-4-1 16,0 0-3-16,0-2 2 15,0-13-11-15,0-4-10 16,8-6 4-16,7 0-1 16,0 5-1-16,3 4 15 15,-5 6 5-15,-4 4 0 16,3 4 1-16,-1 2 7 15,-4 0-3-15,5 13 1 16,-2 4 4-16,1 7-2 16,-2-1 0-16,-5-1-2 0,1-1-2 15,-5-5-3 1,0-4 0-16,0-5 0 0,0-2 0 16,0-5-1-16,0 0-4 15,0 0-5-15,0-9-16 16,0-9-6-16,6-6 9 15,7-4 2-15,4-4 6 16,3 6 4-16,4 2 10 16,-3 1 0-16,0 7 0 15,0 3 1-15,-5 3 0 16,1 6-1-16,-5 4 4 16,2 0-1-16,0 3 1 15,-3 9 6-15,0 3 3 16,-6 5 1-16,2-1 3 0,-5 2 6 15,2 1-2-15,-2 1 0 16,-2 0 4-16,4-5-7 16,-4-1-7-16,0-5-6 15,0-3-5-15,0-5 4 16,0-2-4-16,0-2-2 16,0 0-17-16,0 0-32 15,-4-5-73-15,-2-13-103 16,1-8-369-16</inkml:trace>
  <inkml:trace contextRef="#ctx0" brushRef="#br0" timeOffset="175013.651">24559 9811 474 0,'0'0'421'0,"0"0"-290"0,0 0-19 0,0 0 2 16,0 0-58-16,0 0 9 15,58 14-13-15,-20-13-24 16,1-1-16-16,3 0-5 16,3 0-5-16,-4 0-1 15,-3 0-1-15,-7 0-46 0,-2-2-65 16,-10-3-104-16,-1 0-178 15</inkml:trace>
  <inkml:trace contextRef="#ctx0" brushRef="#br0" timeOffset="175478.394">25148 9521 705 0,'0'0'129'16,"0"0"23"-16,0 0-72 16,0 0-18-16,77-19-31 0,-57 42-2 15,-7-1-3-15,-5 5 1 16,-8 0-6-16,0-2-2 16,-2-1-2-16,-14-4 0 15,-7-3-5-15,1-4-6 16,4-5-2-16,6-3-3 15,8-1 0-15,4-3 1 16,0-1-2-16,0 0 4 16,20 0-2-16,6 0 0 15,7 0-2-15,-4 1 0 16,-2 4 0-16,-7 0 0 16,-4 6 1-16,-4 1-1 0,-4 1 1 15,-3 1 3 1,-3 1 21-16,-2 1 9 0,0 0 4 15,0 0-3-15,0-3-5 16,-12 0 1-16,0-2-10 16,-9-4-5-16,-8-3-1 15,-12-1-2-15,-17-2-9 16,-15-1-4-16,-20 0-2 16,-12 0-74-16,-9 0-254 15</inkml:trace>
  <inkml:trace contextRef="#ctx0" brushRef="#br0" timeOffset="180578.161">3695 13034 332 0,'0'0'338'0,"0"0"-314"0,0 0 56 16,0 0 13-16,0 0-33 16,-42 95-22-16,41-62-12 15,1 0 3-15,0 0 1 0,-2-6-11 16,-2-2-11-1,4-7-4-15,-1-5-1 0,-4-6-1 16,5-4 4 0,0-3-4-16,0 0 5 0,-3 0 0 15,3-12-2-15,0-2-4 16,0-1 1-16,6-3 0 16,13 2-1-16,5 2 2 15,4 3-3-15,4 1 4 16,-1 8-1-16,2 2 6 15,0 0 1-15,-5 7-3 16,0 10 0-16,-8 3-2 0,-2 4 8 16,-8 2-5-16,-7-1 5 15,-3 4 2-15,0-2 2 16,0-2 1-16,-12 1-3 16,-7-8-4-16,-2 1-5 15,-6-7 1-15,0-3-5 16,-4-4 3-16,4-1-3 15,-1-4 0-15,1 0 0 16,6 0 0-16,5 0-2 16,1-5-17-16,9-8-31 15,6-2-63-15,0-4-72 16,3-9-267-16</inkml:trace>
  <inkml:trace contextRef="#ctx0" brushRef="#br0" timeOffset="180824.701">3646 13009 510 0,'0'0'35'0,"0"0"142"0,0 0-31 0,0 0-37 0,0 0-81 16,82-17 44-16,-33 12-14 15,-1 2-9-15,4-1-21 16,-4-1-10-16,-2-1-12 16,-4 2-1-16,-9 3-5 0,-5 1-22 15,-13 0-117-15,-9 2-206 16</inkml:trace>
  <inkml:trace contextRef="#ctx0" brushRef="#br0" timeOffset="181001.854">4175 13187 599 0,'0'0'27'16,"0"0"140"-16,0 0-60 0,0 0-61 16,0 0-41-1,0 0-5-15,-13-23-204 0,32 18-275 16</inkml:trace>
  <inkml:trace contextRef="#ctx0" brushRef="#br0" timeOffset="181462.739">4492 12967 557 0,'0'0'29'15,"0"0"150"-15,0 0-7 16,0 0-81-16,-112-23-41 15,76 48-14-15,0 8-12 16,5 4 0-16,9-3-6 0,8 5-11 16,7-6-1-16,7-3 2 15,0-5-4-15,7-7-1 16,10-7 0-16,2-6 3 16,3-5 2-16,1 0-3 15,4-1-5-15,-5-13-4 16,2-5-8-16,-6 1 1 15,1-2 2-15,-5 4 1 16,-6 2 5-16,-3 4 1 16,-5 4 4-16,3 5 1 15,-3 1-1-15,0 0-1 16,0 13 5-16,0 6 7 16,0 6 5-16,0 8-3 0,0 3 4 15,-6 6 2 1,-6 0-6-16,0 2 3 0,0-5-4 15,2-2-6-15,2-6-2 16,1-6-1-16,4-5-4 16,3-6-1-16,0-5 0 15,0-7-45-15,3-2-83 16,13 0-88-16,2-18-274 16</inkml:trace>
  <inkml:trace contextRef="#ctx0" brushRef="#br0" timeOffset="182099.811">4953 12990 127 0,'0'0'442'0,"0"0"-278"0,0 0 29 0,0 0-69 15,0 0-66-15,0 0-36 16,-43-4 15-16,29 41-2 16,2 6 4-16,-1 6-3 15,5-2-16-15,1 2 0 16,1-6-9-16,6-3-7 16,0-6 0-16,0-5 0 15,4-6-2-15,5-6 0 16,2-6 1-16,5-3 0 15,1-5-1-15,-1-3 1 16,5 0-1-16,-5 0 1 0,2-7-2 16,0-5-1-16,-3-4 0 15,-3 0-1-15,1-5 1 16,-5-1 0-16,-4 2 0 16,-4-1 0-16,0 2 1 15,0 4 0-15,-9 2-1 16,-10 8 0-16,-3 1 0 15,-5 4-2-15,-6 0 2 16,-3 4-1-16,0 7 1 16,2 3 0-16,4 2-4 15,9-2-22-15,12 2-28 16,9-4-38-16,0-4-50 16,18-3-150-16,11-5-268 15</inkml:trace>
  <inkml:trace contextRef="#ctx0" brushRef="#br0" timeOffset="182377.989">5596 12992 22 0,'0'0'527'0,"0"0"-521"0,0 0 79 0,0 0 14 15,0 0-32-15,-84 98-11 16,72-66 8-16,4 0-14 16,-6-1-6-16,6-1-14 0,-8-4-14 15,4-2-8-15,-4-1-3 16,-1-4-1-16,1-3-2 16,4-5-2-16,0-2-21 15,3-5-59-15,5-4-119 16,-1 0-197-16</inkml:trace>
  <inkml:trace contextRef="#ctx0" brushRef="#br0" timeOffset="182640.641">5381 13054 483 0,'0'0'80'0,"0"0"5"16,0 0 36-16,0 0-63 15,0 0 41-15,0 0-33 16,54 78 10-16,-35-51-21 16,-1 3 1-16,0 0-24 15,0-2-13-15,-3-2-3 16,0-4-10-16,-2-2-5 16,-3-7 2-16,-2-1-3 15,-2-5-1-15,5-2-60 16,3-5-76-16,0 0-120 15,4-2-191-15</inkml:trace>
  <inkml:trace contextRef="#ctx0" brushRef="#br0" timeOffset="182894.815">5875 12964 699 0,'0'0'46'0,"0"0"86"15,0 0-28-15,0 0-25 16,0 0-1-16,-36 97-19 16,30-58-8-16,2-2 4 15,-1 1-14-15,1-2-23 16,1-2-5-16,1-4-12 16,-1-2 6-16,0-8-5 0,3-3-2 15,0-7-13 1,0-4-83-16,11-6-84 0,8 0-91 15,-1-13-222-15</inkml:trace>
  <inkml:trace contextRef="#ctx0" brushRef="#br0" timeOffset="183253.77">6003 13125 584 0,'0'0'3'0,"0"0"20"16,0 0 67-16,-39 86-33 15,39-54-16-15,0-5 13 0,5-6-7 16,10-4-1 0,6-6-9-16,1-7-3 0,2-4-7 15,3 0-8-15,1-4-12 16,-4-10 0-16,0-4-4 16,-6-1 1-16,-5-4 0 15,-2-1 1-15,-5-2-2 16,-5 2 0-16,-1 0 0 15,0 5 10-15,0 3 19 16,-9 4-2-16,-9 4-5 16,-1 4-10-16,-8 1-4 15,-1 3-6-15,1 0-2 16,2 0-2-16,5 0 0 16,7 8-1-16,5-1 0 15,8-1-6-15,0 0-67 0,2-6-83 16,17 0-197-16</inkml:trace>
  <inkml:trace contextRef="#ctx0" brushRef="#br0" timeOffset="183480.781">6203 12742 155 0,'0'0'680'0,"0"0"-650"16,0 0 55-16,0 0 28 16,0 0-50-16,0 0-26 0,109 24-16 15,-64-21-17-15,7-1 3 16,0-2-7-16,-7 0-70 16,-5 0-126-16,-7-5-330 15</inkml:trace>
  <inkml:trace contextRef="#ctx0" brushRef="#br0" timeOffset="183991.422">6682 12394 519 0,'0'0'145'0,"0"0"-3"0,0 0-36 15,0 0-13 1,0 0-43-16,0 0-28 0,73-28-5 15,-52 55 8-15,-3 6 15 16,-8 2-3-16,-8 5-19 16,-2-5-4-16,-3-4-12 15,-18-2 0-15,-3-9 1 16,0-6-1-16,8-2 0 16,4-8 0-16,7 0 0 15,5-4 0-15,0 0 3 16,0 0-5-16,11 0-15 15,8-3-12-15,4 3 0 16,2 0-4-16,0 0 14 16,-4 3 13-16,-1 9 4 0,-6 8-2 15,-3-1 1-15,-8 2 1 16,-3 1 5-16,0 0 14 16,0 1 17-16,-6-3 7 15,-5 3-12-15,-5-5 12 16,-6-3 3-16,4-3-7 15,-9-5-7-15,-1-2-1 16,-1-5-6-16,1 0-4 16,4 0-9-16,3-6 2 15,3-5-10-15,5-2 3 16,3 2-6-16,2 0-1 0,8-1-9 16,0 1-66-1,0-2-111-15,0-4-322 0</inkml:trace>
  <inkml:trace contextRef="#ctx0" brushRef="#br0" timeOffset="184509.355">7203 13129 664 0,'0'0'57'0,"0"0"159"0,0 0-68 0,0 0-81 0,0 0-37 16,0 0 36-16,-29 96-19 16,29-50-15-16,0 4-9 15,0-3-12-15,0-4-4 16,0-6-4-16,2-12 0 16,1-3 0-16,-2-12-3 15,4-4-37-15,13-6-81 16,5 0-106-16,9-14-131 15</inkml:trace>
  <inkml:trace contextRef="#ctx0" brushRef="#br0" timeOffset="184839.271">7573 13162 844 0,'0'0'103'0,"0"0"1"15,0 0-28-15,-121 36-35 16,77-12-18-16,1 0-13 15,3 0-6-15,1-3 0 16,9-3-2-16,5-4-2 16,6-3-4-16,8-3-35 15,5-4-13-15,6-3-8 16,0-1 5-16,0 0 55 16,3 0 0-16,9 0 5 15,4 0 16-15,4 3 16 0,4 7-6 16,4 3-4-16,2 3-9 15,6-3-7-15,-2 1 1 16,-1-1-3-16,0-3-1 16,0-6-4-16,-2-1-4 15,-1-3-5-15,8 0-95 16,-2-1-174-16,3-12-276 16</inkml:trace>
  <inkml:trace contextRef="#ctx0" brushRef="#br0" timeOffset="185460.612">7925 13191 691 0,'0'0'154'16,"0"0"61"-16,0 0-106 0,0 0-47 15,-105-56-36-15,63 64-15 16,-1 11-7-16,9 6 3 16,13 3-7-16,9 2 1 15,8-1 0-15,4 0 1 16,0-4-1-16,10-6 1 15,8-6-4-15,3-5-5 16,6-7-39-16,4-1 21 16,2-1-17-16,0-15-2 15,1-4 18-15,-8-1-2 16,-4 0-6-16,-6 2 20 16,-8 3 14-16,-2 7 2 15,-3 4 1-15,-3 5 11 0,0 0-10 16,0 7 1-16,0 15-5 15,0 9 13-15,-6 7-4 16,1 6 2-16,-1 3-4 16,-1 6 5-16,2 3 4 15,-1 6-1-15,0 3 5 16,-1-1-3-16,0 4-7 16,1-9 17-16,-2-1-13 15,0-9-7-15,0-4-4 16,-3-7-2-16,1-8 1 15,-5-7 0-15,1-8 2 0,-5-8 1 16,1-7 2 0,-3 0 1-16,0-9-4 0,3-10 0 15,-1-9-2-15,7-5-1 16,2-6 2-16,7-5-1 16,3-4-1-16,0-2 2 15,1 1-2-15,12-1 1 16,4 4 6-16,4 4 5 15,1 5-1-15,1 7-4 16,2 5-5-16,0 5 3 16,-1 6-6-16,-4 3 0 15,-4 5-4-15,-2 6-64 16,-6 0-89-16,-5 0-228 0</inkml:trace>
  <inkml:trace contextRef="#ctx0" brushRef="#br0" timeOffset="185918.199">8483 13184 633 0,'0'0'29'0,"0"0"78"0,0 0-41 15,0 0 17-15,-100 11-21 16,70 19 1-16,9 3-12 16,5 4-1-16,7 0-2 15,9 1-14-15,0-3-9 16,10-1-4-16,11-7-9 16,0-4-2-16,3-7-5 15,4-6 0-15,2-4 1 16,6-6-6-16,0 0-46 0,2-3-52 15,-2-14-53-15,0-4-84 16,-3-6-14-16,-3-4-75 16</inkml:trace>
  <inkml:trace contextRef="#ctx0" brushRef="#br0" timeOffset="186487.245">8738 13298 429 0,'0'0'203'16,"0"0"32"-16,0 0-98 15,0 0-50-15,0 0-51 16,0 0 30-16,-27 27-22 15,27-5-9-15,0 0-10 0,0-1-7 16,0-3-4-16,0-3-5 16,0-3-3-16,0-7-2 15,0-2-2-15,0-3-1 16,0 0 6-16,0-3 5 16,6-14-10-16,9-5-2 15,1 0-1-15,5 0-1 16,-1 5 2-16,-1 5-1 15,-1 6-1-15,-3 6 1 16,1 0-2-16,-1 8 3 16,3 12-1-16,-3 6 0 15,-7-1 1-15,2 1 1 16,-6-3-1-16,-4-5 0 16,0-6 0-16,0-5 0 15,0-4 1-15,0-3 0 0,0 0 4 16,0 0-5-16,0-11-1 15,0-8-11-15,6-2-5 16,9-6 4-16,0 2 10 16,3 0 3-16,-1 6 0 15,-1 4-2-15,0 6 1 16,2 4-1-16,-3 5 1 16,0 0 0-16,-1 0 1 15,-1 14 1-15,-3 4 2 16,-4 2 1-16,2 1 3 15,-4 0 2-15,-4 0-1 16,3 0 5-16,-3-5-7 16,0-3 0-16,0-3-2 15,0-2-2-15,0-3 0 0,0 1-2 16,-7-3-17-16,-1-2-46 16,-1-1-37-16,2 0-65 15,0 0-173-15</inkml:trace>
  <inkml:trace contextRef="#ctx0" brushRef="#br0" timeOffset="186794.934">9192 12838 261 0,'0'0'348'0,"0"0"-249"0,0 0 72 15,0 0-40-15,0 0-55 16,0 0-10-16,62 69-4 16,-28-64-9-16,4 1-12 15,-1-4-13-15,-1-1-8 16,-6-1-14-16,-2 0-2 15,-4 0-4-15,-9 0-2 16,-3 0-73-16,-6 0-111 16,-3 0-229-16</inkml:trace>
  <inkml:trace contextRef="#ctx0" brushRef="#br0" timeOffset="187329.46">9645 12576 754 0,'0'0'13'16,"0"0"77"-16,0 0 36 16,82-20-65-16,-55 38-23 15,-6 8-1-15,-2 3 2 0,-7 1-9 16,-6 0-1-1,-6-1-15-15,-10-3-7 0,-13 1 0 16,-7-7-2-16,-4-2-2 16,3-5 2-16,13-1-3 15,3-4-1-15,9-3-1 16,6-4-8-16,0-1 3 16,0 0-6-16,16 0-14 15,4-3-12-15,2-1-2 16,5 1 19-16,-5 3 7 15,-2 0 9-15,-1 0 4 16,-4 6 0-16,0 5 4 0,-4 5 5 16,2 2 13-1,-1 4 15-15,-5 2 0 0,-2 0-6 16,-1 1-7-16,-1 0 5 16,-3-2 8-16,0-5-8 15,0-2 0-15,-10-2 2 16,-8-2 0-16,-9-4-6 15,-6 0-10-15,-6-4-5 16,-7 0-7-16,0-2 0 16,0-1-3-16,5 2-3 15,7-3-73-15,6 0-191 16,7 0-656-16</inkml:trace>
  <inkml:trace contextRef="#ctx0" brushRef="#br0" timeOffset="-194789.379">10170 13118 535 0,'0'0'33'0,"0"0"99"0,0 0-34 0,0 0-24 0,0 0-33 16,0 0-14-16,-13 4 36 16,23 4-1-16,14 2-19 15,6-2 3-15,4 1-4 16,5-1-15-16,4-2-10 16,-1 0 0-16,0-4-3 15,2-2-3-15,-5 0-5 16,-1 0-1-16,-7 0 1 15,-4 0-3-15,-6 0-1 16,-6-1-1-16,-8 0 2 16,-6-1-3-16,-1 2-6 0,0 0-48 15,-17 0-63-15,-16 0-58 16,-6 3-147-16</inkml:trace>
  <inkml:trace contextRef="#ctx0" brushRef="#br0" timeOffset="-194392.229">10200 13264 340 0,'0'0'83'0,"0"0"-57"16,0 0 68-16,0 0-1 15,0 0 1-15,0 0-36 0,18 7 10 16,0-3-10-16,10-1-7 16,1-1-4-16,2 3-13 15,2-2-3-15,0 2-4 16,-2-1 3-16,-1 0-5 16,-2 2-5-16,-3-1 3 15,2 1 0-15,-2-2-2 16,2-1 2-16,-4-3 0 15,-1 0-2-15,-1 0-6 16,-6 0-2-16,0 0-1 16,-6-2-4-16,-6-2-5 15,0 0 2-15,-3 3-2 0,0-1-3 16,-6 2-24-16,-15 0-104 16,-2-1-93-16,0-5-248 15</inkml:trace>
  <inkml:trace contextRef="#ctx0" brushRef="#br0" timeOffset="-193117.379">11796 13072 584 0,'0'0'88'0,"0"0"77"0,0 0-24 0,0 0-80 16,0 0-30-16,0 0 40 16,-26 79-22-16,21-45-6 15,-1 0-21-15,6-3-2 16,0-3-5-16,0-3-7 0,0-3-2 15,0-7-2-15,0-3-3 16,0-7 2-16,0-3-2 16,-2-2 4-16,2 0 4 15,-1 0-2-15,1-7-5 16,0-6 0-16,0-1-2 16,0 4-2-16,1-2-2 15,12 2 1-15,7 1 3 16,0 2-6-16,5 3 6 15,1 2 0-15,3 2 3 16,0 0-3-16,-4 3-3 16,-3 7 2-16,-2 4 1 0,-4 0 0 15,-2 2 1-15,-3 3 1 16,-3 2 1-16,-5-2 0 16,-3 2-2-16,0-1 6 15,0-2-4-15,0-2 3 16,-11-5-5-16,0 0 6 15,-4 1-2-15,-5-7 0 16,-2-1-2-16,-2-2 3 16,-4-2-3-16,-1 0-3 15,2 0 1-15,5-2-1 16,0-5 0-16,5 4 0 16,4-3-21-16,4 0-37 15,3-1-48-15,3-1-49 16,3-7-165-16,0 1-395 15</inkml:trace>
  <inkml:trace contextRef="#ctx0" brushRef="#br0" timeOffset="-192858.387">11807 13116 579 0,'0'0'48'0,"0"0"79"0,0 0-18 16,0 0-12-16,89-20-45 15,-54 20-6-15,3 0-5 0,0 0-7 16,-7 0-14-16,5 0-8 16,-8 0-10-16,-4 0 1 15,-7 0-3-15,-4 7-38 16,-6-1-139-16,-5-3-309 15</inkml:trace>
  <inkml:trace contextRef="#ctx0" brushRef="#br0" timeOffset="-192568.603">12295 13214 607 0,'0'0'48'0,"0"0"87"15,0 0 61-15,0 0-80 16,0 0-37-16,0 0-17 16,-12 39-23-16,12-38-12 15,0 0-10-15,0-1-3 16,0 0 2-16,0 0 2 16,-6 0-1-16,-15 0-4 15,-3 0-10-15,4 0 0 16,4 0-1-16,12 0-2 15,1 0-1-15,3 0-18 16,0 0-52-16,21 0-70 16,13 0-73-16,9-2-332 0</inkml:trace>
  <inkml:trace contextRef="#ctx0" brushRef="#br0" timeOffset="-192080.471">12781 13119 82 0,'0'0'662'16,"0"0"-498"-16,0 0-15 16,0 0-61-16,0 0-47 15,0 0-21-15,-94-69-13 16,64 73-4-16,0 14 1 16,2 6 0-16,7 3-3 15,6 1 4-15,6 0-4 16,2 0 5-16,7-5-4 15,0-3 0-15,0-6 1 0,18-4-3 16,1-6 7-16,5-4-3 16,4 0-4-16,-2-4-1 15,1-9-13-15,-4-3 3 16,-6-1 6-16,-1-2 0 16,-7 4 3-16,-3 1 2 15,-4 5 5-15,2 6-3 16,-4-1 15-16,0 4 5 15,0 0-15-15,-4 8-4 16,-4 11 6-16,-1 4 7 16,0 3 2-16,-1 8-4 15,1 3 6-15,0 2-9 0,0 1 10 16,2-3-8-16,2-6-1 16,0-2-5-16,1-7-4 15,2-2-1-15,-2-5 0 16,4-4-2-16,0-5-1 15,0-5-46-15,17-1-67 16,2-3-47-16,2-15-191 16</inkml:trace>
  <inkml:trace contextRef="#ctx0" brushRef="#br0" timeOffset="-191631.804">13118 13047 636 0,'0'0'109'0,"0"0"14"0,0 0-58 0,0 0-28 15,0 0 13-15,-4 100 13 16,-4-58-4-16,-1-1-3 16,0 2-30-16,2-2 0 15,4-5-17-15,1-3 0 16,2-5-2-16,0-6-4 15,0-5-1-15,2-5 2 16,13-2 0-16,3-6 3 16,4-3-3-16,5-1-1 0,-2 0 2 15,5 0-3 1,-6-11-1-16,0-5 0 0,-5-1 2 16,-1-1-3-16,-4-1 1 15,-4-1 0-15,-6 0 4 16,-4 3 0-16,0 0 7 15,-3 2-1-15,-16 3-3 16,-6 2-6-16,-5 5-2 16,-6 5 2-16,-1 0-2 15,1 0 0-15,5 11-2 16,10 1 2-16,7-1-2 16,7 0-26-16,7 0-57 15,0-4-111-15,25-7-190 16</inkml:trace>
  <inkml:trace contextRef="#ctx0" brushRef="#br0" timeOffset="-191368.58">13808 13129 749 0,'0'0'40'15,"0"0"66"-15,0 0 12 0,0 0-48 16,-91 89-26-16,77-59-4 0,-1 2-10 16,2-1-5-1,1 0-16-15,-3-3 0 0,0-4-6 16,-1-3-2-16,2-4-1 16,2-4-38-16,2-5-73 15,1-5-72-15,6-3-103 16,1 0-337-16</inkml:trace>
  <inkml:trace contextRef="#ctx0" brushRef="#br0" timeOffset="-191127.496">13601 13157 565 0,'0'0'98'15,"0"0"67"-15,0 0-117 16,0 0 65-16,0 0-47 0,62 90 8 15,-40-57-7-15,2 1-18 16,-2-5-9-16,1 1-12 16,-7-5-13-16,3-4-11 15,-2-2 1-15,1-7-3 16,-3 0-2-16,1-5-22 16,-1-3-63-16,3-4-80 15,3 0-190-15,0-5-306 16</inkml:trace>
  <inkml:trace contextRef="#ctx0" brushRef="#br0" timeOffset="-190910.517">14142 13106 33 0,'0'0'588'16,"0"0"-504"-16,0 0-5 15,0 0 53-15,0 0-57 16,-20 99-15-16,20-63 12 15,0 1-6-15,0-1-22 16,0-7-20-16,0 0-10 16,0-7-10-16,0-5 2 15,8-5-6-15,1-2-66 16,5-5-135-16,3-5-249 16</inkml:trace>
  <inkml:trace contextRef="#ctx0" brushRef="#br0" timeOffset="-190550.216">14358 13280 723 0,'0'0'19'15,"0"0"134"-15,0 0-28 16,-31 80-71-16,31-57-29 16,0-3 1-16,7-2-6 15,11-6-1-15,3-2-7 16,2-5-3-16,3-3-4 15,4-2 1-15,-2 0-4 16,-2-8-2-16,-4-6-1 16,-4-3-6-16,-3-3 4 15,-5-3 3-15,0-2 0 0,-6 3 0 16,-4-1-1-16,0 3 1 16,0 6 2-16,-17 1 6 15,-3 7-1-15,-5 1 1 16,-6 5 3-16,-3 0-1 15,1 0-5-15,2 3 1 16,5 5-6-16,7-1-2 16,4 3 1-16,12-4-37 15,2-3-88-15,1-3-215 16</inkml:trace>
  <inkml:trace contextRef="#ctx0" brushRef="#br0" timeOffset="-190288.498">14562 13006 535 0,'0'0'171'0,"0"0"-68"0,0 0 41 0,0 0-38 0,0 0-39 15,0 0-20-15,61 62-12 16,-32-58-14-16,1 1-14 16,-1-2-5-16,1 0-2 0,-1-1-3 15,-5 2-83 1,0-4-77-16,-4 0-318 0</inkml:trace>
  <inkml:trace contextRef="#ctx0" brushRef="#br0" timeOffset="-189733.819">15103 12793 119 0,'0'0'639'15,"0"0"-565"-15,0 0 19 0,0 0 8 16,0 0-74-1,0 0-12-15,89 21 8 0,-76 7-1 16,-4 3 2-16,-6-3-10 16,-3-1-4-16,0-2-2 15,-15-5-3-15,-7-1 1 16,-2-5-1-16,4-3-3 16,4-2-1-16,7-3 0 15,6-4 1-15,3-2 1 16,0 0 3-16,0 0-4 15,14 0-2-15,7 0-4 16,1 0 1-16,4 0 0 0,-1 3 3 16,-1 6-1-1,-2-1 1-15,-2 2 0 0,-3 3-1 16,-3-2 1 0,-4 1 1-16,-4 3 3 0,-1 0 6 15,-5 2 8-15,0-2 2 16,0 2 2-16,-8-1 3 15,-8-2 6-15,-2-1-2 16,-5-5-7-16,1-1 5 16,-3-4-6-16,0-3-2 15,0 0-3-15,3 0-4 16,1 0-8-16,5-6 5 16,0-1-8-16,3-2 4 15,0-2-5-15,4-1 0 16,3-3-28-16,2-3-98 15,4-3-180-15</inkml:trace>
  <inkml:trace contextRef="#ctx0" brushRef="#br0" timeOffset="-189010.257">15724 13003 621 0,'0'0'167'0,"0"0"24"0,0 0-86 0,0 0-64 15,0 0 28-15,0 0-9 16,-11 97-15-16,11-63-9 15,0 0-12-15,0-2-11 16,0-3-6-16,0-3-2 16,-2-1-1-16,-1-4-3 15,0-6-1-15,2-3-9 16,1-4-56-16,0-1-56 16,1-7-75-16,13 0-118 15,5 0-202-15</inkml:trace>
  <inkml:trace contextRef="#ctx0" brushRef="#br0" timeOffset="-188639.349">15992 13100 562 0,'0'0'120'0,"0"0"46"16,0 0-108-16,0 0-32 15,0 0-10-15,-105 28-2 16,77-13-5-16,1-3-3 15,2 1-1-15,4-4-1 16,3-2-1-16,6 0-2 16,3-4 0-16,6-2-1 0,3-1 1 15,0 0-1 1,0 0-4-16,3 3 4 0,15-1 19 16,3 0-10-1,0 5 3-15,3 2 1 0,-2 1 3 16,-1-1 5-16,0 4-2 15,-4-2 6-15,-3 1-4 16,-3-2-1-16,0 1 1 16,0-2-5-16,-1-1-8 15,-2 0-3-15,1-2-4 16,0 1-1-16,2-3-5 16,2 2-62-16,4-5-62 15,3-1-220-15</inkml:trace>
  <inkml:trace contextRef="#ctx0" brushRef="#br0" timeOffset="-187986.2">16414 13110 496 0,'0'0'154'16,"0"0"40"-16,0 0-61 15,0 0-81-15,0 0-24 16,0 0-2-16,-60-59-10 15,35 69-6-15,5 9 0 16,3 6 0-16,6 0-4 16,4 0 1-16,5 0 0 15,2-3 5-15,0-2-4 0,10-5-5 16,6-5 3 0,6-3-1-16,2-6-5 0,0-1-2 15,3 0-33-15,-4-2-8 16,-2-10-2-16,-4-2-5 15,-4-2 0-15,-4-1-1 16,-4 1 3-16,-2 6 25 16,-2 1 20-16,-1 7 3 15,0 2 29-15,0 0 6 16,0 0-32-16,0 14 22 16,0 6-6-16,0 4-8 15,0 2-4-15,0 6 0 16,-3 0 3-16,-1 3 3 0,-1 4 7 15,-1-2 11-15,0 0 7 16,-3-1-7-16,2-4-3 16,-1-2-6-16,1-2-8 15,-2-6 0-15,1-2-3 16,1-4 2-16,-1-6 2 16,3-5-3-16,-3-4 2 15,2-1-1-15,-2 0 4 16,1 0-7-16,1-10 2 15,2-5-1-15,1 0 5 16,0-3 1-16,3 0-3 16,0-3-5-16,0-1 0 0,0-3 1 15,7 0-7 1,4 3-2-16,2 0 0 0,1 1-1 16,2 5 0-16,-3 3-10 15,2 3-40-15,-3 4-34 16,-4 1-108-16,-4 2-313 15</inkml:trace>
  <inkml:trace contextRef="#ctx0" brushRef="#br0" timeOffset="-187468.189">15265 13664 594 0,'0'0'4'0,"0"0"124"0,0 0-4 16,0 0-61-16,128 7-11 15,-60-3-3-15,16 1-5 0,10 1-1 16,7-1-2-16,-1 0-5 16,-3-1-8-16,-2-1-9 15,-3-2-1-15,4-1-8 16,-8 0 3-16,-4 0 7 15,-7 0 10-15,-7 0-7 16,-9-4 8-16,-7-1 1 16,-9 1-13-16,-4 2 8 15,-5 0-7-15,-3 2-9 16,-5 0-4-16,-6 0-3 16,-3 0-1-16,-7 0-3 15,-3 0 0-15,-6 0 0 16,-3 9-3-16,-2 2-14 0,-25 6-64 15,-13 0-138-15,-12-1-378 16</inkml:trace>
  <inkml:trace contextRef="#ctx0" brushRef="#br0" timeOffset="-186997.615">15726 14011 478 0,'0'0'59'0,"0"0"119"0,-90-8-15 0,64 17-47 15,3 13-40-15,7 8-2 16,1 3-21-16,6 2-14 15,7 1-13-15,2-4-9 0,0 0-8 16,0-3-3-16,0-4 2 16,5-1-5-16,4-6-1 15,6-1 2-15,0-4-3 16,9-5 2-16,6 1-3 16,2-7-44-16,7-2-49 15,1 0-37-15,-4-8-136 16,-2-11-305-16</inkml:trace>
  <inkml:trace contextRef="#ctx0" brushRef="#br0" timeOffset="-186367.332">15917 14147 255 0,'0'0'458'0,"0"0"-331"0,0 0 5 16,0 0-40-16,0 0-3 15,0 0-23-15,-31 91-15 16,31-63-11-16,0-3-15 15,0-2-8-15,0-5-8 16,0-5-2-16,1-5-3 16,2-3-1-16,-1-5-2 15,-1 0 1-15,1 0 8 16,-2-11-10-16,3-8-3 16,3-4-10-16,2 0 0 15,5-1 6-15,-1 4 6 16,4 6 0-16,-2 5 1 0,-1 7-1 15,-1 2 0-15,2 0 1 16,0 12 4-16,2 8 3 16,-2 3 2-16,-2-2 0 15,-2-2-3-15,-1 0 0 16,-3-4-5-16,0-5 1 16,-5-3 0-16,1-2-2 15,-2-5 1-15,0 0 0 16,0 0-1-16,0-5-2 15,0-9-21-15,0-6 11 16,0-1-6-16,0-1 7 16,9-1 6-16,2 2 5 0,2 4 0 15,5 1 1-15,1 6 3 16,6 4 0-16,1 0 1 16,-2 6 1-16,1 0 0 15,-2 0-3-15,-4 1 1 16,-6 12 1-16,-2 1-2 15,-4 3 3-15,-5 3 3 16,-2 1 3-16,0 0-5 16,0 0 2-16,-9-2-1 15,0-1 1-15,4-2-1 16,-1-5-4-16,3 0-2 16,-1-4 0-16,3-2-2 15,-1-2-8-15,2-1-60 16,0-2-74-16,0 0-205 15</inkml:trace>
  <inkml:trace contextRef="#ctx0" brushRef="#br0" timeOffset="-185840.664">16544 13886 504 0,'0'0'100'0,"0"0"56"0,0 0-27 0,0 0-47 0,80-27-14 0,-63 39-29 16,-1 6 21-16,-4 7-20 16,-6 0-8-16,-3 1 6 15,-3 1-18-15,0-1-13 16,-7-4-2-16,-7-3 0 15,-1-5 3-15,2-3-6 16,5-5 1-16,4-2-1 16,4-2-2-16,0-2-1 15,0 0-5-15,13 0-12 16,5 0 5-16,3 0 4 16,-2 0 2-16,2 0 5 15,-3 0 2-15,0 0-1 16,-6 1-1-16,-1 10 2 0,-4 0 5 15,-4 0 7 1,-2 2 3-16,-1-1 1 0,0-2 6 16,0 0 6-16,-4-3-4 15,-9 0 6-15,-4-1 1 16,-2-4 3-16,-7-1-14 16,0-1-5-16,-4 0-7 15,0 0-4-15,3 0-4 16,0 0 0-16,6 0-10 15,4-1-51-15,4-7-124 16,7-8-298-16</inkml:trace>
  <inkml:trace contextRef="#ctx0" brushRef="#br0" timeOffset="-185290.359">17919 13535 504 0,'0'0'79'0,"0"0"107"0,0 0-55 0,0 0-16 16,0 0-42-16,84 6-20 15,-45-2-9-15,2 1-17 16,4-3-13-16,-5 1-10 16,-5 1-4-16,-11-1-11 15,-12 1-101-15,-12-2-146 16,-5 1-405-16</inkml:trace>
  <inkml:trace contextRef="#ctx0" brushRef="#br0" timeOffset="-185080.883">17980 13686 530 0,'0'0'80'15,"0"0"94"-15,0 0-26 16,0 0-43-16,0 0-36 16,0 0-15-16,100 7-10 15,-67-5-15-15,3-2-12 16,0 0-8-16,4 0-8 15,-6 0-1-15,-7 0-40 16,-2 0-147-16,-8 0-448 16</inkml:trace>
  <inkml:trace contextRef="#ctx0" brushRef="#br0" timeOffset="-176360.785">19542 13735 43 0,'0'0'215'0,"0"0"-173"0,0 0 31 16,0 0-2-16,0 0-48 15,0 0 6-15,0 0 34 16,0 0-15-16,105 22 0 16,-69-11-3-16,10 3-7 15,5 0-12-15,9 2-13 16,4-1-5-16,5-1-1 16,3-1-1-16,3-1 2 15,7 0 2-15,6 1 7 16,0 1 0-16,7 0-5 15,-4 3-4-15,-1-3-4 0,-5 1 0 16,-4 0-1-16,-7 2 10 16,-1 0 3-16,2-1 11 15,5 1 2-15,5 0-3 16,5-1 1-16,1-2-6 16,4-1-7-16,-4-2-1 15,-7-3 2-15,-5 2-3 16,-13-7 2-16,-7 1 4 15,-8-1 3-15,-9-2-1 16,-8-1 2-16,-8 1-3 16,-7-1-2-16,-4 0-4 15,-7 0-3-15,-5 0-2 16,-3 0 1-16,0 2-3 16,0 0-4-16,0-2 2 0,-2 1-4 15,-12 1-19-15,-6-1-69 16,-10-1-75-16,-8 0-280 15</inkml:trace>
  <inkml:trace contextRef="#ctx0" brushRef="#br0" timeOffset="-175212.074">20023 14291 468 0,'0'0'60'0,"0"0"71"0,0 0-24 16,0 0 1-1,0 0-14-15,0 79-23 0,0-49-11 16,0 0-9 0,8-3-12-16,-4-3-8 0,0-2-16 15,2-4-7-15,-6-5-5 16,3-3 1-16,-1-4-2 16,-2-4 1-16,0-2-1 15,0 0-1-15,0 0-2 16,0-9-5-16,0-7-5 15,0-4-4-15,0 3-4 16,0-3 4-16,4 2 8 16,9-1 2-16,0 2 1 15,0 1 4-15,6 2 0 16,-1 3-2-16,0 5 2 0,3 1 0 16,0 0 2-16,2 5 4 15,-1 0 5-15,2 0 1 16,-5 0 1-16,-1 11 6 15,0 5-6-15,-6 1-5 16,-2 3 2-16,-3 0-4 16,-7 1 0-16,0-3-2 15,0-2 0-15,0-2-3 16,-7 0 3-16,0-3-1 16,-2-3-1-16,-1-3-2 15,2-3 2-15,2-2 2 16,0 0 1-16,1 0-5 0,1-8 0 15,4-6-7-15,0-1-1 16,0-4 3-16,0 4-3 16,4-2 0-16,7 3 0 15,5 0 6-15,-2 2 0 16,6 1 0-16,-1 2 2 16,0 3-1-16,-1 4-2 15,1 0 3-15,2 2-1 16,-3 0 0-16,0 0 1 15,-4 4 0-15,-3 8 0 16,-2 1 0-16,-3 2 3 16,0 0 2-16,-2 2 1 15,-4 2 3-15,0-1 0 0,0 2 2 16,0-3-3 0,0-2 0-16,-4-1-6 0,-2-4 2 15,3 0-3-15,0-2-1 16,-1-4 0-16,4-1-1 15,0-2-76-15,-2-1-103 16,1 0-162-16</inkml:trace>
  <inkml:trace contextRef="#ctx0" brushRef="#br0" timeOffset="-174719.547">20630 14248 571 0,'0'0'84'0,"0"0"35"0,0 0-9 0,109-14-40 16,-76 14-16-16,-6 2-7 15,-3 10 0-15,-14 1-4 16,-3 5-16-16,-4-2-3 15,-3 3-7-15,-3-2-1 16,-13-1-5-16,-2-4-2 16,-4-1-6-16,3-2 3 15,3-2-3-15,5-3-2 16,5-3 2-16,3-1-2 0,3 0-1 16,0 0-3-16,3 0 3 15,14 0 2-15,6 0-2 16,-1 0-2-16,-2 0 2 15,-5 0 0-15,-4 0-2 16,1 5 2-16,-4 3 2 16,-2 2 4-16,-3 2 3 15,-3-1 8-15,0 2 2 16,0-4-6-16,-6 2 4 16,-6 0-3-16,-7-5-4 15,-4 3-4-15,-10-5 1 16,-2 3-3-16,-7-2-4 0,-3-1-22 15,-6-1-145 1,-4-3-247-16</inkml:trace>
  <inkml:trace contextRef="#ctx0" brushRef="#br0" timeOffset="-174290.878">19581 14244 597 0,'0'0'124'0,"0"0"20"0,0 0-1 0,0 0-52 16,6 86-11-16,6-54-18 15,-1-1-16-15,-2 0-5 0,-3-2-14 16,-2 0-5-1,-2-4-2-15,-2 1-5 0,4-7-9 16,-4-3-4-16,1-5 1 16,-1-2-2-16,3-4-1 15,0-2-46-15,2-3-92 16,-5 0-193-16</inkml:trace>
  <inkml:trace contextRef="#ctx0" brushRef="#br0" timeOffset="-166654.205">27635 7445 737 0,'0'0'13'0,"0"0"32"0,0 0 93 0,0 0-81 16,0 0-17-16,80 0-12 15,-23-2-1-15,4 0-5 0,-1 2-3 16,-8 0-8 0,-4 0-1-16,-12 0-8 0,-9 0-2 15,-14 0-47-15,-13 2-78 16,-3 4-170-16,-27 1 39 16</inkml:trace>
  <inkml:trace contextRef="#ctx0" brushRef="#br0" timeOffset="-166445.916">27656 7586 383 0,'0'0'53'15,"0"0"102"-15,0 0-33 16,0 0-35-16,0 0-19 16,0 0 8-16,52 68 5 15,-22-66-9-15,9-2-15 0,7 0-24 16,5 0-20-1,1 0-7-15,-3 0-5 0,-4-2-1 16,-3-1-57-16,-3-4-91 16,-3-5-222-16</inkml:trace>
  <inkml:trace contextRef="#ctx0" brushRef="#br0" timeOffset="-166162.083">28576 7296 107 0,'0'0'552'0,"0"0"-473"15,0 0 93-15,0 0-88 16,0 0 0-16,0 0 4 16,-39 85-15-16,39-49-12 15,0-1-15-15,0-1-4 16,0-3-12-16,0 0-6 15,0-4-10-15,0-2-4 16,0-4-6-16,0-4-1 16,-1-4-3-16,1-3-1 15,0-5-39-15,3-3-92 16,16-2-75-16,7-3-274 16</inkml:trace>
  <inkml:trace contextRef="#ctx0" brushRef="#br0" timeOffset="-165777.566">28936 7432 828 0,'0'0'21'0,"0"0"79"16,-87 54 22-16,63-31-28 16,8 4-29-16,7-3-25 15,9 1-15-15,0-4-10 16,8-5-5-16,12-3-2 15,7-2-3-15,0-6-1 16,3-4-4-16,3-1-6 0,-2-1-3 16,0-15 2-16,1-2 4 15,-4-6 3-15,-1-4 3 16,-6 1-3-16,-3-3 0 16,-8 2 2-16,-10 2-2 15,0 5 2-15,-12 3 1 16,-16 4 5-16,-10 4 4 15,-4 3-4-15,-3 4 0 16,0 3-7-16,6 0-1 16,11 0 1-16,8 0-1 15,10 0-21-15,8 3-58 16,2-3-102-16,20 0-179 0,14-13-358 16</inkml:trace>
  <inkml:trace contextRef="#ctx0" brushRef="#br0" timeOffset="-165340.601">29330 6751 74 0,'0'0'702'0,"0"0"-602"0,0 0 54 0,0 0-102 16,0 0-25-16,0 0 17 15,-76 84-12-15,61-34-11 16,3 0 4-16,1 5-2 0,3-4 6 16,1-6-12-1,6-7-8-15,1-5-8 0,0-7 3 16,6-8 0-16,13-4 5 16,8-7-6-16,4-5 4 15,2-2-3-15,2 0-1 16,-4-15-2-16,-3-5 4 15,-7-2-5-15,-6-4 3 16,-3 1-2-16,-11 1 1 16,-1 2 2-16,0 2-1 15,-17 4 3-15,-7 6 2 16,-6 4-3-16,-3 6-5 16,-1 0-1-16,-2 2 1 0,6 12 0 15,2 3 0 1,7 3 0-16,6 1-56 0,7-1-68 15,8-1-142-15,0-4-468 16</inkml:trace>
  <inkml:trace contextRef="#ctx0" brushRef="#br0" timeOffset="-164962.147">29805 7286 655 0,'0'0'88'0,"0"0"115"0,0 0-104 16,0 0-47-16,0 0-34 0,0 0-10 16,0 5-6-16,-6 3 1 15,-4 1 42-15,0 4-18 16,-2 2-5-16,-3 2 0 15,0 4-7-15,2 0 4 16,-1 4-3-16,4 0 0 16,2 0-3-16,5 1 1 15,3-3-2-15,0-2-4 16,0-2 1-16,8-3 1 16,8-5-7-16,4 0 1 15,7-5 1-15,4-5-5 0,3-1-30 16,5 0-45-16,-3-7-42 15,-4-10-75-15,1-5-162 16,-3-7-229-16</inkml:trace>
  <inkml:trace contextRef="#ctx0" brushRef="#br0" timeOffset="-164332.965">30089 7351 418 0,'0'0'278'0,"0"0"-45"15,0 0-80-15,0 0-48 16,0 0-60-16,0 0-9 15,-28 17 24-15,20 8-25 16,4 0-10-16,2 0-2 0,2-2-4 16,0-5-9-16,0-3-2 15,0-6-7-15,0-4 1 16,0-3 2-16,0-2-3 16,0 0 5-16,0-6 0 15,6-12-6-15,8-3-5 16,4-2-3-16,2 3 0 15,0 2 3-15,-2 6 5 16,-3 3 1-16,-2 5 0 16,-1 4 0-16,0 0 0 15,0 4 0-15,-3 12 3 16,0 2 2-16,-2-1 3 16,-1 3 0-16,-3-2-2 15,-1-2-1-15,-2-5 0 16,0-1-5-16,0-4 0 0,1-5 3 15,-1-1-4 1,3 0 5-16,-3 0-1 0,2-7-4 16,-1-8-2-16,4-1-10 15,2-4 3-15,2 2 3 16,5 0 4-16,0 0 1 16,3 6 1-16,2-1 0 15,2 4 0-15,-1 4-3 16,-1 2 2-16,3 3 0 15,-2 0 1-15,-1 0 2 16,-2 4-2-16,-4 9 0 16,-1 1-1-16,-6 5 0 0,1 2 0 15,-4 2 1-15,-3 2 5 16,0-3-2-16,0-1-1 16,0-2 1-16,0-5-2 15,0-2-2-15,0-6 1 16,0-1-10-16,2-5-24 15,4 0-80-15,0-5 2 16,2-12-114-16,3-7-273 16</inkml:trace>
  <inkml:trace contextRef="#ctx0" brushRef="#br0" timeOffset="-163822.806">30802 6843 713 0,'0'0'80'0,"0"0"122"0,0 0-111 0,0 0-15 16,91-55-26-16,-64 55-17 16,-3 0-9-16,-4 14-1 15,-4 2-4-15,-7 4 4 16,-6 1-11-16,-3 3-6 15,0 2-2-15,-12-6-3 16,-12 3 6-16,-3-7 1 0,-1-3-5 16,2-6 0-16,5-2 0 15,5-2-2-15,7-3-1 16,8 0-7-16,1 0 5 16,0-3-2-16,6-5-10 15,14 2 1-15,7 2 11 16,3 4 1-16,0 0-1 15,-6 0 2-15,-3 7 0 16,-2 6 0-16,-4 3 0 16,-2 4 2-16,-5 3 9 15,-5 1 6-15,-3 0 1 16,0-2 8-16,0-3-1 16,-8-3-3-16,-6-3-3 15,-5-2-1-15,-4-5 2 0,-7-3-1 16,-4-3-13-16,-11 0-2 15,-4 0-3-15,-4-2-1 16,-3-2-31-16,3-5-80 16,3-1-257-16</inkml:trace>
  <inkml:trace contextRef="#ctx0" brushRef="#br0" timeOffset="-160372.024">19454 12955 543 0,'0'0'105'0,"0"0"44"0,0 0-51 0,0 0-68 0,0 0 3 15,0 0 15-15,0 75-16 16,-4-44-4-16,-2-2-8 15,0-1-2-15,-1-3-8 16,0-4-1-16,0-5-6 16,1-4-1-16,3-6 1 15,2-4-2-15,-2-2 1 16,3 0 8-16,0 0 2 16,0-9-9-16,0-4-1 0,0-1-1 15,13 1 1 1,7 1-2-16,3 1 1 0,7 2-1 15,0 2 0 1,4 7 0-16,-2 0 0 0,-5 0-1 16,-4 0 1-16,-5 11 2 15,-1 1-2-15,-4 4 1 16,-7 1 0-16,0 0 0 16,-6 0 3-16,0 0-4 15,0-2 2-15,-10 1 3 16,-5-2 0-16,-2-3 8 15,-1 1-1-15,-4-4 2 16,-2-2-3-16,-1-2 0 16,-2-2-6-16,-4-1 2 15,0-1-6-15,-2 0 0 0,1 0 2 16,4 0-3-16,7 0-2 16,3-1-33-16,6-6-42 15,2-3-60-15,7-7-212 16</inkml:trace>
  <inkml:trace contextRef="#ctx0" brushRef="#br0" timeOffset="-160085.178">19501 12887 494 0,'0'0'122'0,"0"0"-24"0,0 0 47 0,0 0-58 15,89-26-32-15,-56 22-16 16,2 2-13-16,0 1 2 16,1 1-4-16,-3 0-6 15,-9 0-8-15,-3 0-7 16,-11 0-2-16,2 5-1 15,-6 2-38-15,-3 4-83 16,-3-5-140-16,0 1-273 16</inkml:trace>
  <inkml:trace contextRef="#ctx0" brushRef="#br0" timeOffset="-159828.641">19980 13029 86 0,'0'0'634'16,"0"0"-570"-16,0 0 108 16,0 0-76-16,0 0-17 15,0 0-36-15,12 30-7 16,-12-25-13-16,0-1-11 16,-2-3 4-16,-15 3 1 0,-8 0-6 15,0-3-8-15,-5 1-1 16,9-2-2-16,8 3-3 15,7-1-40-15,6-2-62 16,13 0-123-16,14 0-159 16</inkml:trace>
  <inkml:trace contextRef="#ctx0" brushRef="#br0" timeOffset="-159378.833">20421 12975 775 0,'0'0'84'0,"0"0"49"16,0 0-39-16,0 0-34 16,0 0-23-16,-97-64-19 15,64 64-4-15,7 15 2 0,2 6-8 16,7 1 1-16,6 2-5 16,8 2-1-16,3-4 0 15,0-2 0-15,7-4-3 16,8-8 4-16,4-1 2 15,1-7-1-15,3 0-3 16,1 0-2-16,0-4-12 16,-6-7-11-16,-5-1-6 15,-1 0 13-15,-6 2 8 16,-1 1 7-16,-2 4 1 16,-3 2 0-16,0 3 6 15,0 0 1-15,0 4-6 0,0 13 10 16,-4 4 2-16,-4 7 0 15,-3 5 2-15,0 2-5 16,-3 1 0-16,-1-1-4 16,5 0 4-16,2-2-6 15,2-8 1-15,4-1-4 16,2-7 0-16,0-7-1 16,7-5-20-16,12-5-138 15,7 0-88-15,2-10-275 16</inkml:trace>
  <inkml:trace contextRef="#ctx0" brushRef="#br0" timeOffset="-158958.408">20705 12921 743 0,'0'0'83'0,"0"0"40"0,0 0-95 0,0 0 8 0,0 0-6 15,-60 102 5-15,51-61 5 16,3 0 3-16,3-1-11 16,0-5-13-16,3-1-7 15,0-7-5-15,0-3-3 16,0-4-2-16,12-5 0 16,6-6 1-16,3-3 3 0,6-5-4 15,0-1-2 1,1 0-4-16,-1-4-2 0,-2-11-3 15,-4-2 9-15,-2-2-1 16,-5-1 1-16,-4 1 0 16,-4 4 2-16,-6-1-2 15,0 3 3-15,0 4 3 16,-17 5-5-16,-5 4 0 16,-7 0 2-16,-3 0-1 15,-2 3-1-15,1 6-1 16,3 2 2-16,6-1-4 15,11 1-6-15,9-1-75 16,4-2-96-16,1-5-180 16</inkml:trace>
  <inkml:trace contextRef="#ctx0" brushRef="#br0" timeOffset="-158703.89">21237 13020 798 0,'0'0'147'0,"0"0"-18"0,0 0-91 15,0 0 1-15,0 0 8 16,-63 86-11-16,41-53-5 16,-3 0-8-16,1 2-11 15,8-5-3-15,-4 1-6 0,5-5 0 16,0-6-3-16,5-6-11 15,4-6-59-15,2-4-68 16,4-4-100-16,0 0-172 16</inkml:trace>
  <inkml:trace contextRef="#ctx0" brushRef="#br0" timeOffset="-158460.56">21121 13022 484 0,'0'0'284'0,"0"0"-147"16,0 0-55-16,0 0 12 16,0 0-27-16,30 73-5 15,-20-42-7-15,1 0-2 0,2-1-9 16,-1-6-16-16,4 0-17 16,-3-4-2-16,-2-5-6 15,-2-5 1-15,0 0-4 16,-1-6-10-16,5-1-71 15,-2-3-72-15,2 0-107 16,0-10-358-16</inkml:trace>
  <inkml:trace contextRef="#ctx0" brushRef="#br0" timeOffset="-158221.99">21570 12930 720 0,'0'0'72'0,"0"0"25"16,0 0 38-16,0 0-35 16,-34 80-33-16,34-44-1 15,0-2-14-15,0 1-7 16,0-5-21-16,10-3-9 16,-2-4-12-16,-2-3 3 15,0-5-6-15,5-5-6 16,0-4-72-16,7-4-86 15,0-2-95-15,4-1-153 16</inkml:trace>
  <inkml:trace contextRef="#ctx0" brushRef="#br0" timeOffset="-157872.238">21800 13062 66 0,'0'0'696'0,"0"0"-658"15,0 0 88-15,0 0-29 16,0 0-53-16,-22 93-15 15,22-69-11-15,4-3 3 16,12-2 4-16,4-6 3 16,4-8-3-16,2 1-10 15,4-6-8-15,0 0-3 16,-2-3-1-16,1-9-2 0,-6-7 1 16,-4-1-1-1,-3-4-1-15,-4 0 0 0,-3 1 0 16,-3 1 4-1,-6 3-4-15,0 4 1 0,-6 4-1 16,-14 4 5-16,-3 3 5 16,-6 4 1-16,0 0-5 15,-1 0-1-15,1 0-5 16,11 4 0-16,0 2-1 16,8-1 1-16,1 1-14 15,6-3-79-15,3-3-86 16,0 0-231-16</inkml:trace>
  <inkml:trace contextRef="#ctx0" brushRef="#br0" timeOffset="-157617.438">22074 12596 374 0,'0'0'373'0,"0"0"-270"0,0 0 31 0,0 0-50 15,0 0-19-15,0 0-19 16,70 12-29-16,-35-6-9 16,2-3-4-16,3 2-4 0,1 0-16 15,-5-4-107 1,-7-1-185-16,-5 0-291 0</inkml:trace>
  <inkml:trace contextRef="#ctx0" brushRef="#br0" timeOffset="-157151.841">22479 12305 634 0,'0'0'156'15,"0"0"-21"-15,0 0-41 16,0 0-65-16,0 0-5 16,0 0-1-16,43 83-2 15,-41-54 12-15,-2 0-13 0,0-1-9 16,-6-5-5-16,-11-5 0 16,-1-4-4-16,6-4 4 15,3-5-4-15,6-2 0 16,3 0 1-16,0-2-1 15,24 4 3-15,6-1-3 16,3 6-1-16,-2-2 4 16,-3 4-5-16,-4 5 0 15,-7-1 1-15,-4 5-1 16,-7 2 4-16,-6 0 9 16,0-1 7-16,-1 1-1 15,-17-3 4-15,-3-2 8 16,-5-2-3-16,-3-4 2 0,-3-2-2 15,2-4-4-15,-1-5-3 16,0 2-10-16,-2-3-7 16,3 0-1-16,3 0 0 15,5-7-3-15,7 0-8 16,3-3-48-16,6-3-99 16,6-4-237-16</inkml:trace>
  <inkml:trace contextRef="#ctx0" brushRef="#br0" timeOffset="-156100.446">22003 14193 539 0,'0'0'11'0,"0"0"9"0,100 0 27 16,-48-4-42-16,12-2-1 15,14 0-2-15,11-1 1 16,14 0 6-16,13 0 32 16,14 1 22-16,12 2-8 15,9 3 0-15,1 1-16 0,4 0-16 16,7 0 1 0,-3 0-3-16,4 0 0 0,-3 0 4 15,-10 0 6-15,-14-2-5 16,-9-5-3-16,-14-6-4 15,-14 3 1-15,-9-1-5 16,-9-1-2-16,-9 2 2 16,-6 0 8-16,-6 0 4 15,-10 1-11-15,-2 3-1 16,-12 1-5-16,-7 1-5 16,-9 0 1-16,-9 2-5 0,-7-1 2 15,-5 2-6 1,0 1 2-16,-14-1-91 0,-16-3-28 15,-11-8-258 1</inkml:trace>
  <inkml:trace contextRef="#ctx0" brushRef="#br0" timeOffset="-155538.642">22790 12958 767 0,'0'0'57'0,"0"0"-3"0,0 0 52 0,-3 89-18 15,10-44-26-15,2 2-16 16,-2-4-18-16,-3 0-3 15,1-6-14-15,-5-2-5 16,0-7 0-16,1-3-5 16,-1-6-1-16,2-8-1 15,5-2-82-15,4-8-57 0,1-1-95 16,5-6-52-16</inkml:trace>
  <inkml:trace contextRef="#ctx0" brushRef="#br0" timeOffset="-155208.712">23079 13112 490 0,'0'0'173'16,"0"0"-9"-16,0 0-92 15,0 0-25-15,0 0-11 16,0 0-19-16,-68 67-3 16,43-48-5-16,2-3-4 0,0-3-2 15,-3-3 0 1,3-2-3-16,4-5-8 0,3-1-33 15,9-2 19 1,4 0 14-16,3-2 5 0,0-5-1 16,3 3 4-16,10 1 20 15,6 3-1-15,2 0 9 16,-1 12 1-16,8 6-9 16,1 5-1-16,-1 1-2 15,3-1-5-15,-1-1-4 16,0-2-4-16,3-3 2 15,1-5-6-15,-1-2-25 16,3-7-122-16,-1-3-220 16</inkml:trace>
  <inkml:trace contextRef="#ctx0" brushRef="#br0" timeOffset="-154564.925">23547 13195 704 0,'0'0'155'0,"0"0"-20"0,0 0-42 15,0 0-47-15,-81-27-25 16,62 41-13-16,2 4-4 16,4 0 1-16,3-1-3 15,4-1-2-15,4 1 0 16,2-5-13-16,0-2-40 16,0-3-16-16,6-6-15 15,6-1 24-15,1 0 2 0,3-10 21 16,-2-5-4-16,-3-3 20 15,4 3 17-15,-6 0 4 16,-3 4 3-16,-2 4 37 16,-2 2 28-16,1 5-5 15,-2 0-41-15,-1 17-18 16,4 9 16-16,-1 6 6 16,5 6 6-16,-4 6-2 15,3 2 6-15,-4 2-7 16,-2 3 5-16,-1 0-11 15,0 4-7-15,0 0-5 16,-4-4-4-16,-7-1-3 16,2-7 2-16,-3-7-4 0,3-10 0 15,0-6 1-15,2-5-1 16,-2-6 2-16,3-5-1 16,-3-4 4-16,0 0 0 15,2-4 2-15,-3-13-9 16,4-5 6-16,-1-4-5 15,0-5 2-15,4-5-1 16,-2-6-2-16,2-3 0 16,0-1-1-16,3-1 2 15,0 5-2-15,0 3 2 16,11 6 0-16,6 4 8 16,5 4 6-16,1 5-2 15,4 3-2-15,3 4 0 16,3 5-8-16,0 4 2 0,-4 3-5 15,-3 1 0-15,-2 0-1 16,-8 0-2-16,2 0-55 16,-3 0-106-16,3 0-122 15</inkml:trace>
  <inkml:trace contextRef="#ctx0" brushRef="#br0" timeOffset="-154295.02">24333 13053 813 0,'0'0'157'0,"0"0"-47"0,0 0-83 0,0 0-14 16,0 0 8-16,-52 87-1 0,31-49 10 15,-4 2-4-15,-5-1-7 16,0-2-11-16,0-3-3 15,0-2 0-15,7-8-3 16,4-5-2-16,5-7-5 16,6-6-50-16,8-6-53 15,0 0-67-15,0-9-167 16</inkml:trace>
  <inkml:trace contextRef="#ctx0" brushRef="#br0" timeOffset="-154068.629">24109 13126 663 0,'0'0'119'0,"0"0"46"16,0 0-62-16,0 0-19 15,0 0-16-15,72 74-24 16,-51-41 3-16,1 2 5 16,-4-2-15-16,1-2-12 15,-3-3-11-15,-5-5-6 16,-2-6-2-16,2-5-5 15,-2-3 1-15,-3-7-2 16,1-2-34-16,1 0-51 16,-4-5-120-16,6-15-370 0</inkml:trace>
  <inkml:trace contextRef="#ctx0" brushRef="#br0" timeOffset="-153783.196">24790 13000 603 0,'0'0'223'16,"0"0"-88"-16,0 0-27 16,0 0-2-16,6 88-45 0,-6-47-11 15,0 1-7 1,-5-2-6-16,-4-4-6 0,5-5-15 15,-4-2-7 1,7-8-5-16,1-6 0 0,0-4-2 16,0-3-2-16,6-8-34 15,10 0-60-15,8 0-60 16,3-10-129-16,1-14-116 16</inkml:trace>
  <inkml:trace contextRef="#ctx0" brushRef="#br0" timeOffset="-153453.196">24988 13130 650 0,'0'0'157'0,"0"0"-34"16,0 0-41-16,0 0-16 15,-31 92-30-15,31-59-4 16,0-1 11-16,16-5 2 0,2-7-11 16,6-4 6-16,3-6-9 15,4-8-14-15,2-2-9 16,0 0-3-16,0-3-1 15,-2-16-1-15,-4-3-2 16,-3-5 4-16,-5-4-3 16,-7-1 1-16,-3 2-2 15,-7 3 0-15,-2 4 0 16,0 5 8-16,-19 6 0 0,-4 2 0 16,-7 5-4-1,-3 2 2-15,-3 3-6 0,2 0 2 16,7 0-3-16,2 10-8 15,5-1-66-15,7-2-62 16,5-4-96-16,7-3-320 16</inkml:trace>
  <inkml:trace contextRef="#ctx0" brushRef="#br0" timeOffset="-152920.518">25378 12267 622 0,'0'0'81'0,"0"0"43"0,0 0-25 15,0 0-27-15,0 0-7 16,0 0-25-16,-35-40-29 15,17 66 8-15,0 8 8 16,4 9-9-16,3 5 23 16,2 4-20-16,2 3-7 15,5 0 0-15,2-4-5 16,0-6-4-16,0-7 3 16,15-7-4-16,2-4 0 0,6-8-1 15,3-5 5 1,0-7-5-16,4-6 3 0,-1-1-4 15,-3 0 4-15,-1-12-3 16,-5-8-2-16,-2-3 9 16,-4-2-4-16,-7 1 5 15,-2 1 15-15,-5 5-7 16,0 1-11-16,-5 3 1 16,-11 2-5-16,-8 5-3 15,-4 3-1-15,-4 1 3 16,-1 3-3-16,2 0 0 15,1 7-2-15,3 5 4 16,2-1-2-16,4 3 0 0,0 0 0 16,5 1-17-1,5 1-70-15,10-4-104 0,1-7-251 16</inkml:trace>
  <inkml:trace contextRef="#ctx0" brushRef="#br0" timeOffset="-151826.061">26406 13024 469 0,'0'0'131'0,"0"0"-100"0,0 0 49 15,0 0-5-15,0 0-44 0,-103-32 2 16,71 54 35-16,1 7 4 16,3 6-2-16,2 2-28 15,5-1 6-15,6 1-9 16,5-3-12-16,4-3-12 16,6-4-6-16,0-4 1 15,1-5-5-15,17-7-2 16,11-1-1-16,7-5-2 15,5-5-23-15,3 0-92 16,-3 0-63-16,-1-13-112 16,-5-9-143-16</inkml:trace>
  <inkml:trace contextRef="#ctx0" brushRef="#br0" timeOffset="-151203.174">26549 13088 568 0,'0'0'152'16,"0"0"31"-16,0 0-50 15,0 0-87-15,0 0 5 16,0 0 8-16,6 49-8 16,1-29-15-16,0 1-5 15,-2-4-10-15,-2 3-6 16,-1-6-10-16,-2-2-3 16,0 0 3-16,0-5-3 15,0-3 0-15,0-3-2 16,0-1 0-16,0 0-2 15,0-14 1-15,0-5-16 16,13-2 3-16,8-1 6 0,1 2 6 16,-1 6 1-16,-3 6 2 15,-3 2 2-15,-3 6 15 16,0 0-8-16,0 5-1 16,-2 8-6-16,1 3 0 15,-3 1 0-15,-2-2 2 16,-2 0-5-16,-3-4 2 15,-1-1-1-15,0-2 0 16,0-4-1-16,0-2 1 16,0-1-4-16,0-1 1 15,2 0-1-15,2-5 1 16,6-11-8-16,1-3 2 0,7-4 0 16,1 3 4-1,3 2 3-15,2 1 2 0,-1 5-1 16,1 2 8-16,-2 4-1 15,-1 3 4-15,-5 3-3 16,-1 0-1-16,-3 9-6 16,-3 6 1-16,0 3 5 15,-8 5-1-15,-1 1 4 16,0-1 2-16,0-1 2 16,0-3-7-16,-7-3 4 15,3-1-9-15,-2-7-1 16,4-2 3-16,1-4-4 15,1-2-6-15,0 0-40 0,0 0-25 16,0-6-112 0,0-13-250-16</inkml:trace>
  <inkml:trace contextRef="#ctx0" brushRef="#br0" timeOffset="-150700.06">27225 12475 585 0,'0'0'100'0,"0"0"50"16,0 0-62-16,0 0-33 0,98-32-7 15,-73 37-3-15,-2 15-2 16,-5 6-7-16,-5 5-1 15,-7 0-9-15,-4 0-9 16,-2-1-9-16,-7-5 0 16,-12-5-3-16,-6-3 3 15,-1-5-3-15,1-3-2 16,3-5 0-16,8-3-2 16,7-1-1-16,4 0-9 15,3 0 0-15,0 0 0 16,8-1-19-16,14-2 19 15,3 3 8-15,3 0 1 16,-2 0 1-16,-5 4 4 0,-2 9 12 16,-3 2 4-16,-5 3 1 15,-5 3-1-15,-2 3 5 16,-4 1 7-16,0 2 5 16,0 0-3-16,-3-5-7 15,-12-2-5-15,-5-4-2 16,-6-5-7-16,-7 0-6 15,-6-1-2-15,-7-3-6 16,-8-1-25-16,-7-5-97 16,-9-1-315-16</inkml:trace>
  <inkml:trace contextRef="#ctx0" brushRef="#br0" timeOffset="-149717.683">28029 11083 484 0,'0'0'0'0,"0"0"40"0,0 0 11 0,0 0-28 0,-82 61 69 16,25 6-8-16,-19 26-17 15,-14 14-19-15,-11 15-15 16,-9 7-6-16,-4 0-2 16,1-1 6-16,3-1 9 15,3-1 1-15,4-8-1 16,1 1 2-16,6-3-15 15,4-4 2-15,5 1-11 16,6-6-4-16,4-5-3 16,5-3 2-16,6-7-4 15,5-13-4-15,8-10 3 0,8-11-1 16,8-13 9-16,11-11 4 16,8-11-10-16,9-8-3 15,5-5-4-15,4-6-1 16,0-2 0-16,0-2 5 15,0 0 1-15,0 0 3 16,0 0-5-16,0 0-4 16,1 0 3-16,-1-2-5 15,3-2 1-15,-1-2 0 16,1 2-1-16,0-3 1 16,-2 1-1-16,2 2-2 15,-1-2-3-15,1 4-8 0,0-4-24 16,4 0-33-1,1-2-59-15,4-8-131 0,4-5-332 16</inkml:trace>
  <inkml:trace contextRef="#ctx0" brushRef="#br0" timeOffset="-148675.904">17267 13502 561 0,'0'0'12'0,"0"0"7"0,0 0 71 0,-92 43-6 0,55-12-22 15,-5 7-7-15,-15 11-4 16,-12 1-7-16,-11 6-6 16,-11 1-2-16,-14-4-19 15,-4 2-5-15,-12-2-6 16,-4-3 7-16,-3 0-6 15,11-5 2-15,10-1 22 16,12-5 1-16,11-1-3 16,8-4-3-16,6-1-3 0,12-3-10 15,9-7 5-15,14-2-10 16,10-4-3-16,10-4 2 16,5-6-6-1,5-2 4-15,5-4-4 0,0 0 3 16,0-1-1-16,0 0 6 15,0 0-2-15,0 0-5 16,0 0-2-16,0 0-24 16,0-5-28-16,9-5-48 15,4-5-69-15,1-7-190 16</inkml:trace>
  <inkml:trace contextRef="#ctx0" brushRef="#br0" timeOffset="-145318.727">19780 15602 643 0,'0'0'76'0,"0"0"-28"0,0 0 90 0,0 0-59 0,0 0-44 0,0 0-19 16,102 0 23-16,-47 2-14 15,-2-2-9-15,-4 0-7 16,-8 1-3-16,-12 1-3 15,-5 0-3-15,-13 2-26 16,-11 3-75-16,0 2-80 16,-15 0-25-16,-15-2-124 15</inkml:trace>
  <inkml:trace contextRef="#ctx0" brushRef="#br0" timeOffset="-145018.748">19710 15795 297 0,'0'0'73'16,"0"0"-1"-16,0 0 38 16,0 0 4-16,0 0-27 15,0 0-6-15,42 23 5 16,-19-21-15-16,1 0-10 16,6-1-16-16,4 0-6 0,-1-1-7 15,1 1-9 1,-1-1-1-16,-3 2-7 0,-2-1-3 15,-1 1 0-15,-6-1-4 16,-1-1-4-16,-4 0-2 16,-2 0-1-16,-4 0 0 15,-4 0-1-15,-2 0-23 16,2 0-42-16,5-3-49 16,1-10-170-16,-5-8-447 15</inkml:trace>
  <inkml:trace contextRef="#ctx0" brushRef="#br0" timeOffset="-143685.022">22235 12366 487 0,'0'0'60'0,"0"0"48"0,0 0-19 0,0 0-9 16,0 0-19-16,0 0-33 15,30-50-9-15,-9 37-2 16,0 0 6-16,5 2-5 15,-3-1-4-15,0 6-8 16,-5 2-3-16,-2 4-3 16,-4 0-7-16,0 1-124 15,-2 8-147-15</inkml:trace>
  <inkml:trace contextRef="#ctx0" brushRef="#br0" timeOffset="-139400.886">20618 15451 640 0,'0'0'104'0,"0"0"52"0,0 0-116 0,0 0 36 0,0 0-26 15,-43 80-21-15,37-52 1 16,0-1 0-16,-1-4-6 15,2-3-5-15,1-4-12 16,2-5-3-16,1-4-4 16,1-4 5-16,0-3-5 15,0 0 6-15,0 0 3 0,0 0 7 16,1-10-13-16,14 2-2 16,3-4-1-16,4 1 1 15,8 2-1-15,3 2 0 16,3 3 0-16,0 3 0 15,-3 1 0-15,-7 0 0 16,-3 4 2-16,-4 8 0 16,-9 6 3-16,0-1-2 15,-6 0 3-15,-4 2 3 16,0-1-2-16,0 1 0 16,-9-1 1-16,-10-1 2 15,1-3 1-15,-8 3-2 0,-2-4-1 16,-5-2 3-16,-4-1-2 15,1-4 1-15,0-1-5 16,4-1-1-16,2-4-3 16,4 0 0-16,8 0-1 15,6 0 0-15,8 0-41 16,4-9-35-16,0-1-101 16,3-7-202-16</inkml:trace>
  <inkml:trace contextRef="#ctx0" brushRef="#br0" timeOffset="-139108.493">20618 15444 296 0,'0'0'306'0,"0"0"-172"0,0 0 56 0,0 0-117 0,0 0-22 16,0 0 1-16,115-10 4 16,-69 10-9-16,-1 0-16 15,-3 0-13-15,-5 0-4 16,-7 0-6-16,-9 0-5 16,-8 0-1-16,-5 0-2 15,-7 0 0-15,-1 0-30 16,0 3-69-16,0 1-55 0,0-2-161 15</inkml:trace>
  <inkml:trace contextRef="#ctx0" brushRef="#br0" timeOffset="-138816.246">21145 15470 711 0,'0'0'77'0,"0"0"69"16,0 0-30-16,0 0-46 0,0 0-10 16,0 0-6-1,48 61-13-15,-48-53-15 0,0-1 1 16,0-3-7-16,-5 2-5 16,-9-3-2-16,-2-2-1 15,1-1-6-15,2 0-3 16,2 0 0-16,7 0-1 15,2 0 3-15,2 0-5 16,0-4-13-16,0-5-60 16,20 1-101-16,5-4-209 15</inkml:trace>
  <inkml:trace contextRef="#ctx0" brushRef="#br0" timeOffset="-138328.721">21773 15405 805 0,'0'0'53'15,"0"0"99"-15,-96-28-66 16,64 28-26-16,-1 0-30 16,4 12-6-16,4 8-2 15,1 2-9-15,9 1-7 16,2 0 0-16,7-2-4 15,6-4-2-15,0-1 2 16,0-4 2-16,6-5-2 16,13-1-2-16,7-6-19 0,0 0-29 15,4 0-11-15,-3-9 0 16,-3-4 0-16,-5 1 18 16,-2-3 15-16,-4 3 17 15,-4 1 9-15,-4 4 7 16,-4 3 31-16,-1 3 41 15,0 1-12-15,0 0-34 16,0 3-22-16,0 15 32 16,0 4-8-16,0 9 0 15,-6 3-2-15,-6 2-4 16,-1 0-6-16,-1-1-2 16,4-3-6-16,1 0-5 0,3-8-4 15,5-4-3 1,1-5-1-16,0-7-2 0,0-6-18 15,7-2-49-15,8 0-45 16,0-12-137-16,4-10-351 16</inkml:trace>
  <inkml:trace contextRef="#ctx0" brushRef="#br0" timeOffset="-137887.593">22019 15330 366 0,'0'0'401'0,"0"0"-335"0,0 0 66 0,0 0-30 0,0 0-34 0,-43 72 0 0,40-41-20 16,-1 1-6-16,-1 3-3 16,0-2-11-16,2 0-13 15,-1-4-5-15,2-4-3 16,1-5-3-16,1-4 1 15,0-6-2-15,7-1-2 16,10-5 3-16,7-4-2 16,3 0-1-16,-1 0 0 15,1-13 0-15,-1-1 1 16,-4-5-1-16,-1-1-1 16,-5 2 0-16,-5 0 2 15,-4 2 0-15,-7 4-2 0,0 2 1 16,0 4-1-16,-1 2-2 15,-16 2 1-15,-5 2 1 16,-3 0 2-16,-5 0-2 16,0 7 0-16,-1 6 1 15,1-1-1-15,0 1 0 16,10-2-18-16,4-1-46 16,9-2-43-16,7-4-147 15,0-4-319-15</inkml:trace>
  <inkml:trace contextRef="#ctx0" brushRef="#br0" timeOffset="-137621.856">22595 15337 815 0,'0'0'90'0,"0"0"105"0,0 0-85 0,0 0-80 15,0 0-2-15,0 0 17 16,-42 71-6-16,23-42-4 16,-4 0-17-16,0 2-7 15,0-5-6-15,1 1 3 16,3-5-8-16,2-6 0 16,-1-3-25-16,11-5-48 15,2-5-54-15,5-3-102 16,0-1-130-16</inkml:trace>
  <inkml:trace contextRef="#ctx0" brushRef="#br0" timeOffset="-137369.522">22522 15261 807 0,'0'0'83'15,"0"0"6"-15,0 0 9 16,0 0 11-16,30 83-35 15,-18-48 5-15,-3 1-10 16,1-2-20-16,2-5-10 16,-2-2-11-16,1-3-15 15,-2-6-7-15,1-2-3 0,-1-7-3 16,0-4-1-16,-1-1-17 16,1-4-28-16,1 0-26 15,5 0-81-15,0-12-152 16,6-13-463-16</inkml:trace>
  <inkml:trace contextRef="#ctx0" brushRef="#br0" timeOffset="-137128.333">22989 15226 697 0,'0'0'125'0,"0"0"33"0,0 0-116 16,0 0 77-16,3 73-30 15,-2-35-9-15,-1-1-3 16,0-2-24-16,3-1-15 16,-3-4-12-16,0-6-18 15,0-6-5-15,0 0-1 16,0-7-2-16,0-1-26 16,0-5-43-16,2-4-87 15,10-1-116-15,6-4-220 16</inkml:trace>
  <inkml:trace contextRef="#ctx0" brushRef="#br0" timeOffset="-136747.647">23261 15327 808 0,'0'0'19'0,"0"0"94"16,0 0 10-16,-14 85-52 15,14-54-18-15,0-2 1 16,3-6-8-16,15-3-12 15,-2-4-8-15,5-7-11 16,2-3-5-16,2-6-2 16,2 0-4-16,0 0-1 15,-4-13 0-15,3-5 0 16,-5 1-3-16,1-4 1 16,-3-1 3-16,-2 1-4 15,-5 0 3-15,-6 2-3 16,-6 4 1-16,0 2 3 0,0 2 12 15,-18 3 1-15,-6 0-7 16,0 6-4-16,-7 1-3 16,-2 1-1-16,-3 0-1 15,2 0 1-15,1 2 1 16,6 7-2-16,3-2-1 16,5-2-9-16,4 0-41 15,6-3-66-15,2-2-61 16,2 0-164-16</inkml:trace>
  <inkml:trace contextRef="#ctx0" brushRef="#br0" timeOffset="-136078.783">23202 14905 496 0,'0'0'126'0,"0"0"28"0,0 0-30 0,0 0-57 15,0 0-27-15,0 0 13 16,108 8-21-16,-63-8-12 16,5 2-4-16,1 1-8 0,0-2-2 15,-1 1-4 1,-11-2-1-16,-6 0-1 0,-11 0-25 15,-10 0-40-15,-4 0-50 16,-8-2-82-16,0-6-143 16</inkml:trace>
  <inkml:trace contextRef="#ctx0" brushRef="#br0" timeOffset="-135764.966">23534 14661 507 0,'0'0'156'0,"0"0"-3"15,0 0-59-15,0 0 9 0,0 0-20 16,-5 100 0-16,8-60-5 16,2-1-15-16,-1 0-16 15,-4-3-9-15,4 0-13 16,-4-4-2-16,0-3-7 15,0-4-4-15,0-3-5 16,0-5-2-16,0-2-2 16,0-2-3-16,0-4 0 15,3-2-1-15,6-3-22 16,5-4-20-16,4 0-49 16,4 0-87-16,2-17-170 15,3-8-460-15</inkml:trace>
  <inkml:trace contextRef="#ctx0" brushRef="#br0" timeOffset="-135259.993">23968 14627 586 0,'0'0'126'0,"0"0"21"16,0 0-35-16,92-25-34 15,-68 25-27-15,-5 2-6 16,-8 14-19-16,-5 5 0 16,-6 4 3-16,0 6-13 0,-2-3-2 15,-14 1-5-15,-7 0-1 16,-2-7-2-16,0-7-5 16,4-3 2-16,3-7 1 15,9-3-4-15,6-1-2 16,3-1-12-16,0 0 5 15,7 0 2-15,17 0 3 16,6 0 1-16,1 0 3 16,-1 0-2-16,-4 4 2 15,-1 4 2-15,-1 2-2 16,-6 1 1-16,-5 4 6 16,-2 2 0-16,-4 1 9 15,-4 2 1-15,0 2 5 16,-3-1 12-16,0-2-4 15,-3 1-7-15,-12-4-5 0,-4-2-2 16,-7-4-2-16,-8-2-5 16,-7-4-3-16,0 0-4 15,1-3-2-15,-2-1 0 16,9 0-23-16,7 0-41 16,4 0-68-16,6-14-147 15,9-6-511-15</inkml:trace>
  <inkml:trace contextRef="#ctx0" brushRef="#br0" timeOffset="-134704.971">24760 15039 654 0,'0'0'96'0,"0"0"49"0,0 0-115 16,0 0 65-16,19 85-22 0,-13-39-8 15,-1 0 3-15,-4-3-19 16,-1-3 4-16,0-5-23 16,0-5-13-16,0-5-11 15,-1-5-3-15,-2-7 0 16,3-3-3-16,0-6-43 15,0-4-59-15,18 0-64 16,9 0-113-16,2-18-317 16</inkml:trace>
  <inkml:trace contextRef="#ctx0" brushRef="#br0" timeOffset="-134347.676">25172 15063 745 0,'0'0'99'15,"0"0"39"-15,0 0-81 0,-103 23 2 16,67-3-25-16,0-2-12 16,2 1 0-16,-2-4-13 15,10-3-6-15,1-3-1 16,4-2-2-16,5-4-20 16,4-2-22-16,7 1 3 15,5-2 22-15,0 0 14 16,0 1-21-16,11 2 24 15,8 1 11-15,5 5 0 16,1 3 10-16,1 3 3 16,2-1 4-16,-1 1-5 15,0-1 3-15,1-1 2 0,-2 0 1 16,0-3-6-16,-1-2-10 16,-2-2-8-16,-5-2-2 15,0-3-3-15,-6-1-20 16,2 0-55-16,2 0-47 15,3-7-143-15,10-8-89 16</inkml:trace>
  <inkml:trace contextRef="#ctx0" brushRef="#br0" timeOffset="-133776.057">25522 15124 544 0,'0'0'239'16,"0"0"8"-16,0 0-93 15,17-80-55-15,-17 72-44 0,-15 3-30 16,-8 5-19-16,-3 0-4 15,-4 6 0-15,0 14 1 16,3 2-2-16,6 5 0 16,9-2-1-16,9-1 1 15,3-4-1-15,0-5 0 16,8-3-2-16,10-4-9 16,8-5-7-16,0-3-8 15,0 0-14-15,-1-7 3 16,-5-10-4-16,1-2-4 15,-6 0 22-15,-2 4 7 16,-4 3 11-16,-5 4 5 16,-3 8 2-16,-1 0 21 0,0 2-23 15,0 19 2 1,-3 10 11-16,-5 6 8 0,0 6 10 16,0 2-4-16,1 4-5 15,-2 1 7-15,0 0 12 16,6 1-10-16,0-2-1 15,-2 1-2-15,-2-5-8 16,-5-5-9-16,2-7-4 16,-3-3-1-16,0-9-1 15,1-7-3-15,2-5 0 16,-2-5 1-16,1-4 0 16,-2 0 4-16,-4-10 1 15,-2-9-4-15,1-6-1 16,-1-5-1-16,5-4 0 0,1-5 0 15,8-5-2-15,5-1 3 16,0 3-1-16,11 1-1 16,13 5 0-16,4 5-1 15,8 3-13-15,6 6-21 16,1 4-70-16,6-2-123 16,5-4-382-16</inkml:trace>
  <inkml:trace contextRef="#ctx0" brushRef="#br0" timeOffset="-133094.887">26125 14963 801 0,'0'0'111'0,"0"0"49"0,0 0-130 0,0 0 62 0,-7 74-41 16,7-36 5-16,6-3 6 15,-2-2-14-15,-2-1-20 16,0-8-16-16,-2-3-9 16,0-7 0-16,0-4-2 15,0-4 1-15,0-4-2 16,0-2-8-16,0 0-7 16,0-1 13-16,0-16-3 15,2-5-17-15,10-8 14 0,3 0 5 16,4 2 2-16,0 8 1 15,-2 6 2-15,-1 8 3 16,-2 6 2-16,1 0-4 16,0 12-3-16,-2 12 4 15,-4 6 2-15,-1-1 0 16,-5-1-3-16,-2-2 1 16,-1-7 0-16,0-3-1 15,0-8-2-15,0-2 1 16,0-5-1-16,0-1-1 15,0 0 0-15,0-5-1 16,0-12-6-16,0-5-6 16,7-5 5-16,10-3 3 0,5-5 1 15,3 4 2-15,0 5 2 16,0 5 0-16,-1 6-1 16,-2 5 0-16,-2 5-1 15,-3 3-1-15,3 2 3 16,-7 0 0-16,-2 10 0 15,-3 5 0-15,-5 5 4 16,-3 4 3-16,0 0 14 16,0 3-3-16,-4-3-1 15,-8-3-9-15,3-3 0 16,0-2-6-16,2-5 0 16,2-4 0-16,2-4-2 0,3-3-1 15,0 0-14 1,0 0-7-16,0 0-15 0,0-3-43 15,0-10-123-15,0-5-145 16</inkml:trace>
  <inkml:trace contextRef="#ctx0" brushRef="#br0" timeOffset="-132736.062">26643 14697 611 0,'0'0'177'0,"0"0"58"0,0 0-124 15,0 0-41-15,0 0-50 16,0 0 2-16,73-2 4 16,-38 4-1-16,0-1-4 15,-2-1-9-15,-4 0-5 16,-2 0-6-16,-6 0 3 16,-6 0-4-16,-6 0-8 15,-6 0-38-15,-1 0-42 0,-2 0-98 16,0 0-248-16</inkml:trace>
  <inkml:trace contextRef="#ctx0" brushRef="#br0" timeOffset="-132285.003">27199 14394 592 0,'0'0'240'16,"0"0"-111"-16,0 0-58 16,0 0-38-16,0 0-14 15,0 0 10-15,46 64-5 0,-44-39-1 16,-2-1-4-16,0-1-11 16,-12-5 5-16,-5-2-4 15,-2-5-3-15,0-3 3 16,4-2-5-16,6-3-2 15,3-3-1-15,6 0-1 16,0 1 0-16,0 1 1 16,4 1 3-16,11 3-3 15,3 1 0-15,0 0 1 16,-2 4 4-16,0 1 19 16,-3 4 6-16,-4 2 0 15,-2 2-7-15,-1 0 13 16,-4-2-8-16,-2-1-6 0,0-1 6 15,0-4-9-15,-8-1 0 16,-8-3-6-16,-9-4 4 16,-8-4-8-16,-13 0-6 15,-11 0-4-15,-18 3-7 16,-13 1-78-16,-6-1-171 16</inkml:trace>
  <inkml:trace contextRef="#ctx0" brushRef="#br0" timeOffset="-130842.921">3212 15313 523 0,'0'0'52'0,"0"0"-21"0,0 0 49 0,0 0 6 16,0 0 14-16,0 0-34 15,107 30-27-15,-52-30 8 16,11 0-5-16,3 0-16 16,2 0-10-16,1 0-7 15,-10 0-4-15,-9 0-3 16,-12-4-2-16,-14 3-53 15,-15 1-58-15,-12 0-138 0,-4 0-212 16</inkml:trace>
  <inkml:trace contextRef="#ctx0" brushRef="#br0" timeOffset="-130489.713">3267 15523 549 0,'0'0'94'15,"0"0"53"-15,0 0-17 16,0 0-79-16,0 0 10 0,0 0-17 16,110 0 2-16,-69 0 14 15,-1 0-12-15,6 0-15 16,-1-4 1-16,1 0-12 15,2-4-4-15,-2 2 0 16,-4-4-8-16,4 0-3 16,-12-1 1-16,-8 1-1 15,-10 4-3-15,-8-1 1 16,-5 5-1-16,-3 2-1 16,0 0-3-16,-14 0-28 15,-6 2-55-15,1 6-66 16,2-3-133-16,6-5-384 15</inkml:trace>
  <inkml:trace contextRef="#ctx0" brushRef="#br0" timeOffset="-128315.07">4986 15120 573 0,'0'0'62'0,"0"0"77"0,0 0-1 0,0 0-43 0,0 0-29 15,0 0-32-15,-26-55-27 16,26 78 11-16,0 9 6 16,0 2-5-16,0 1-1 15,0 0-3-15,0-5-8 0,0-5 0 16,-6-4-4-1,5-5-1-15,-2-5-1 0,0-5 1 16,3-3-1-16,0-2 0 16,0-1 2-16,0 0 4 15,0 0 3-15,0 0-10 16,1-8-2-16,16-3 0 16,4 1 2-16,7 1 0 15,5 2 0-15,-3 5 1 16,1 2-1-16,-1 0 0 15,-5 3 0-15,-1 10 1 16,-6 4-1-16,-6 1 1 16,-2 3-2-16,-10 1 2 15,0 2 1-15,-6-1 4 16,-13-3 2-16,-5 2 1 16,-3-4-2-16,-2-2 0 0,-4-4-4 15,-6 0 3-15,1-1-4 16,-3-3 0-16,2-4 2 15,11-2-4-15,1-2-30 16,15 0-32-16,4-7-41 16,8-11-135-16,0-6-332 15</inkml:trace>
  <inkml:trace contextRef="#ctx0" brushRef="#br0" timeOffset="-128087.652">4963 15090 667 0,'0'0'27'0,"0"0"84"0,0 0 4 0,0 0-15 16,109-65-49-16,-64 61-14 15,9 4-4-15,-2 0-9 16,0 0-13-16,-1 0-11 15,-6 7-9-15,-7 2-131 16,-5 2-287-16</inkml:trace>
  <inkml:trace contextRef="#ctx0" brushRef="#br0" timeOffset="-127825.646">5581 15281 781 0,'0'0'41'0,"0"0"50"16,0 0 33-16,0 0-35 15,0 0-22-15,0 0-17 16,8 23-12-16,-8-23-3 16,0 0-3-16,0 0-5 15,-6 0-11-15,-10 2-6 16,-3 0-3-16,1-1-7 15,11 0-18-15,7-1-45 0,0 0-53 16,27 0-209-16,12-6-435 16</inkml:trace>
  <inkml:trace contextRef="#ctx0" brushRef="#br0" timeOffset="-127402.073">5979 15015 761 0,'0'0'16'0,"0"0"87"16,0 0 15-16,0 0-58 16,0 0-50-16,-104-17-2 15,69 56-1-15,9 6 4 16,5 0-9-16,9 1 1 0,12-3 0 16,0-8-2-16,0-10 2 15,7-5 0-15,7-10 1 16,5-8-4-16,5-2-13 15,0-4-11-15,0-12-30 16,-2-4 15-16,-4 2-18 16,-6-2 30-16,-3 2 11 15,-6 3 16-15,0 5 0 16,-3 5 17-16,0 5 51 16,0 0 16-16,0 4-64 0,0 14 15 15,0 11 2 1,-3 3 2-16,-1 7 0 0,-1 2-26 15,-4 3 21-15,3 0-18 16,-3-3-10-16,5-6-4 16,2-4 2-16,2-7-2 15,0-7-2-15,0-7-32 16,12-7-115-16,6-3-78 16,13-8-449-16</inkml:trace>
  <inkml:trace contextRef="#ctx0" brushRef="#br0" timeOffset="-127010.417">6293 15107 925 0,'0'0'3'0,"0"0"12"0,0 0 38 0,-78 87-7 15,63-37-18-15,5 1 1 16,2 1-5-16,5-2-2 15,3-6-4-15,0-5-5 16,0-7-2-16,0-7-6 16,8-6-1-16,5-9 1 15,5-6 1-15,6-4-1 16,0 0-5-16,4-7-6 16,-4-7 5-16,1-4 2 15,-4-4 0-15,-6 1 0 16,-2-2-1-16,-7 3 1 15,-6 2-1-15,0 4 0 0,-11 2 10 16,-12 5 11 0,-5 2-10-16,-7 5-9 0,0 0-1 15,-1 9-1-15,6 5 0 16,2 1-4-16,13-2-42 16,6 1-30-16,9-7-68 15,0-5-155-15</inkml:trace>
  <inkml:trace contextRef="#ctx0" brushRef="#br0" timeOffset="-126771.991">6748 15210 713 0,'0'0'245'0,"0"0"-150"0,0 0-7 16,0 0-50-16,0 0-14 15,0 0 1-15,-81 117-3 16,66-72-9-16,-1 1-3 16,4-6-5-16,-2-3-2 15,-2-6-3-15,4-7 0 16,-3-5-31-16,5-9-94 16,-1-9-124-16,7-1-231 15</inkml:trace>
  <inkml:trace contextRef="#ctx0" brushRef="#br0" timeOffset="-126551.997">6602 15230 897 0,'0'0'26'0,"0"0"12"16,0 0 77-16,0 0-33 15,34 100-31-15,-12-61-4 16,2 1-12-16,3 1-10 15,-5-3-9-15,-4-3-9 16,-2 1-5-16,-5-7-2 16,-2-5-11-16,-2-4-61 15,1-12-95-15,-2-5-141 0</inkml:trace>
  <inkml:trace contextRef="#ctx0" brushRef="#br0" timeOffset="-126335.266">7044 15283 711 0,'0'0'30'0,"0"0"128"16,-23 99-50-16,23-59-38 15,0-1-39-15,0 0 1 16,6-5-23-16,3-2-5 15,-2-5-4-15,2-11-45 0,3-7-137 16,3-9-363-16</inkml:trace>
  <inkml:trace contextRef="#ctx0" brushRef="#br0" timeOffset="-125990.705">7248 15344 933 0,'0'0'3'15,"0"0"53"-15,0 0 36 16,-35 96-43-16,35-62-23 16,5-3 4-16,11-5-10 15,2-3-2-15,3-8-6 16,0-8 1-16,2-6-3 16,0-1-4-16,-4-4-2 15,2-13 1-15,-4-5-2 0,-4-5-1 16,-7 0 2-16,-6-3-3 15,0 0 1-15,0 4-1 16,-15 4 1-16,-9 5 17 16,-4 7 9-16,-8 8-15 15,-1 2-10-15,1 0-1 16,3 7-1-16,6 7-1 16,9 0-4-16,2 0-28 15,13-1-35-15,3-5-77 16,0-6-108-16,12-2-402 0</inkml:trace>
  <inkml:trace contextRef="#ctx0" brushRef="#br0" timeOffset="-125525.889">7532 14869 927 0,'0'0'13'0,"0"0"38"16,0 0 36-16,0 0-22 16,83-21-54-16,-64 49 10 15,-4 4 11-15,-5 5-1 0,-8-2 2 16,-2 0-9 0,-2-3-8-16,-16-6-9 0,-2-3-2 15,0-6 1-15,5-6-4 16,6-5 0-16,5-5-1 15,4-1 2-15,0 0 4 16,4-4-7-16,14-7-6 16,3 1-3-16,3 4-9 15,-3 3 3-15,0 3 9 16,-5 0 5-16,-2 9 1 16,-4 8 0-16,-4 1 0 15,-3 3 10-15,-3 3 5 0,0-3 4 16,-5 2 3-1,-15 1 4-15,-7-2 4 0,-8 1 3 16,-5-3-16-16,-2-3-5 16,-1-3-5-16,-2-5-5 15,5-2-2-15,7-4-22 16,12-3-82-16,11 0-158 16,8-8-466-16</inkml:trace>
  <inkml:trace contextRef="#ctx0" brushRef="#br0" timeOffset="-125142.281">8338 15237 649 0,'0'0'22'0,"0"0"144"0,0 0-5 0,0 0-40 16,0 0-40-16,0 0-59 0,20-5 28 15,-34 49 7-15,-1 6-8 16,5 2-9-16,1-1-21 16,1-2-11-16,1-4-5 15,7-7-3-15,0-6-1 16,0-12-53-16,19-10-84 16,8-10-81-16,6 0-210 15</inkml:trace>
  <inkml:trace contextRef="#ctx0" brushRef="#br0" timeOffset="-124817.38">8604 15309 769 0,'0'0'176'15,"0"0"13"-15,0 0-77 16,0 0-53-16,-80 11-12 16,49 16-21-16,0 1-12 0,1-1-8 15,6-4-3-15,2-3 0 16,7-4-2-16,3-5 1 15,6-8-2-15,5-1-9 16,1-2-19-16,0 0 9 16,0 0 8-16,4-11-12 15,9 3 20-15,-1 4 3 16,5 4-1-16,2 0 1 16,2 0 0-16,9 12 0 15,-2 6 2-15,2 2 0 16,1-2-2-16,-1-1 0 15,0-7-23-15,1-5-73 16,1-5-32-16,2 0-64 0,0-4-117 16,-1-12-102-16</inkml:trace>
  <inkml:trace contextRef="#ctx0" brushRef="#br0" timeOffset="-124324.114">8893 15418 415 0,'0'0'130'16,"20"-80"35"-16,-20 48 1 15,0 9 12-15,-14 10-19 16,-13 13-52-16,-3 0-79 15,-1 20-10-15,3 13 3 16,8 2-14-16,13 4-3 16,7-5-2-16,0-7 0 15,13-4-1-15,12-9 0 16,5-9-1-16,6-5-16 0,0-2-30 16,4-16-19-1,-4-2-14-15,-4-3 10 0,-9-1 22 16,-2 3 23-16,-9 4 24 15,-6 6 4-15,-4 5 45 16,-2 6 50-16,0 10-70 16,0 19-20-16,0 15 25 15,0 13 0-15,-2 11-9 16,2 11 0-16,0 8-1 16,0 8-7-16,0 1-3 15,0-2-3-15,0-6-5 16,0-12 1-16,0-11-3 0,-6-16 3 15,-12-12 2-15,-3-17 7 16,-2-10-3-16,-3-10-2 16,-5-10-2-16,-5-20 6 15,-3-9-6-15,5-10 0 16,4-1 4-16,9-7 0 16,8-5 3-16,8-7 0 15,5-4-13-15,0 1 4 16,5-2-7-16,11 8 0 15,8 0-10-15,7 5-31 16,2 3-37-16,6 6-78 16,-2 1-186-16</inkml:trace>
  <inkml:trace contextRef="#ctx0" brushRef="#br0" timeOffset="-123612.016">9433 15387 798 0,'0'0'8'0,"0"0"140"0,0 0-22 0,0 97-27 16,0-70-45-16,0-4-7 15,0-3-20-15,0-8-7 16,0-4-8-16,0-3-7 15,0-5 0-15,3 0 2 16,6 0 7-16,0-13-13 16,6-7-1-16,3-3-7 15,-2-2 6-15,-2 1-1 16,5 5 2-16,-7 5 1 0,0 7-1 16,0 7 0-16,-3 0-1 15,0 20 1-15,1 7 3 16,-4 4-1-16,2 0-1 15,-4 0 1-15,3-3-2 16,-5-7 1-16,1-8 0 16,-3-6 0-16,1-5 0 15,4-2 2-15,1-2 5 16,2-15-8-16,3-7 3 16,1-2-3-16,-1-6-3 15,8 0 3-15,2 4 4 16,-1 7-4-16,-3 5 2 0,-3 9 4 15,4 7 8 1,-3 0-10-16,-2 14-1 0,5 9 1 16,-5 5 1-16,-2 1-2 15,-1 6-2-15,-4-3-1 16,-1-1 1-16,-2-4 0 16,-2-5 0-16,-1-4-1 15,0-6 0-15,0-4-52 16,0-5-83-16,0-3-197 15</inkml:trace>
  <inkml:trace contextRef="#ctx0" brushRef="#br0" timeOffset="-123327.517">9967 15193 874 0,'0'0'110'0,"0"0"41"0,0 0-13 0,0 0-50 16,0 0-30-16,0 0-27 16,105 27-13-16,-63-23-5 15,2-1-8-15,-2-1-3 16,3-1 0-16,-11-1-2 15,0 0-5-15,-8 0-35 16,-7 0-63-16,-1 0-102 0,-4-1-181 16</inkml:trace>
  <inkml:trace contextRef="#ctx0" brushRef="#br0" timeOffset="-122855.797">10689 14898 948 0,'0'0'20'0,"0"0"131"15,0 0-61-15,0 0-4 16,0 0-76-16,0 0 0 0,76 15 10 16,-53 11 8-16,-2 4 4 15,-8 2-12-15,-4-2-4 16,-9 0-5-16,0-5-7 15,-19-3 0-15,-7-3-3 16,0-3 3-16,4-5-1 16,8-4-3-16,5-6 0 15,6 2 0-15,3-3 0 16,0 0 5-16,10 0-5 16,11 0 0-16,3-3-3 15,-3 3 2-15,3 0 0 16,-4 0 1-16,-1 7 0 0,-5 7-1 15,-3 3 1 1,-5 3 4-16,1-1 2 0,-5-1 3 16,-2 3 3-16,0-4 9 15,-14 1 6-15,-12-2-2 16,-9-2 2-16,-13 0-4 16,-16-3-14-16,-13 0-5 15,-19 2-4-15,-11 0-23 16,1 0-79-16,6-6-135 15,18-7-882-15</inkml:trace>
  <inkml:trace contextRef="#ctx0" brushRef="#br0" timeOffset="-119292.266">3546 16798 226 0,'0'0'86'0,"0"0"39"0,-83-2-1 16,63-1-30-16,7 1 11 15,4 2 0-15,6 0-3 16,1 0-17-16,2 0-37 16,0 0-19-16,12 0-10 15,18 0 6-15,13 0-1 16,8 0-11-16,3 0-6 15,1 0-2-15,0-1-5 16,-4-4 5-16,-5 1-4 0,-12-1-1 16,-7 4-17-16,-12 1-38 15,-6 0-85-15,-9 0-173 16,-6 0-189-16</inkml:trace>
  <inkml:trace contextRef="#ctx0" brushRef="#br0" timeOffset="-118944.584">3385 17040 530 0,'0'0'67'16,"0"0"-14"-16,0 0 72 15,0 0 0-15,0 0-49 16,89 0-19-16,-48 0-3 16,6 0 5-16,1 0-14 15,4-8-7-15,-4 0-6 16,1 2-8-16,-4-3-1 16,-11 4-9-16,-8-1-3 15,-8 5-3-15,-9-2-3 16,-6 2-1-16,-3-1-3 0,0 2 2 15,0 0-3 1,0 0-17-16,-9 6-39 0,-8 1-85 16,-1-5-180-16</inkml:trace>
  <inkml:trace contextRef="#ctx0" brushRef="#br0" timeOffset="-117977.41">4835 16672 543 0,'0'0'55'0,"0"0"78"0,0 0 4 0,0 0-40 16,0 0-81-16,0 0 32 15,-19 76-1-15,10-36-1 16,3 1-17-16,1-3 11 16,2-1-12-16,3-4-10 15,0-6-9-15,0-7-1 16,0-7-3-16,0-11-2 16,0-2-1-16,0 0 6 15,0 0 0-15,0-11 0 16,0-3-8-16,-3 0-1 0,-1-2-4 15,4 2-1-15,0-1 2 16,0-1 2-16,16 4 2 16,5-1 1-16,5 1-1 15,2 4 1-15,2 5 0 16,-2 0-1-16,2 3 3 16,-3 0 1-16,-2 3-2 15,-4 11 1-15,-5 3 3 16,-8 5-1-16,2 0 1 15,-7 2 2-15,-3 3 2 16,0-3 0-16,-16-1 0 16,-4-1 3-16,-5-4-3 15,-3-1-4-15,-2-5 0 0,-3-3-4 16,5-2 0-16,-2-1 3 16,3-3-5-16,10-2 0 15,3-1-12-15,3 0-44 16,5 0-38-16,6-1-52 15,-4-15-168-15</inkml:trace>
  <inkml:trace contextRef="#ctx0" brushRef="#br0" timeOffset="-117653.825">4753 16598 650 0,'0'0'39'0,"0"0"24"0,0 0 114 15,0 0-52-15,0 0-36 16,113 18-26-16,-65-18-8 16,3 0-16-16,1 0-8 15,-7 0-8-15,4-5-6 16,-13 0-11-16,-5-1-1 15,-10 3-3-15,-9 0 3 16,-6 2-4-16,-6-1 3 16,0 2-4-16,0 0 0 15,-6 0-6-15,-12 0-71 16,0 0-65-16,-4 0-104 16,2 0-447-16</inkml:trace>
  <inkml:trace contextRef="#ctx0" brushRef="#br0" timeOffset="-115600.428">5589 16645 12 0,'0'0'195'0,"0"0"-117"0,0 0 54 0,0 0-20 16,-6-83-27-16,-10 68-2 16,-4 2-22-16,-4 6-21 15,-3 2-10-15,-4 5-9 16,-5 0-10-16,0 5-4 0,0 10 3 15,0 11 3 1,2 2 16-16,9 3-5 0,7-1-8 16,13-1-4-1,5-3-6-15,2-5-2 0,17-7 1 16,6-6 0-16,4-5-1 16,-2-3 3-16,3 0-4 15,-2-10-1-15,-1-5 1 16,-3-6-3-16,-5-4 0 15,-4 3 0-15,-7-2 0 16,-4 3-2-16,-1 1 2 16,-3 6 5-16,0 5-3 15,0 4 9-15,0 5 6 0,-3 0-3 16,0 11-7 0,0 13 6-16,0 6 9 0,3 5 8 15,-3 6 0-15,3-2-6 16,0 2 1-16,-3 1-5 15,0 1 1-15,3 3-2 16,-5-2 0-16,-1-4-5 16,-1-5-1-16,1-11-7 15,2-4-1-15,-4-3-1 16,5-6-2-16,-4-3 0 16,4-3 0-16,3-5-2 15,-2 0-1-15,2 0-22 16,0-10-56-16,0-6-53 15,5-3-64-15,8-10-230 0</inkml:trace>
  <inkml:trace contextRef="#ctx0" brushRef="#br0" timeOffset="-115120.541">5961 16537 681 0,'0'0'8'0,"0"0"57"0,0 0 34 0,-89 67-27 0,71-26-15 16,3 1-11-16,-3 4-7 16,9-1 0-16,-1-3-3 0,7 3-16 15,3-4-6-15,0-3-4 16,0-5-6-1,0-8-1-15,0-5 0 0,10-7 1 16,1-6-1-16,4-6 1 16,4-1 4-16,6 0-6 15,-1-16 5-15,7-2-6 16,-4-4 0-16,-4-4-1 16,-1 0 2-16,-10 0 0 15,-2 1 0-15,-10-1-1 16,0 4 1-16,-1 1 0 0,-17 1-1 15,-4 6 0-15,-1 2 0 16,-4 5 3 0,-1 4-3-16,0 3 0 0,1 0-1 15,3 0 0-15,6 9-1 16,2 1 1-16,7 3-1 16,7-3-17-16,2 5-54 15,2-2-69-15,17-6-152 16,7-2-347-16</inkml:trace>
  <inkml:trace contextRef="#ctx0" brushRef="#br0" timeOffset="-114739.557">6240 16740 674 0,'0'0'16'0,"0"0"-1"0,0 0 74 15,-41 78-4-15,39-44-46 16,2 5-10-16,0-1-7 16,13 0-4-16,4-8-2 15,2-8-6-15,-2-5-1 16,7-6-4-16,-2-6 1 16,5-5-1-16,-6 0-2 15,6-6 1-15,-8-13 0 16,5-4-2-16,-9-4 0 15,-6-9 0-15,-2 0 5 16,-7-2 15-16,0 0 6 0,-13 0 2 16,-2 1 1-16,-9 6 1 15,5 4-7-15,-4 7-15 16,4 7-7-16,-2 11-2 16,-2 2-1-16,1 1-2 15,3 16-61-15,8 6-81 16,5-2-149-16,6-4-423 15</inkml:trace>
  <inkml:trace contextRef="#ctx0" brushRef="#br0" timeOffset="-114429.469">6798 16622 900 0,'0'0'13'16,"0"0"65"-16,0 0-6 16,0 0-2-16,0 0-12 15,-13 84 5-15,20-49-5 16,-2 3-6-16,-1 3-11 16,-1 3-12-16,-3 3-10 15,0-6-10-15,0 0-4 16,0-10-3-16,0-9 0 15,0-8 0-15,0-4-2 0,0-6-9 16,0-4-45-16,14 0-45 16,7-8-63-16,7-12-77 15,-1-8-221-15</inkml:trace>
  <inkml:trace contextRef="#ctx0" brushRef="#br0" timeOffset="-114093.232">7038 16724 679 0,'0'0'138'0,"0"0"63"16,0 0-110-16,0 0-58 16,0 0-15-16,0 0 7 15,-89 52-3-15,65-27-14 16,0-2-4-16,2 1 0 16,1-5-3-16,3-7-1 0,3-1-12 15,5-4-13-15,8-5 2 16,2 0 3-16,0-2 8 15,0 0 3-15,2 0 9 16,13 4 8-16,4 4-5 16,7 8 6-16,2 3 2 15,0 3 1-15,-1 2-7 16,-3-3-1-16,-3-3 4 16,-2-4-1-16,-3-1-3 15,1-6-1-15,2-2 0 16,-2-3-3-16,4-2-21 15,4 0-105-15,3-7-181 0,7-10-183 16</inkml:trace>
  <inkml:trace contextRef="#ctx0" brushRef="#br0" timeOffset="-113544.023">7430 16741 792 0,'0'0'120'15,"0"0"19"-15,0 0-65 16,0 0-30-16,-105-24-19 15,78 47-9-15,0 4-9 16,8 4 0-16,7 2-3 16,6 3-2-16,6-1 1 15,0-7-1-15,3-2-2 16,9-12-3-16,7-4-33 0,4-10 3 16,-1 0-18-16,4-13 3 15,-6-8 3-15,1-1 12 16,-4 2 14-16,-4 1 18 15,-4 4 1-15,-6 7 8 16,0 4 21-16,-3 4 21 16,0 0-37-16,3 17-1 15,-3 14 24-15,0 11-10 16,0 9-5-16,0 6-3 16,0 4 4-16,0-3 1 15,0-1-5-15,-3-1 0 16,-3-3 15-16,3-7-5 15,-3-4 2-15,-1-8-12 0,5-5-3 16,-2-8-3-16,1-3 1 16,-2-5-3-16,2-4-2 15,-3-4-2-15,-1-4 1 16,-2-1-1-16,-3 0 8 16,-6 0 0-16,3-11-3 15,-4-4 0-15,1-5 1 16,3-5-1-16,3-8 0 15,0-2-5-15,6-5-3 16,6-2-3-16,0 1-11 16,14 3-26-16,14 3-49 15,6 6-61-15,8 3-96 0,-2-1-514 16</inkml:trace>
  <inkml:trace contextRef="#ctx0" brushRef="#br0" timeOffset="-112854.158">7922 16970 918 0,'0'0'12'0,"0"0"106"0,0 0-12 0,0 0-23 15,-27 93-27-15,27-58-5 16,0-1-14-16,0-7-7 15,0-1-9-15,0-7-5 0,0-5-12 16,0-4 0-16,0-7-2 16,0-3 1-16,2 0 0 15,-1 0 4-15,5-16 4 16,0-8-11-16,1-7-2 16,4-3-1-16,2-2-1 15,2 2 0-15,0 8 4 16,-1 9-4-16,-4 8 4 15,-4 9-6-15,0 0-5 16,3 8 7-16,1 15 4 16,2 5 2-16,-3 0-2 15,0-2 0-15,-3-3 2 16,-3-5-1-16,0-4 0 0,-3-6-1 16,3-3-1-16,-3-4 1 15,0-1 2-15,0 0 2 16,0-6-2-16,3-11-2 15,-3-3 4-15,5-4-4 16,-1 0 0-16,6-1 0 16,2 1-1-16,5 2-1 15,2 0 1-15,5 3 0 16,-2 3 1-16,-1 1 0 16,-4 7-1-16,2 5 0 15,-7 3-2-15,0 0 3 16,0 9 0-16,-3 11-3 0,-3 1 3 15,1 3 0 1,-2 1 2-16,-4 2 1 16,-1 1-1-16,0 0 5 0,0-2 2 15,0-2 1-15,0-5-2 16,0 0-4-16,0-6-1 16,0-2-3-16,0-4 0 15,0-1 0-15,0-5-34 16,5-1-72-16,-1 0-133 15,1-4-250-15</inkml:trace>
  <inkml:trace contextRef="#ctx0" brushRef="#br0" timeOffset="-112630.808">8571 16759 675 0,'0'0'332'0,"0"0"-236"0,0 0 31 0,0 0-40 0,0 0-38 0,0 0-15 15,76 8-16-15,-36-3-15 16,-1-2-1-16,4 0-2 16,-4-2-11-16,0 1-102 15,-2-2-123-15,-4 0-245 16</inkml:trace>
  <inkml:trace contextRef="#ctx0" brushRef="#br0" timeOffset="-112128.432">9108 16591 914 0,'0'0'35'0,"0"0"21"16,0 0 4-16,0 0 22 15,0 0-60-15,0 0 2 16,92-15 24-16,-77 35 7 16,-1 4 1-16,-7 1-11 15,-2 0-15-15,-5 1-10 16,0-3-4-16,-3-5-8 16,-12-3-3-16,0-5-2 15,-3-2 1-15,3-3-3 0,4-2 2 16,6-3-2-16,5 0 1 15,0 0 0-15,0 0 3 16,0 0-4-16,8 0-1 16,8 0-1-16,1 0-1 15,3 0 2-15,1 0-3 16,-2 1 3-16,-2 8 0 16,-1 4 0-16,-4-1 0 15,-3 2 0-15,3 0 3 16,-6 2-3-16,-5-3 10 15,-1 2 7-15,0-2 9 0,0 0 0 16,-12-2 1-16,-10 0-2 16,-8-3 3-16,-6-1-4 15,-11-5-3-15,-10 4-12 16,-6-4-5-16,4 1-4 16,6 6-3-16,9 1-49 15,12-2-87-15,17-6-200 16</inkml:trace>
  <inkml:trace contextRef="#ctx0" brushRef="#br0" timeOffset="-109448.405">3877 17468 416 0,'0'0'9'0,"0"0"14"0,0 0 47 0,0 0-17 0,0 0 23 16,0 0-22-16,0 0-36 16,48-15 9-16,16 15 17 15,11 0-12-15,11 5-10 16,14 7-3-16,10 1-3 16,7 0-9-16,20 0-4 15,15 0 1-15,11-2 0 16,13 0-3-16,0-2 1 15,8 0 3-15,3 3-3 16,6-2-1-16,4 2 0 16,7-3 0-16,-2-2-1 0,1-2 4 15,-9 0-2-15,-3 0 5 16,4-1 13-16,-7 2-9 16,0-2-5-16,-11 0 0 15,-11 1-4-15,-9-1 5 16,-14-3-3-16,0-1-2 15,-10 0-1-15,-3 0 1 16,-3 0 0-16,-14 0-1 16,-8 0 1-16,-19 0-2 15,-4 0 0-15,-16-4 2 16,-8-3 2-16,-7-1-3 16,-2-4 10-16,-6 0-1 15,6-1-2-15,-1-1-4 16,0-2 0-16,4 1-4 0,-1-1 0 15,-2-2 0 1,3 0 2-16,-5-4-2 0,-3-3 0 16,-10 0 0-16,-1-8 0 15,-4-1-5-15,-10-11 0 16,-1 1 0-16,-6-6 2 16,3-6 3-16,-2-3 0 15,1-6 0-15,-1-2 0 16,0-2 0-16,-2 2 0 15,1 4 1-15,-2 4-1 16,-5 1-1-16,-2-1 1 16,-3 6 0-16,0 1 1 15,-11 3-1-15,-8 5 1 0,3 5 2 16,-5 6 1 0,-5 5 2-16,-2 5 7 0,3 5-10 15,-8 4-3-15,-3 5 0 16,-1-1 1-16,-3 5 0 15,-4 2-1-15,4-1 2 16,0 3-2-16,-1-3 0 16,1 2 1-16,-6-2 0 15,-1 2-1-15,-8 1 1 16,-9-2-1-16,-8 2 1 16,-8-1-1-16,-6-1-2 15,-10 2 1-15,-4-2 0 0,-9 0 1 16,5-1-1-16,-2 4 1 15,6-3 0-15,1-4 4 16,5 3-4-16,0-1-1 16,3-2 1-16,0 1 3 15,3-3-3-15,0-1-2 16,2 2 1-16,4-2 1 16,-8 1 0-16,-2-1 0 15,-4 0 0-15,2 0 0 16,2 1 1-16,4-3-1 15,-2 1 1-15,-1 0 0 16,-3-2-1-16,0-1 1 16,-1-2-1-16,-1 1 0 0,-5 1-1 15,-4 2 1 1,-2 0-1-16,-5 1 1 0,-1 2 0 16,-1 2 0-16,4 1 0 15,-8-1 3-15,5 1 0 16,-7 1-3-16,-1 0-3 15,-3 1 2-15,-5 0 1 16,-1 1 0-16,3 3-1 16,0-1 2-16,5 1-1 15,0 0 1-15,2-2 0 16,-2-2-1-16,4 3 0 16,-4-2-1-16,-5 3-1 15,-3 0 2-15,0 0 2 16,3 0-2-16,8-2 0 0,6 2 0 15,13 0 1-15,7 0-1 16,7 0 0-16,11 0 0 16,5 0-1-16,3 0 1 15,3 0 0-15,1 0-1 16,-1 0 2-16,7 0-2 16,2 0 0-16,3 4 1 15,1 2 2-15,5-1-2 16,-2 0 0-16,6 2 0 15,2 0 0-15,7 2 0 16,2 2 0-16,10 5 0 16,-3 2 0-16,11 4 0 15,2 4-1-15,2 8 1 0,5 7-1 16,-2 9 1-16,3 6 0 16,3 7 0-16,0 2-1 15,0 0 1-15,13-1 0 16,-1-4 1-16,3 1 5 15,3-3 0-15,3 0-1 16,4-1 0-16,-5-4-1 16,7 0 2-16,-5-2 7 15,3 0 2-15,2-3 1 16,0-7 6-16,7-7-8 16,-1-3-2-16,3-6-1 15,3-4-3-15,1-2-2 0,3-2-2 16,1-3-3-16,0 0 3 15,1-3-3-15,0 0 5 16,0-1-4-16,-2 1-1 16,0 0 0-16,2 0 2 15,1 0-3-15,-1 1 1 16,15-4 0-16,1-3 0 16,6-3-1-16,3-2 2 15,2 0 0-15,1 0 2 16,7 0-1-16,5-3 6 15,3-1-7-15,2 2 0 16,3 2 2-16,2 0-1 16,-1 0-1-16,0 0 4 0,-2 0 2 15,5 2-2-15,-4-1 2 16,-2 2 9-16,-5-3-9 16,-5 0-4-16,-4 0 3 15,-8 1-3-15,-8 3-2 16,-14 4 0-16,-13 0-2 15,-18 4-1-15,-10 3-20 16,-6 3-62-16,-28-4-104 16,-20-4-695-16</inkml:trace>
  <inkml:trace contextRef="#ctx0" brushRef="#br0" timeOffset="-104527.309">4092 7151 308 0,'0'0'96'0,"0"0"-87"0,-49-95-3 0,40 69 25 0,0 5 22 0,-1 5 27 16,2 8-24-16,2 2-7 15,3 6-10-15,-6 0-21 16,-6 16-13-16,-7 24-3 16,-6 28 26-16,-2 31 32 15,-3 30 1-15,3 23-17 16,0 16-20-16,3 2-14 15,8-2-3-15,4-12-2 16,3-5-3-16,6-13 0 16,0-9 7-16,-3-7 32 15,2-12-28-15,2-10-6 0,4-9 8 16,1-5 14-16,0-6-9 16,0-7-11-16,0-8-2 15,7-10-1-15,1-12-1 16,0-13 0-16,0-12-2 15,-2-7 1-15,2-3 4 16,-3-7-1-16,0-1 5 16,1 0 9-16,3 0-7 15,7-5-9-15,8-3-4 16,7-3-1-16,8 7 0 16,9-2-2-16,7 6 2 15,3 0 2-15,5 0-1 16,1 0-1-16,2 0 0 0,11 0-3 15,8 4 3-15,1-1 3 16,6-3-3-16,5 3 0 16,9-3 0-16,7 0-1 15,1 0 1-15,2 0 2 16,-4 3-2-16,-6 1 0 16,-6 0 0-16,1 0 1 15,2 5 1-15,-3 0-2 16,3 2 0-16,6 1 0 15,6 2-2-15,7 2 2 16,5-1-1-16,6 1 1 16,4-4 2-16,3-2 1 15,5-1-3-15,1-4 0 0,5 0-1 16,-3-2-9 0,4-3 10-16,3 4 0 0,0-3 0 15,3 2 1-15,5 0 0 16,-5 1 2-16,5-2-3 15,4 5-2-15,-3-3 2 16,2 3 0-16,-4 2 1 16,-7-3 0-16,-6 4 0 15,-8 0-1-15,-8-2-1 16,-4 1-2-16,-4-2 2 16,-1 1 0-16,0 0-4 15,0-1 6-15,0 1-2 16,1 0 2-16,-1-1 0 15,-3 5 0-15,0 0-1 0,-6 0-1 16,-2-1 1-16,2 1-1 16,-6-5 1-16,0-1-4 15,-2-1 2-15,-1-3-1 16,3 0 3-16,1 2 1 16,2 1 1-16,-3 0-4 15,1 2 1-15,3 0-2 16,-2-1 2-16,1 1 1 15,-6-6-6-15,-4-1-1 16,-4 0 6-16,-10 0-2 16,-4 0 3-16,-7-4 4 15,-8-3-4-15,-10-3 0 0,-6-1 0 16,-13-3 1-16,-1-1-1 16,-3 0 0-16,4-3 1 15,-1-2-1-15,0-3 0 16,-2-3 0-16,3-7 0 15,-4-3-2-15,-2-5 0 16,-4-3 2-16,-2-1 0 16,-6-2 1-16,1-5 0 15,-5-4-1-15,3-9 1 16,1-9 0-16,4 1-1 16,5-8-1-16,6-2 1 15,8-6-3-15,1-1-21 16,0-2 6-16,-5 2 2 0,-7 2 14 15,-10 2 0-15,-9 1 2 16,-6-1 2-16,-8-2-2 16,-1-4 1-16,0-3-5 15,-4 3 4-15,-6 3 0 16,5 2 1-16,1 1-1 16,-3 1 2-16,0 2-2 15,-3 1 0-15,-4 3 1 16,-2 4 3-16,-1 1-1 15,-3 3-2-15,-4 1-1 16,0-4 0-16,0 1 0 16,-3 4 0-16,6 3 1 15,-1 2-1-15,4 8 0 0,0-4 0 16,3 8 1-16,-1 1-1 16,1 2 0-16,-5 2 1 15,1 3-1-15,-2 4-1 16,-4 3-1-16,-2 6 2 15,-6 3-1-15,-3 5-1 16,-4 5 2-16,-8 5 0 16,-5 4 0-16,-4 7 0 15,-7 2 0-15,-2 0 0 16,-6 8 0-16,-5 6-1 16,4 2 2-16,-6 1-1 15,-2 0 0-15,-5 0-2 16,-13-2 0-16,-7 0-2 15,-9 1 4-15,-4-4 2 16,-2 3-1-16,-4-2-1 0,-8 0 0 16,0-1 3-16,-4-2-3 15,-9 0-3-15,-2-3 3 16,-1-1-3-16,-6-2 3 16,1 0 0-16,-3-2-6 15,1 0 6-15,-4-2 0 16,0 0-4-16,-5 0-6 15,-2 0 10-15,-6 0-1 16,1-2-1-16,-4-4 1 16,3 2 1-16,-2-2 0 15,-4 0-6-15,-1-1 1 0,-2 0 5 16,1-1-1-16,5-1 2 16,3 1 0-16,2 1-1 15,2 0-2-15,3 0-1 16,-1 1 6-16,6 2-3 15,4 0 1-15,4-1-1 16,4 2 3-16,1 1-3 16,6 0-2-16,2-2 2 15,4 0-6-15,4 2 6 16,3-2 1-16,8 2-1 16,2 0 0-16,7 0 0 15,5 1 0-15,5 1 0 16,5 0-4-16,8 0 3 0,2 0-1 15,1 0 1-15,8-2-2 16,-1 2 3-16,3-2 1 16,-2 0-1-16,2 2 0 15,3-1 0-15,3-2 0 16,1 1-1-16,2 0 1 16,4 1-1-16,5 1-1 15,6 0 2-15,7 0 0 16,5 0-3-16,6 0 3 15,1 0-1-15,3 0 1 16,3 0-1-16,4 0 0 16,6 0 1-16,5 1-1 0,3 6-1 15,2 4-4-15,-1 3-6 16,2 7 3-16,2 2 1 16,4 7-1-16,0 1 8 15,0 4 1-15,0 3-1 16,0 5-2-16,0 0 3 15,0 4 0-15,0 2 0 16,4 2-1-16,-1 3 1 16,0 5-1-16,3 3 1 15,-1 6 5-15,1 0 0 16,-2-1 4-16,2-10 11 16,0-8-4-16,-3-4 1 15,3-4 2-15,2-1-5 0,0-4-2 16,-2-2-1-1,2-3-4-15,-2-4-1 0,0-4-1 16,-2-5 2-16,2-7-7 16,-4-4 5-16,1-3-5 15,-2-2 0-15,1-2-11 16,2 0-57-16,-2 0-91 16,-2-2-158-16</inkml:trace>
  <inkml:trace contextRef="#ctx0" brushRef="#br0" timeOffset="-83850.81">1742 12596 522 0,'0'0'36'0,"0"0"-36"0,0 0 0 0,0 0 4 0,0 0-1 16,0 0-2-16,0 0 1 16,-10-12-1-16,10 12 1 15,0 0-1-15,0 0-1 16,0 0 0-16,0 0-2 16,-2 0 0-16,2 0-2 15,-1 0-2-15,-4 3-22 16,1 10-46-16,-4 3 2 15,-5 1-66-15,4 0-40 16</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45:17.535"/>
    </inkml:context>
    <inkml:brush xml:id="br0">
      <inkml:brushProperty name="width" value="0.05292" units="cm"/>
      <inkml:brushProperty name="height" value="0.05292" units="cm"/>
      <inkml:brushProperty name="color" value="#FFC000"/>
    </inkml:brush>
    <inkml:brush xml:id="br1">
      <inkml:brushProperty name="width" value="0.05292" units="cm"/>
      <inkml:brushProperty name="height" value="0.05292" units="cm"/>
      <inkml:brushProperty name="color" value="#00B0F0"/>
    </inkml:brush>
  </inkml:definitions>
  <inkml:trace contextRef="#ctx0" brushRef="#br0">2533 2078 659 0,'0'0'74'0,"0"0"-35"0,0 0 55 0,-34-82-48 0,17 71 12 15,-1 6-2-15,-10 5-33 16,-3 0 0-16,-10 15-6 15,-5 12-17-15,6 7 12 16,7 1 16-16,6 0-10 16,15-2-11-16,5-4 1 0,7-5-8 15,0-1 0 1,7-9 1-16,11-6 3 0,6-5-4 16,6-3-4-16,3-1-4 15,1-14-14-15,-3-4 9 16,-2-4-5-16,-7 1 16 15,-7-3 2-15,0 1 1 16,-6 1 2-16,-3 4-1 16,-6 6 0-16,0 6 14 15,0 2 19-15,0 4-3 16,3 1 10-16,-3 0-25 16,0 0-17-16,3 7-2 0,1 8-17 15,-1 9 19 1,-3 5 13-16,6 0 5 0,-4 5-2 15,-2 3 24-15,0 2-17 16,0 1 7-16,0 0-12 16,0 3 8-16,-5-5-6 15,-1 0 0-15,-1-8-6 16,4-5 4-16,-3-7-7 16,4-3-5-16,1-7 3 15,-2-2-2-15,3-3 1 16,0-3-3-16,0 0 0 15,0 0 4-15,0 0-2 16,0 0 1-16,0-9-8 0,0 1-12 16,0-1-42-1,0-2-43-15,3-5-104 0,0-5-265 16</inkml:trace>
  <inkml:trace contextRef="#ctx0" brushRef="#br0" timeOffset="683.462">2930 2142 175 0,'0'0'477'0,"0"0"-455"0,0 0 79 16,0 0 0-16,83-48-41 16,-66 48-13-16,1 4-23 15,-1 17-6-15,-6 6 1 16,-5 3-6-16,-6 1 10 15,0 0-14-15,-3-2 2 16,-13-3-3-16,-1-4-1 16,-4-2-5-16,2-7-1 0,1-4-1 15,4-3-4-15,9-6-12 16,0 0 5-16,5 0 8 16,0-3 2-16,0-4 1 15,3-1-15-15,12 0 9 16,3 2 4-16,0 5 0 15,1 1 1-15,-1 0-2 16,0 1 3-16,0 9 4 16,-2 5 10-16,-2 2-3 15,-1 3-1-15,-2 3 8 16,-7-1-7-16,-1 3-2 16,-3-2 6-16,0-2 4 15,-3-2 8-15,-12 0 6 16,-7-5-5-16,-2-1 5 15,-4-2-3-15,-5-2 0 0,0-6-6 16,-1 1-4-16,1-4-3 16,0 0-1-16,6 0-3 15,2-4-1-15,7-6-2 16,0 0-8-16,9-1 6 16,3 2-8-16,4-2-3 15,2-5-19-15,2 0-70 16,19-6-67-16,6-5-115 15</inkml:trace>
  <inkml:trace contextRef="#ctx0" brushRef="#br0" timeOffset="1613.368">4180 2085 450 0,'0'0'355'0,"0"0"-302"0,0 0-6 15,0 0-4-15,0 0 59 16,0 95-43-16,0-70-3 15,0 0-15-15,0-4-19 16,0-2-10-16,0-3-4 16,0-4-3-16,0-2-2 0,-6-3 1 15,-1-4-2-15,1-3-1 16,0 0-2-16,1-5 0 16,-1-10 0-16,6 0-2 15,0-1 3-15,0 2 1 16,0 2-1-16,3 2 3 15,6 4 3-15,2 0 7 16,3 6-6-16,3 0-6 16,2 0-1-16,2 0 0 15,2 8 2-15,-1 3 0 16,0 2 2-16,-5-2-2 16,-1 3-2-16,-5-3 0 15,-5 0 0-15,-2-1-2 16,-4-1-6-16,0-2 7 15,0 0-2-15,-4-5 3 0,-4 0 1 16,2-2 1 0,-3 0 0-16,2 0 2 0,4-9 6 15,3-4-1-15,-3-2-3 16,3-2-6-16,0-2 3 16,6 3-3-16,13 1-4 15,-1 3-2-15,-3 1-2 16,3 2 5-16,3 3-2 15,-3 1 4-15,-1 4-2 16,-3 1 0-16,1 0-1 16,0 0 0-16,-3 11 1 0,3 1-5 15,-8 8 8-15,1-2 1 16,-1 1 4-16,-3 5 4 16,1 0 4-16,-5-1 1 15,3-4 7-15,-3 0-12 16,0-5 1-16,0-4-8 15,0-4 2-15,3-3-4 16,0-3-6-16,3 0-57 16,7-13-84-16,4-10-129 15,2-5-536-15</inkml:trace>
  <inkml:trace contextRef="#ctx0" brushRef="#br0" timeOffset="1818.64">4722 2219 696 0,'0'0'24'0,"0"0"146"0,0 0-47 15,-2 88-42-15,2-65 3 16,0-2-34-16,2-5-22 16,2-1-17-16,0-8-9 15,-2-3-2-15,2-4-25 16,1 0-106-16,-5-17-82 15,6-8-283-15</inkml:trace>
  <inkml:trace contextRef="#ctx0" brushRef="#br0" timeOffset="1966.102">4716 1953 881 0,'0'0'55'16,"0"0"63"-16,0 0-101 15,0 0-17-15,0 0-97 16,0 0-71-16,110-22-340 16</inkml:trace>
  <inkml:trace contextRef="#ctx0" brushRef="#br0" timeOffset="2240.496">4984 1805 775 0,'0'0'118'0,"0"0"89"0,0 0-69 16,0 0-97-16,0 0-40 16,0 0 17-16,15 97 24 15,-2-58 0-15,-8 2 6 16,1 3-20-16,-3 1-5 16,-3 0-11-16,0-2-6 15,-3-4-3-15,-6-5 1 16,-1-6-3-16,2-5-1 15,4-8-8-15,1-5-18 16,0-5-16-16,3-5-36 0,0 0-42 16,3-13-84-16,6-11-104 15</inkml:trace>
  <inkml:trace contextRef="#ctx0" brushRef="#br0" timeOffset="2543.23">5320 1848 707 0,'0'0'107'16,"0"0"-63"-16,0 0 88 16,-13 79-20-16,13-46-16 15,0 3-26-15,0 3-7 16,-2-1-10-16,-4 1-20 0,3 0-12 15,-3-3-5 1,-3 1-9-16,2-5-2 0,-1 0 0 16,-4-3-4-16,8-3 2 15,-4-5-3-15,7-3 5 16,-1-6-5-16,2-6-8 16,0-6-34-16,0 0-81 15,3-13-139-15,9-10-327 16</inkml:trace>
  <inkml:trace contextRef="#ctx0" brushRef="#br0" timeOffset="2762.391">5512 2167 335 0,'0'0'447'0,"0"0"-408"16,0 0 101-16,0 0-31 15,-7 86-36-15,7-66-19 16,0-3-21-16,4-4-24 16,-1-3-3-16,-1-3-6 15,-2-6-19-15,0-1-108 16,0 0-81-16,0-18-162 16</inkml:trace>
  <inkml:trace contextRef="#ctx0" brushRef="#br0" timeOffset="2902.376">5530 1948 622 0,'0'0'189'15,"0"0"-84"-15,0 0-43 16,0 0-62-16,0 0-12 16,0 0-152-16,39 54-369 15</inkml:trace>
  <inkml:trace contextRef="#ctx0" brushRef="#br0" timeOffset="3293.269">5791 2139 722 0,'0'0'73'0,"0"0"55"16,0 0-38-16,0 0-33 15,-50 78-33-15,45-58-3 16,5-1-5-16,0-2-2 15,0-2-10-15,3-5 2 16,12-2 0-16,2-6-2 16,2-2 5-16,3 0-9 15,1-5-2-15,-1-5-34 16,0-6 12-16,-1 1 9 16,-6-5 9-16,3-1 6 15,-9-2 0-15,-3 1 3 16,-6 1 0-16,0 1 14 0,0 3 35 15,-9 1 11-15,-7 5-29 16,-4 2-11-16,-2 9-16 16,-2 0-6-16,4 0-2 15,1 6-1-15,3 7 0 16,8 1-2-16,7 1-14 16,1-3-49-16,1-5-52 15,17-5-184-15,5-2-226 16</inkml:trace>
  <inkml:trace contextRef="#ctx0" brushRef="#br0" timeOffset="3713.71">6127 2071 562 0,'0'0'184'0,"0"0"-136"15,0 0 125-15,-15 96-55 16,14-68-54-16,-2-4-4 15,1-2-20-15,1-7-31 16,1-4-5-16,-3-3-2 16,3-7 2-16,0-1-1 15,0 0-3-15,0-12-4 16,10-7-8-16,5-8-12 16,4-6 2-16,-1-1-8 15,3-4-3-15,-1 7 25 16,-1 8 6-16,-3 4 2 0,-5 6 1 15,1 6 15-15,1 4 20 16,1 3-16-16,-3 0-3 16,0 5-6-16,3 10-2 15,-4 7 12-15,2 0 11 16,-6 2 14-16,1-1 0 16,-4 0-10-16,2-4-1 15,-4 0-7-15,-1-1-20 16,0-4-3-16,0 0-5 15,0-5-17-15,-13-7-84 16,7-2-165-16,6-8-606 0</inkml:trace>
  <inkml:trace contextRef="#ctx0" brushRef="#br0" timeOffset="4570.023">7401 1927 647 0,'0'0'161'0,"0"0"-3"0,0 0-92 16,0 0 17-16,-10 80-6 15,10-51-7-15,0 2-11 16,0-2-3-16,0-3-21 16,0-3-13-16,-2-5-14 0,-1-4-4 15,-3-3-2-15,3-4 1 16,3-4-3-16,-4-3-7 16,1 0-11-16,1-7 3 15,2-11 0-15,0 0-21 16,0-2 13-16,2 1 23 15,8 5 3-15,-1 3 3 16,0 2-5-16,4 8 19 16,1 1-12-16,7 0-3 15,0 2-2-15,6 14-3 16,-2 3 1-16,-3 2 2 16,-5-1-1-16,-4-1-1 15,-5 1-1-15,-5-8-3 16,-3 3-16-16,0-7-1 15,-2-2-23-15,-5-3-4 0,-1-3-30 16,-2 0 4-16,8-7 41 16,-1-7-4-16,3-3-11 15,0-2 23-15,0-1 24 16,8 3 36-16,8 0 32 16,-1-1-30-16,3 3-11 15,4 0-10-15,-2 8-3 16,-1 0 1-16,-1 2-2 15,0 4 0-15,-2 1-1 16,-2 0 8-16,-1 4 0 16,-2 9-9-16,-4 2-2 15,-1 3 5-15,-3 0 1 0,-3 2-8 16,0-4 3-16,0-1-7 16,0-3 6-16,0-5-9 15,0-3-1-15,0-2-55 16,0-2-66-16,6-3-53 15,9-16-354-15</inkml:trace>
  <inkml:trace contextRef="#ctx0" brushRef="#br0" timeOffset="4771.08">7953 2030 840 0,'0'0'155'0,"0"0"-133"16,0 0 87-16,0 72-29 0,0-43-56 15,0-1 9-15,0-3-1 16,0-4-14-16,0-4-2 16,0-2-11-16,0-7 1 15,0-4-6-15,0-4-59 16,0 0-75-16,-1-10-74 16,1-15-399-16</inkml:trace>
  <inkml:trace contextRef="#ctx0" brushRef="#br0" timeOffset="4904.565">8001 1810 799 0,'0'0'175'0,"0"0"-106"0,0 0-14 16,0 0-55-16,0 0-10 16,0 0-179-16,51-8-247 15</inkml:trace>
  <inkml:trace contextRef="#ctx0" brushRef="#br0" timeOffset="5138.943">8298 1775 612 0,'0'0'358'0,"0"0"-243"16,0 0 3-16,0 0-46 15,-9 106 28-15,6-64-39 16,0 2-9-16,-2-1-16 15,1 0-8-15,-6-4-4 0,-1-1-10 16,2-6-5 0,-4-5-5-16,2-6-1 0,2-3-3 15,2-8-12-15,2-6-57 16,4-4-89-16,1 0-228 16</inkml:trace>
  <inkml:trace contextRef="#ctx0" brushRef="#br0" timeOffset="5531.201">8453 2175 682 0,'0'0'64'0,"0"0"20"15,118-40-9-15,-69 21-26 16,-7 1-27-16,-6-2 8 15,-9 1 4-15,-8-3 6 16,-12 5 2-16,-7-1-18 16,0 7 9-16,-15 1-29 15,-15 3 3-15,-4 6 0 16,-3 1 10-16,6 0-14 16,1 7 4-16,7 9-7 15,1 5-2-15,6 2 2 16,4 2 1-16,3 2 11 0,0 2 4 15,9-2 12-15,0-2-8 16,0-3 3-16,18-5-7 16,4-1-10-16,3-6 6 15,8-3-9-15,-2-6-3 16,4-1-3-16,-5 0-90 16,2-11-88-16,0-7-259 15</inkml:trace>
  <inkml:trace contextRef="#ctx0" brushRef="#br0" timeOffset="5924.533">9178 1919 859 0,'0'0'165'0,"0"0"3"16,0 0-102-16,0 0-45 15,0 0-21-15,-97 11-1 16,79 9-4-16,6 3 4 15,5-1-3-15,7 2 3 16,0-3-2-16,0-1-4 16,13-2 2-16,6-2-10 15,0-2 8-15,-2-1-3 16,-3-2 1-16,-1-1 9 16,-4 3 3-16,-6-3-3 15,3 2 1-15,-6-1 18 16,0 0 10-16,0-2 2 15,0 1 1-15,-1-3 4 0,-10 1 3 16,-8-2-7-16,-2 1 2 16,-6-2-10-16,-4-1 3 15,-2-2-7-15,1 0-4 16,-2-2-13-16,10 0 1 16,-1 0-4-16,9 0-3 15,5-7-50-15,8-14-98 16,3-12-271-16</inkml:trace>
  <inkml:trace contextRef="#ctx0" brushRef="#br0" timeOffset="10433.241">10324 1727 860 0,'0'0'56'0,"0"0"9"0,0 0-38 0,0 0-13 0,0 0 45 15,-6 96-2-15,1-59-16 16,4 2-7-16,-2-2-4 16,0-3-16-16,-4-3-6 15,4-6-1-15,-2-2-1 16,2-7 1-16,0-4-5 16,3-6-2-16,0-1-21 15,0-5-69-15,0 0-31 16,3-10-56-16,5-9-288 0</inkml:trace>
  <inkml:trace contextRef="#ctx0" brushRef="#br0" timeOffset="10924.992">10206 1844 730 0,'0'0'127'16,"0"0"-123"-16,0 0 58 15,0 0-16-15,116-13-2 16,-65 8-13-16,4 4-10 16,-8-1-12-16,-7 2-3 15,-6 0-3-15,-11 0-3 0,-9 5-5 16,-8 8-9 0,-4 4 7-16,-2-1 7 0,0 4 17 15,0-2 8-15,-2-3-5 16,-1 0-2-16,3-3-4 15,0-1-3-15,2 0-2 16,13-6 11-16,3 1 11 16,8-4-11-16,1 0-9 15,0-1-9-15,-7-1 1 16,-1 0-2-16,-1 0 1 16,-6 0 1-16,3-5 3 15,0-5 3-15,-3-3 4 16,-1-3 3-16,-2-2 4 15,-4-3 3-15,-5 0 1 16,0-3 2-16,0 1-11 0,-11 3 6 16,-9 5-7-16,-7 1-5 15,-6 5-7-15,-7 4-1 16,-5 5 5-16,5 0-6 16,5 0-26-16,12 0-61 15,10 7-68-15,13-3-143 16,0-4-476-16</inkml:trace>
  <inkml:trace contextRef="#ctx0" brushRef="#br0" timeOffset="11622.545">12378 1696 785 0,'0'0'143'0,"0"0"-4"0,0 0-34 15,0 0-47-15,-16-73-50 16,-4 73 0-16,-11 0-8 16,-3 10 8-16,-3 10-3 15,7 7 0-15,9-1-5 16,9-1-3-16,9 2 0 16,3-5 1-16,0-3-3 0,15-4-2 15,4-3 7-15,7-1 0 16,-1 0 0-16,0-4-1 15,-4 2 2-15,-1-1 1 16,-10 0-2-16,0 0 0 16,-4-1 0-16,-4 0-2 15,-2-1 2-15,0 3 4 16,0-1 5-16,-8 0 9 16,-11 0-2-16,-6 1 2 15,-5-3 10-15,-4-2-23 16,-2 1 8-16,3-5-3 15,3 0-8-15,6 0 3 0,8 0 2 16,4-1-7-16,6-9-9 16,6 2-28-16,0-4-23 15,16-1-116-15,15-3-149 16</inkml:trace>
  <inkml:trace contextRef="#ctx0" brushRef="#br0" timeOffset="11803.405">12618 1778 465 0,'0'0'549'0,"0"0"-417"0,0 0-5 0,0 0-72 16,0 0-44-1,0 0-11-15,11-7-30 0,1 7-127 16,3 0-94-16</inkml:trace>
  <inkml:trace contextRef="#ctx0" brushRef="#br0" timeOffset="12073.387">13046 1624 826 0,'0'0'132'15,"0"0"-24"-15,0 0-31 16,0 0-50-16,0 0-26 16,0 0 28-16,0 66 25 15,0-33-8-15,0-1-4 16,0-1-24-16,0-3-11 16,0-2-6-16,0-6 3 15,0-2-3-15,0-4-1 16,0-5-60-16,-1-3-49 15,-5-6-126-15,0 0-193 16</inkml:trace>
  <inkml:trace contextRef="#ctx0" brushRef="#br0" timeOffset="12314.361">12902 1916 624 0,'0'0'98'15,"0"0"33"-15,0 0-27 16,0 0-21-16,0 0-54 16,98 0 1-16,-63 0-4 15,1 0-15-15,-1 0-7 16,-2 0-1-16,-2 0 2 16,-8 0-5-16,1 0-6 15,-7-7-21-15,-3 3-20 16,-2-3-62-16,-6-3-76 15,-3-4-174-15</inkml:trace>
  <inkml:trace contextRef="#ctx0" brushRef="#br0" timeOffset="12526.846">12954 1563 974 0,'0'0'100'0,"0"0"43"16,0 0-96-16,0 0-44 16,0 0 18-16,94-6-15 15,-37 11-2-15,1 0-4 16,-3 1-39-16,-4 1-111 0,-12-7-47 16,-8 0-279-16</inkml:trace>
  <inkml:trace contextRef="#ctx0" brushRef="#br0" timeOffset="13243.307">14500 1723 792 0,'0'0'96'0,"0"0"38"0,0 0-41 0,0 0-25 16,0 0-68 0,0 0-1-16,-15 16 1 0,10 10 24 15,2 4 7-15,3-2-11 16,0 0-2-16,0-1-10 15,0-3-1-15,6-5-3 16,8-3-3-16,1-3 3 16,2-5-2-16,3-6 5 15,2-2-7-15,4 0 0 16,-4-6-3-16,-1-8-4 16,1-5 2-16,-4-1-1 15,-1-3 2-15,-3 2 4 0,-4 1 0 16,-3 6 2-1,-2 1-2-15,-4 8 4 0,2 1-2 16,-3 2 4-16,0 2-6 16,0 0 0-16,0 0-17 15,0 6 3-15,0 6 14 16,1 2 6-16,2 0 5 16,0 1 0-16,3-1 0 15,0 1 1-15,6-1-3 16,-1-3-2-16,4 0-4 15,4-3 6-15,2-3-9 16,6-1-15-16,0-4-44 16,3 0-59-16,1-1-70 15,-3-13-106-15,-4-6-304 0</inkml:trace>
  <inkml:trace contextRef="#ctx0" brushRef="#br0" timeOffset="13649.822">15056 1796 512 0,'0'0'241'0,"0"0"-56"0,0 0-45 0,0 0-51 16,0 0-64-16,0 0-24 16,-4 10 29-16,4 10 0 15,0 2 4-15,0 1-8 16,0-2-5-16,1-1-10 16,1-4-6-16,-1 0-3 15,-1-6 1-15,0-1-3 16,0-5-11-16,0-3-23 0,0-1 2 15,2 0 12-15,2-5-9 16,5-10-39-16,3-5 32 16,3 0 35-16,3 0-3 15,-3 0 4-15,3 2 7 16,-2 3 2-16,-1 5 13 16,-1 2 4-16,2 4-8 15,-3 4-3-15,2 0-8 16,-1 0 1-16,-1 8-2 15,1 8-4-15,-5 1 11 16,-1 3-13-16,-2 0 8 16,2-1-1-16,-5-2-7 0,0-1 0 15,-3-2-1-15,0-3-58 16,0-2-57-16,3-6-100 16,1-3-195-16</inkml:trace>
  <inkml:trace contextRef="#ctx0" brushRef="#br0" timeOffset="13864.262">15525 1825 484 0,'0'0'382'0,"0"0"-232"0,0 0-51 16,0 0-72-16,0 0-17 15,0 0-3-15,0 39 22 16,0-20-2-16,1 3-1 15,-1-2-13-15,0-3-9 0,0-3 0 16,0 0-4-16,0-6-48 16,0-4-97-16,0-4-160 15,0 0-284-15</inkml:trace>
  <inkml:trace contextRef="#ctx0" brushRef="#br0" timeOffset="14016.938">15641 1589 908 0,'0'0'70'0,"0"0"15"15,0 0-52-15,0 0-33 0,0 0-126 16,0 0-2-16,39 28-275 16</inkml:trace>
  <inkml:trace contextRef="#ctx0" brushRef="#br0" timeOffset="14322.475">15877 1680 706 0,'0'0'145'15,"0"0"-50"-15,0 0-12 16,0 0 6-16,0 0-16 16,0 89-21-16,0-57-17 15,0 0-15-15,0-1-4 16,0-1-4-16,0-4-5 0,0-4-2 15,0 1-1-15,0-5 0 16,0-2-1-16,3-2 0 16,3-2 1-16,0-4-2 15,1-1 1-15,5-3-2 16,0 0 3-16,2-4-4 16,5 0-1-16,0 0-18 15,1-6-16-15,-1-6-20 16,-1-2-46-16,-5-4-29 15,0-6-172-15,-6-2-378 16</inkml:trace>
  <inkml:trace contextRef="#ctx0" brushRef="#br0" timeOffset="14490.081">15869 1791 833 0,'0'0'64'15,"0"0"26"-15,0 0-89 16,0 0 50-16,0 0-51 16,115 5-19-16,-73-5-200 15,3 0-349-15</inkml:trace>
  <inkml:trace contextRef="#ctx0" brushRef="#br0" timeOffset="14661.172">16617 1687 629 0,'0'0'177'0,"0"0"-89"16,0 0-77-16,0 0-9 16,0 0-4-16,0 0-77 15,-4 58-140-15</inkml:trace>
  <inkml:trace contextRef="#ctx0" brushRef="#br0" timeOffset="14818.679">16565 2030 126 0,'0'0'727'16,"0"0"-610"-1,0 0-1-15,0 0-53 0,0 0-63 16,0 0 0-16,67-23-130 15,-66 15-439-15</inkml:trace>
  <inkml:trace contextRef="#ctx0" brushRef="#br0" timeOffset="210364.582">820 3671 745 0,'0'0'0'15,"0"0"-2"-15,0 0 2 16,0 0 31-16,0 0-22 16,0 0 8-16,60 3 49 15,16-24 7-15,30-8-2 16,25-10-17-16,8 0-19 16,1-1-14-16,-4 5-7 15,-2 4-7-15,-12 3 1 16,-14 3-7-16,-11 0 4 15,-18 6 5-15,-18 1 11 16,-8 6 3-16,-15 2-9 16,-14 3-11-16,-6 5-3 0,-15 0-1 15,0 1 0 1,-3-1-3-16,0 2-56 0,0 0-60 16,-25 0-106-16,-20 0-104 15</inkml:trace>
  <inkml:trace contextRef="#ctx0" brushRef="#br0" timeOffset="210994.373">807 3973 518 0,'0'0'0'0,"0"0"10"0,0 0-10 16,80 5 30-16,-14-8 37 15,25-16 2-15,24-7-6 16,18-8-9-16,11-5-6 16,4-4-2-16,10 2-12 15,-7 0-4-15,-5 1-10 0,-10 4-5 16,-21 4 6-16,-14 3-3 15,-17 8-1-15,-14 3 6 16,-15 5-3-16,-15 4-10 16,-10 2-3-16,-15 5-3 15,-9 0-3-15,-6 2-2 16,0 0-1-16,0 0-27 16,-24 13-92-16,-22 11 38 15,-17 3-240-15</inkml:trace>
  <inkml:trace contextRef="#ctx0" brushRef="#br0" timeOffset="211526.338">1773 4381 47 0,'0'0'667'0,"0"0"-576"0,0 0-29 0,0 0 75 16,0 0-50-16,0 0-79 15,-10-12-8-15,9 52 0 16,-1 11 33-16,-1 3 4 16,0-2 8-16,0 0-18 15,0-4-3-15,0-1-14 0,0-5-1 16,-4-8-4 0,4-7-2-16,3-14-3 0,-2-4-21 15,2-9-48-15,0 0-19 16,0-15-31-16,8-16-93 15,5-14-117-15</inkml:trace>
  <inkml:trace contextRef="#ctx0" brushRef="#br0" timeOffset="211765.684">1872 4366 596 0,'0'0'204'15,"0"0"-194"-15,0 0-1 0,0 0-2 16,3 82 70-1,-3-37-3-15,0 1-28 0,3-3-4 16,3-4-10-16,-3 2 4 16,7-5-6-16,-5-3-18 15,1-3-8-15,-2-6 3 16,-1-7-3-16,-1-6-4 16,-2-6-12-16,0 0-25 15,0-5-25-15,0 0-11 16,-15-16-106-16,-15-9-219 15</inkml:trace>
  <inkml:trace contextRef="#ctx0" brushRef="#br0" timeOffset="212031.513">1529 4586 544 0,'0'0'56'0,"0"0"29"15,0 0-21-15,0 0 20 16,0 0-33-16,0 0-9 16,103 0-10-16,-54-7-1 15,2-6 6-15,10 3-19 16,5-1-8-16,-5 1-1 16,-6 0-8-16,-12 2-1 15,-16 2-1-15,-9 3-19 0,-6 2-45 16,-10 1-76-16,-2 0-75 15,-11 0-54-15</inkml:trace>
  <inkml:trace contextRef="#ctx0" brushRef="#br0" timeOffset="212397.67">1484 4778 494 0,'0'0'37'0,"0"0"81"16,0 0 1-16,0 0-38 15,0 0-13-15,0 0-18 0,13 1-35 16,10-1-9-16,7 0 5 16,8-4 10-16,4 0 8 15,3 1 4-15,4-1-4 16,3 1-4-16,5-1 5 15,-6-1-8-15,1 1-5 16,-7 1 5-16,-5-3 4 16,-6-2-9-16,-2 0-1 15,-4-2-7-15,-1 2-4 16,-6-1 4-16,0 0-8 16,-6 7 0-16,-8-1-1 15,-1 1-2-15,-6 1-45 0,0 1-68 16,0 0-106-16,-3 0-107 15</inkml:trace>
  <inkml:trace contextRef="#ctx0" brushRef="#br0" timeOffset="212895.695">3789 4229 719 0,'0'0'84'0,"0"0"13"0,0 0-37 15,0 0-48 1,0 0-2-16,-3 73 73 0,2-33-24 15,-4-1 7-15,2 1-1 16,0-2-33-16,-4-1-4 16,4-8-6-16,-3 1-11 15,1-5-5-15,1-5-3 16,1-3 0-16,0-7-2 16,0-1 2-16,3-4-3 15,0-4-42-15,0-1-50 16,0 0-92-16,6-10-151 15</inkml:trace>
  <inkml:trace contextRef="#ctx0" brushRef="#br0" timeOffset="213603.136">4110 4380 858 0,'0'0'19'15,"0"0"38"-15,0 0 40 16,0 0-39-16,0 0-22 16,0 91 13-16,0-69-18 15,0-4-1-15,0-4-13 16,0 0-4-16,3-1-8 16,-2-5-2-16,1-2 2 15,-2-3-5-15,0-2-9 0,0-1-5 16,0 0 11-16,0-1 1 15,0-13-12-15,0 1 0 16,0 1 5-16,0 1 7 16,0 3 2-16,0 3 4 15,6 1 5-15,3 2-6 16,4 2-2-16,7 0 5 16,2 0-3-16,0 7 2 15,-2 4 1-15,2 2-3 16,-6-1-2-16,1 0 1 15,-2 3-1-15,-8-3-1 16,-2-2 4-16,-2 0-3 16,-2-6-1-16,-1-3-6 0,0 2-9 15,0-3-2-15,0 0 17 16,-4-4 6-16,-4-8-6 16,4-2 0-16,1-3 0 15,3 1 5-15,0-1 1 16,0-2-1-16,0 4 0 15,7 0-2-15,4 2-3 16,-2 2 2-16,7 3 1 16,-2 2-2-16,2 2-1 15,1 2 2-15,0 2 0 16,1 0-2-16,-3 0 0 16,3 2 1-16,-6 11 2 15,3 2-1-15,-5 2 10 16,-2 2 0-16,-4-1 5 0,-4 0 0 15,0-2-8-15,0-2-2 16,0-4-3-16,0-3-2 16,0-1-2-16,0-4-2 15,0-2-40-15,0 0-28 16,0 0-55-16,5-14-182 16,5-6-276-16</inkml:trace>
  <inkml:trace contextRef="#ctx0" brushRef="#br0" timeOffset="213838.113">4611 4414 122 0,'0'0'642'0,"0"0"-546"0,0 0 10 0,0 0-78 16,0 0-11-16,0 0 37 16,8 49-1-16,-5-25 7 15,1-1-5-15,-1 1-21 16,0-3-19-16,-3-2-10 15,0-1 0-15,0-6-2 16,0-3-3-16,0-3-7 16,0-4-48-16,0-2-36 15,0 0-12-15,0-17-145 16,0-7-185-16</inkml:trace>
  <inkml:trace contextRef="#ctx0" brushRef="#br0" timeOffset="213972.014">4634 4219 715 0,'0'0'42'16,"0"0"92"-16,0 0-90 15,0 0-44-15,0 0-42 16,0 0-155-16,40-17-349 16</inkml:trace>
  <inkml:trace contextRef="#ctx0" brushRef="#br0" timeOffset="214242.004">4932 4153 908 0,'0'0'87'0,"0"0"63"16,0 0-91-16,0 0-34 16,0 0 17-16,-24 71 4 15,24-39-8-15,0 3-8 16,0 2 5-16,0 2-2 15,0 2-4-15,0 0-14 16,0-3-10-16,-3-4-2 16,-1-3 1-16,-1-6 1 15,-1-3-3-15,3-7-2 16,0-4-6-16,3-6-44 16,0-5-89-16,0 0-143 0,0-9-431 15</inkml:trace>
  <inkml:trace contextRef="#ctx0" brushRef="#br0" timeOffset="214731.013">5099 4560 539 0,'0'0'100'0,"0"0"33"16,0 0-77-16,0 0 1 15,79-49-7-15,-49 36-5 16,1-1 8-16,-1-2-2 16,-3 1-19-16,-3-1-7 15,-8 3-10-15,-4-2-4 0,-6 2-2 16,-6 2-2-16,0 1 2 16,-3 1 13-16,-13 3-10 15,-4 3-11-15,-5 3-1 16,-3 0-1-16,1 0-1 15,0 11 0-15,2 3-1 16,2 3 0-16,5 1 3 16,2 0-2-16,7-1 0 15,3 2 2-15,6 0 0 16,0 1 2-16,0-2-1 16,0-3 4-16,9 1 3 15,3-3 3-15,1-1 1 0,2 0 1 16,2-2-1-16,-1-2-4 15,2-1-7-15,0-1 3 16,0-3-2-16,1-2 3 16,2-1-4-16,-1 0-1 15,5-1-9-15,-6-8-27 16,5 1-52-16,-3-3-96 16,3 1-305-16</inkml:trace>
  <inkml:trace contextRef="#ctx0" brushRef="#br0" timeOffset="-214474.813">5845 4435 323 0,'0'0'368'0,"0"0"-250"0,0 0 37 0,0 0-75 16,0 0-39-16,0 0 2 16,18-3-7-16,3 3 0 15,7 0-10-15,-1 0-13 16,3 0-6-16,1 0-4 16,-4 0-2-16,-4 0-1 15,-4 0-37-15,-7 0-43 0,-5 0-66 16,-7 0-103-16,0 0-221 15</inkml:trace>
  <inkml:trace contextRef="#ctx0" brushRef="#br0" timeOffset="-214167.133">5865 4577 365 0,'0'0'224'15,"0"0"-149"-15,0 0 28 16,0 0 7-16,0 0-18 16,0 0-25-16,31 2-21 15,-9-1-2-15,-1-1-10 0,6 0-6 16,-2 0-7-16,2 0-4 16,2 0-12-16,-4 0 0 15,0 0-1-15,-1 0 1 16,-4 0 0-16,0 0-2 15,-5 0 2-15,0-3-3 16,-6 2-1-16,-2-3-1 16,-2 4-2-16,-5-2-41 15,0-2-54-15,0-2-219 16</inkml:trace>
  <inkml:trace contextRef="#ctx0" brushRef="#br0" timeOffset="-213612.233">7067 4227 613 0,'0'0'108'0,"0"0"81"0,0 0-76 16,0 0-87-16,0 0-25 16,0 0 12-16,0 68 24 0,0-35 30 15,0 0 11 1,0 2-19-16,0 1-1 0,0-4-8 15,0 2-15-15,0-7-9 16,0-3-10-16,0-3 1 16,-1-5-9-16,-2 0 0 15,1-7-3-15,2-2-2 16,0-4-1-16,0-3-2 16,0 0-17-16,0 0-41 15,0 0-50-15,5-10-115 16,9-5-260-16</inkml:trace>
  <inkml:trace contextRef="#ctx0" brushRef="#br0" timeOffset="-213325.901">7350 4404 881 0,'0'0'131'16,"0"0"-2"-16,0 0-30 15,0 0-55-15,0 0 12 16,0 0-4-16,6 5-17 16,-4 0-6-16,-2-5-3 15,0 3-5-15,0-3-4 16,0 0-1-16,0 0-7 16,-3 0-2-16,-6 0-1 15,0 0-3-15,3 0-3 0,6-3-1 16,-3-3-21-16,3 2-27 15,0-2-58-15,0-3-117 16,12-1-324-16</inkml:trace>
  <inkml:trace contextRef="#ctx0" brushRef="#br0" timeOffset="-211384.688">7761 4118 471 0,'0'0'112'0,"0"0"59"0,0 0-37 16,0 0-46-16,0 0-25 16,0 0-20-16,0 0-32 15,-38 0-11-15,16 36 19 16,3 5 16-16,1 6 3 15,0-1-11-15,4 0 1 16,1-1-8-16,4-6-10 16,6-4-1-16,0-7-4 0,3-3-3 15,0-10 0 1,6-1 0-16,5-6-1 0,5-1 0 16,-1-4 2-16,4-3 9 15,3 0-7-15,1 0 0 16,-1-10-1-16,-1-2 0 15,0-2-4-15,-3 0 3 16,-2-3-3-16,-2-2 2 16,-5 2 1-16,1-1 2 15,-7 0-4-15,-3 6 0 16,0-3 1-16,0 1 0 16,0 2 1-16,-9 3-1 15,-6 0 2-15,-3 2-3 0,-4 5 2 16,-5 2-3-16,-3 0 0 15,2 0-1-15,1 5 1 16,2 5-3-16,10 1 1 16,0-2 1-16,9 2 0 15,3-3-8-15,3 0-50 16,0-2-88-16,24-3-42 16,6-1-62-16,1-2-341 15</inkml:trace>
  <inkml:trace contextRef="#ctx0" brushRef="#br0" timeOffset="-210965.804">8057 4331 655 0,'0'0'146'0,"0"0"-3"0,0 0-23 0,0 0-64 0,0 0-50 15,0 0-2-15,-14 15-4 16,8 6 2-16,1 0-1 15,5 0 1-15,0-1-1 16,0 1 0-16,0-3 0 16,0-5 1-16,11-4-2 15,2-2 0-15,2-6-13 16,9-1 12-16,3 0 1 16,2-5 2-16,0-9 0 15,-5-4-1-15,0-1 1 0,-5-2 1 16,-5-4-1-16,-7 0 11 15,-1 2 8-15,-6-2 15 16,0 4 18-16,0 1-17 16,-9 1 1-16,-3 8-16 15,-6 1-10-15,-1 5-6 16,-5 2-6-16,-3 3-2 16,-1 0 0-16,-1 3 1 15,7 6-1-15,1 2-6 16,12-2-45-16,5-1-60 15,4-1-18-15,2-6-191 16</inkml:trace>
  <inkml:trace contextRef="#ctx0" brushRef="#br0" timeOffset="-210612.153">8709 4074 565 0,'0'0'69'0,"0"0"82"0,0 0-56 0,0 0-63 16,0 0-16-16,0 0 57 16,0 42-12-16,0-18-3 0,0 3-9 15,0 1 1 1,0 3-2-16,0 2-6 0,0-3-13 15,-4 2-5-15,-2-4-5 16,2-3-5-16,-2-3-7 16,3-4-1-16,0-5-5 15,0-3 1-15,3-4 1 16,-3-2-3-16,3-4-2 16,0 0-29-16,0 0-25 15,0-6-39-15,12-11-100 16,5-5-106-16</inkml:trace>
  <inkml:trace contextRef="#ctx0" brushRef="#br0" timeOffset="-210081.058">8963 4152 190 0,'0'0'618'0,"0"0"-500"15,0 0 5-15,0 0-87 16,0 0-36-16,0 0 0 15,-80 44 1-15,42-21 26 16,-2 2-21-16,9-3-5 16,4 0 3-16,6-2-3 15,6-3-1-15,7-6 1 16,3 1 0-16,5-5-1 16,0-2-1-16,0-1 1 15,8-1 1-15,11-1 2 0,4 2-2 16,0-2 1-16,0 2-2 15,-3-2-5-15,-5 2 0 16,-2 2 4-16,-5-1-4 16,-1 3 5-16,-2 2-5 15,-2 0 0-15,-3 2 5 16,0 1 11-16,0-1 3 16,0 0 0-16,0 1 0 15,0-3 8-15,0 0 1 16,0-2-5-16,0-1 2 15,0 2-4-15,0-3 7 16,6 0 2-16,0 0 3 16,0-2 2-16,4-3-11 0,-1 1 3 15,7-2-4-15,-2 0-4 16,-5 0-5-16,7 0-6 16,-4 0 0-16,0-7 0 15,0 0-3-15,-1-3-7 16,-1 4-33-16,2-5-42 15,-6 3-52-15,0-5-130 16,0-4-636-16</inkml:trace>
  <inkml:trace contextRef="#ctx0" brushRef="#br0" timeOffset="-208664.123">9175 4459 549 0,'0'0'167'0,"0"0"3"0,0 0-75 16,0 0-63-16,0 0-16 16,0 0 36-16,-6 75 3 15,1-49-4-15,-2 6-1 16,1-5-20-16,3-1-7 16,-3-2-6-16,3-7-12 15,2-3 0-15,-1-7-2 0,-1-5 2 16,3-2 1-16,0 0 5 15,0-4 8-15,0-15-12 16,0-1-7-16,0-4-9 16,0 0-5-16,9 2 6 15,0 2 7-15,-1 3 1 16,3 5 1-16,-3 1 0 16,3 9 6-16,-3-1 1 15,3 3-4-15,1 0-4 16,1 0 5-16,-1 11-2 15,1 0 1-15,-5 2 0 16,3 1 2-16,-5-2 2 16,-2 0-4-16,-3-2 0 15,-1 0 0-15,0-3-2 0,0-2 2 16,0-2-2-16,0-1 0 16,0-2 2-16,0 0 0 15,0 0 3-15,0 0 6 16,0 0-6-16,0-10-1 15,0-4 1-15,0-3-1 16,0-4-2-16,12-2-4 16,6 3 0-16,0-2 0 15,1 6 0-15,0 2 1 16,0-2-1-16,-4 4 1 16,3 4-1-16,-4 2 0 15,-6 3 0-15,-2 1 0 0,2 2 0 16,-4 0 0-16,2 0-2 15,-2 5 2-15,2 6 0 16,-1 3 4-16,-2 3 0 16,-2 1 2-16,-1-2 8 15,0 1 3-15,0 0 2 16,0-3 1-16,0 2 1 16,2-4-6-16,-1 0 3 15,1-4-9-15,5-3-4 16,-2 1 4-16,1-4-3 15,4 1 3-15,8-3-3 16,2 0 0-16,12 0-5 16,1-14-1-16,6-3-25 0,4-2-31 15,0-6-58 1,-4-5-184-16</inkml:trace>
  <inkml:trace contextRef="#ctx0" brushRef="#br0" timeOffset="-201235.727">4114 5387 168 0,'0'0'598'0,"0"0"-540"15,0 0 110-15,0 0-61 16,0 0-26-16,0 0-57 16,0 0-24-16,0 0 0 15,-22 67 34-15,19-19-1 16,-2-2 3-16,0-1-8 0,2 0-11 15,0-5-3 1,0-3 2-16,0-5-6 0,0-5-3 16,0-6 1-16,1-4-8 15,-1-6 2-15,3-3 4 16,0-7-6-16,0-1-9 16,0 0-38-16,0 0-17 15,0-9-30-15,8-6-156 16,4-8-182-16</inkml:trace>
  <inkml:trace contextRef="#ctx0" brushRef="#br0" timeOffset="-200951.066">4383 5407 647 0,'0'0'97'0,"0"0"-90"15,0 0 11-15,0 0 110 16,3 86-57-16,-1-52-9 16,2 0 1-16,-1 0-19 15,0-3-3-15,-2-3-16 16,1-3-14-16,-2-4-6 16,1-1 0-16,-1-4-4 15,0-3 2-15,0-5-3 16,0-2-19-16,0-6-49 15,5 0-31-15,4 0-37 0,7-14-121 16,1-5-161-16</inkml:trace>
  <inkml:trace contextRef="#ctx0" brushRef="#br0" timeOffset="-200548.184">4639 5478 437 0,'0'0'260'0,"0"0"-191"15,0 0 13-15,0 0-17 16,0 0 1-16,0 0-25 16,-44 77-13-16,33-55-9 15,-3-1-6-15,3-4-7 0,-3-2-1 16,1-5-5-16,-2-1-9 16,0-4-37-16,6 0-18 15,0-4 21-15,1-1 22 16,3 0 8-16,2 0 1 15,3 0 10-15,0 0 2 16,0-1 10-16,0 1 15 16,0 0 2-16,0 0-19 15,9 1 24-15,7 9 7 16,-5-1-4-16,7 3-8 16,-5 0-7-16,2 0 12 15,-3 2-9-15,4-1 1 16,-5 0-11-16,1-2-7 0,-2 1-2 15,2-4-1 1,-3-2-3-16,3-3-3 0,0-3-49 16,6 0-48-16,0-9-92 15,1-7-161-15</inkml:trace>
  <inkml:trace contextRef="#ctx0" brushRef="#br0" timeOffset="-199826.799">4880 5524 689 0,'0'0'95'0,"0"0"19"0,0 0-44 0,0 0 5 15,0 0-18 1,0 0 4-16,-9 87-12 0,9-68 3 16,0-5-20-16,0 2-8 15,0-3-10-15,0-4-7 16,0 0-4-16,0-3-1 15,0-5 1-15,0 0-2 16,0-1-1-16,0 0-2 16,0 0 2-16,0-11-13 15,3-6 5-15,3-5-4 16,1 2-2-16,2-5 11 16,3 9 2-16,-2 0-2 15,-2 6 3-15,-2 3 1 16,7 2 1-16,-4 5 1 15,3 0-2-15,0 0 0 0,-4 15 1 16,4 2 4-16,-6 3 2 16,4 2 5-16,-7-2-2 15,3 2 0-15,-6-4-4 16,0-4-2-16,0-3-4 16,3-5 2-16,-3-1-2 15,0-5 2-15,0 0-1 16,0 0 6-16,0 0 5 15,0-5-6-15,3-7-4 16,2-3-3-16,0-2-1 16,4-5-1-16,2 3 2 15,2-2-3-15,-1 1 2 0,3 5 1 16,-3 3 0-16,0 0 0 16,-2 6-1-16,1 0-3 15,-4 2 4-15,-2 4-2 16,2 0 1-16,-1 0-6 15,0 4 4-15,0 6 3 16,0 4 1-16,-2 2 0 16,-4 1 1-16,2 1 5 15,-2 0 0-15,0 0 7 16,0-3-4-16,0-1-4 16,0-4 5-16,0-1-7 15,0-6-3-15,-2 2 0 16,1-1-1-16,-3-4-12 15,-1 0-39-15,1 0-34 0,2 0-80 16,-1-6-153-16</inkml:trace>
  <inkml:trace contextRef="#ctx0" brushRef="#br0" timeOffset="-199555.003">5514 5527 218 0,'0'0'601'0,"0"0"-483"0,0 0 27 0,0 0-65 16,0 0-53-16,0 0-13 16,47-4-2-16,-22 2-4 15,0 2-5-15,0 0 0 16,-3 0-2-16,-3 0-1 15,-5 0-2-15,-3 0-40 16,-8 0-51-16,-3 2-47 16,0 3-109-16,-5 5-165 15</inkml:trace>
  <inkml:trace contextRef="#ctx0" brushRef="#br0" timeOffset="-199273.977">5492 5686 604 0,'0'0'80'0,"0"0"85"0,0 0-40 15,0 0-40-15,0 0-10 16,0 0 0-16,38 14-27 16,-15-14-11-16,-1 0 2 15,3 0-17-15,-4 0-11 16,5 0-5-16,2 0-3 15,-3-1-2-15,-1 0 0 16,-6-2 1-16,-6 1-1 0,2 1-2 16,-7 1-3-1,-3-1-29-15,-4 1-28 0,0 0-45 16,0-3-92-16,0-1-322 16</inkml:trace>
  <inkml:trace contextRef="#ctx0" brushRef="#br0" timeOffset="-198648.111">6916 5345 648 0,'0'0'111'0,"0"0"70"0,0 0-107 0,0 0-66 16,0 0 9-16,0 72 57 16,0-35 10-16,0 4-6 15,0-2-17-15,0 1-17 16,0-1-8-16,0-3-14 15,-4-7-10-15,4-4-4 16,-3-3-5-16,3-7 1 0,0-3-3 16,0-7-1-16,0-3-37 15,3-2-46-15,15 0-30 16,1-13-117-16,4-8-193 16</inkml:trace>
  <inkml:trace contextRef="#ctx0" brushRef="#br0" timeOffset="-198235.801">7164 5498 527 0,'0'0'162'0,"0"0"-137"0,0 0 110 16,0 0-56-16,-27 72-33 16,25-47-8-16,2-3-7 15,0 0-12-15,5-7-9 16,10-1-4-16,4-5 0 15,2-4-2-15,2-3 0 16,-1-2-1-16,5 0-1 16,-3-3-2-16,1-10-1 15,-1-2 1-15,-5-6 1 16,2 2 0-16,-6-2 1 16,-2-1-1-16,-5 0 0 15,-5 1 4-15,-3-3 12 16,0 5 7-16,0-1 7 0,-8 1-4 15,-5 2-7 1,-2 4 2-16,-3 1-10 0,-1 1-6 16,-2 5-3-16,0 2 0 15,-1 2-3-15,5 2 0 16,-3 0 5-16,3 0-5 16,2 0-9-16,6 2-39 15,3 8-49-15,3 0-64 16,3-3-207-16</inkml:trace>
  <inkml:trace contextRef="#ctx0" brushRef="#br0" timeOffset="-197785.792">7621 5464 613 0,'0'0'39'0,"0"0"102"0,0 0-66 0,0 0-24 16,-45 93-21-16,45-73 2 15,0-2 3-15,0-3-14 16,7-2-8-16,6-4-9 16,1-1 5-16,5-4-5 15,-2-1 1-15,4-3 0 16,-2 0-2-16,2 0 0 15,0-3-1-15,-2-9-2 16,1 0 2-16,-3-4-1 0,-3 0 2 16,-4-5-2-16,-4 2 0 15,-3-1 5-15,-3-1 22 16,0 3 26-16,-3 0-10 16,-8-3-12-16,-6 3-8 15,-1 1-14-15,0 2-6 16,-3 1-3-16,2 6 2 15,1 5-3-15,-1 1 0 16,-2 2-3-16,7 0 0 16,1 3-22-16,3 7-33 15,5 1-51-15,5 2-82 0,0-5-218 16</inkml:trace>
  <inkml:trace contextRef="#ctx0" brushRef="#br0" timeOffset="-197359.247">7998 5424 686 0,'0'0'34'0,"0"0"91"0,0 0-24 16,0 0-58-16,0 0-19 15,0 0-8-15,-57 83-1 16,57-62 1-16,0 1-6 0,9-5-6 15,6 0 0 1,0-2 2-16,1-5-6 0,2-3-2 16,0-3-16-16,0-4-4 15,3 0 11-15,0 0 10 16,-3-10 1-16,4-5 3 16,-1-2-3-16,-6 0 2 15,0-4-1-15,-6-2 2 16,-6-1 9-16,-3 2 22 15,0-2 7-15,-2 5 25 16,-8 1-9-16,-6 1-16 16,-1 4-5-16,-5 3-20 0,-4 3-12 15,0 4-4-15,-1 3 0 16,0 0-1-16,4 2-6 16,1 11-20-16,10-1-16 15,3 4-52-15,9-1-60 16,0-2-137-16</inkml:trace>
  <inkml:trace contextRef="#ctx0" brushRef="#br0" timeOffset="-196573.746">8517 5424 656 0,'0'0'32'0,"0"0"176"0,0 0-102 0,0 0-20 16,0 0-22-16,24 85-8 15,-17-70-15-15,1-1-8 16,-2-2-15-16,-2-1-5 16,1-4-8-16,-5-1-3 15,3-2 0-15,-3-4-2 16,0 0 1-16,0 0-3 15,0-10 2-15,0-6-3 16,7-4 2-16,-2-1 2 16,1 1-1-16,4 1 1 15,0 3-1-15,1 5 0 0,1 2 0 16,3 5 2 0,0 4 2-16,3 0-2 0,-2 0-1 15,2 13 1-15,-2 3-2 16,-5 1 1-16,-1 1 1 15,-1-1-1-15,-4-2 0 16,-2-2 0-16,-3-4-1 16,0-2 2-16,0-3 0 15,0-3-2-15,0-1 0 16,0 0 4-16,3-1 4 16,0-10-7-16,1-5 0 15,2 0-2-15,3 1 3 16,0 0-3-16,5-2 3 0,0 0-3 15,0 4 1-15,4 3-1 16,-2 0 0-16,-1 2 1 16,2 2 0-16,-3 2 0 15,-2 1 0-15,-3 0 0 16,5 3-3-16,-7 0 3 16,-1 0-2-16,1 3 2 15,-5 6 2-15,1 2 0 16,0 1-2-16,-3 3 6 15,0 0 0-15,0 2 0 16,0 2 13-16,0-1 4 16,-3 0 3-16,0-2-4 0,3 1-4 15,0-2 2-15,0-4-1 16,0-1-4-16,0-3 1 16,9-2-4-16,5-3-5 15,6-2-2-15,7 0-3 16,3 0 0-16,6-4-2 15,3-6-29-15,2-4-35 16,0-7-77-16,-2-5-189 16</inkml:trace>
  <inkml:trace contextRef="#ctx0" brushRef="#br0" timeOffset="-192699.222">3585 6944 686 0,'0'0'107'0,"0"0"10"0,0 0 24 16,0 0-54-16,0 0-45 15,0 0-41-15,0 0 37 16,-31 76 16-16,29-31-6 16,-1 0-9-16,0-2-4 15,-3-4-15-15,3 1-9 16,-5-5-3-16,3-1 0 16,-1-6-5-16,1-4-1 0,1-3 0 15,-1-10-2 1,2-2-14-16,3-3-21 0,0-6-48 15,0 0-49-15,3-14-57 16,9-8-202-16</inkml:trace>
  <inkml:trace contextRef="#ctx0" brushRef="#br0" timeOffset="-192059.287">3728 7116 484 0,'0'0'357'15,"0"0"-331"-15,0 0 75 16,0 0 13-16,0 0-41 16,0 85-16-16,0-61-8 0,0-2-12 15,0 1-12 1,0-2-7-16,0-4-11 0,0-1-3 16,0-4 1-16,0-3-4 15,0-5-1-15,0-4-8 16,0 0-11-16,0-3 8 15,0-12-17-15,0-5-2 16,0-5 14-16,0 3 6 16,3-1 5-16,10 4 4 15,-1 5 1-15,2 4 0 16,5 4 9-16,2 6 4 16,0 0-3-16,4 0 5 15,1 14-10-15,-1 4 4 0,0-1 7 16,-5 5-11-1,1-2-5-15,-5-1 4 0,-7-3-3 16,-6 1 0-16,3-5-1 16,-6-5-2-16,0-3-13 15,0-4-5-15,0 0 5 16,0-1 11-16,-6-13-19 16,0-3 12-16,0-1-9 15,2-1 16-15,4 0 4 16,0 1 4-16,0 1 2 15,0 2 11-15,8 1-4 16,6 4-2-16,4 0-8 0,0 5 0 16,1 1-1-16,-2 4-1 15,5 0 5-15,-3 0 3 16,-2 12-4-16,2 5 0 16,-5-3-1-16,-3 5-1 15,-3 0-1-15,-5 0-1 16,-3-1 0-16,0-1 3 15,0-1-3-15,0-5-2 16,0-3-23-16,0-3-68 16,0-5-94-16,0 0-134 15</inkml:trace>
  <inkml:trace contextRef="#ctx0" brushRef="#br0" timeOffset="-191823.728">4329 7140 193 0,'0'0'624'0,"0"0"-495"0,0 0-5 0,0 0-98 16,0 0 4-16,0 0 18 15,-10 75 1-15,10-45-8 16,0-1 0-16,0-2-16 16,0 0-17-16,0-4-1 15,6-6-4-15,-2-2-3 16,-1-7-23-16,0-6-38 15,5-2-65-15,-2-3-13 0,7-17-107 16,-7-7-213 0</inkml:trace>
  <inkml:trace contextRef="#ctx0" brushRef="#br0" timeOffset="-191691.153">4404 6941 164 0,'0'0'571'0,"0"0"-410"16,0 0-3-16,0 0-110 15,0 0-24-15,0 0-24 16,-33-41-67-16,54 40-120 16,3-2-121-16</inkml:trace>
  <inkml:trace contextRef="#ctx0" brushRef="#br0" timeOffset="-191451.32">4608 6825 793 0,'0'0'132'0,"0"0"34"16,0 0-105-16,0 0-10 16,0 0 11-16,0 72-13 15,0-35-8-15,6 7-5 16,-1-2 9-16,-4 2-13 16,-1-5-9-16,0-6-10 15,0-1-6-15,0-5-6 16,0-4 0-16,0-6-1 15,0-5-28-15,0-2-50 16,0-6-86-16,0-4-216 0</inkml:trace>
  <inkml:trace contextRef="#ctx0" brushRef="#br0" timeOffset="-191030.308">4914 7206 692 0,'0'0'119'16,"0"0"19"-16,0 0-68 15,0 0-19-15,78-90-19 16,-50 67-5-16,2 1-6 16,-3 2 7-16,-5 0-2 15,-7 4-10-15,-7 2-7 0,-8 2-3 16,0 2-1-16,-14 5-5 15,-13 3-1-15,-10 2 0 16,1 0 1-16,-4 6 1 16,7 6-1-16,6 7 1 15,6-3 0-15,3 4 1 16,5 2 1-16,1-1 4 16,9 1 0-16,3-2 13 15,0-1 1-15,3-1 5 16,18-2-5-16,1-4-3 15,9 1-8-15,1-3-5 16,-4-2-1-16,8-4-4 16,-6-1-9-16,1-3-40 0,-4 0-18 15,-4 0-62-15,-3-4-64 16,-2-7-288-16</inkml:trace>
  <inkml:trace contextRef="#ctx0" brushRef="#br0" timeOffset="-190789.372">5700 7010 669 0,'0'0'74'0,"0"0"102"0,0 0-94 15,0 0-18-15,0 0-38 0,106 4-18 16,-67-4-5-16,-3 0-3 16,-3 0-20-16,-5 0-61 15,-9 1-77-15,-11 2-136 16</inkml:trace>
  <inkml:trace contextRef="#ctx0" brushRef="#br0" timeOffset="-190580.965">5763 7172 66 0,'0'0'421'0,"0"0"-299"16,0 0 8-16,0 0-24 15,0 0-14-15,0 0-48 16,69 31-13-16,-38-31-6 16,6 0-5-16,0 0-7 15,2 0-10-15,2-5 1 16,-1-3-4-16,0 1-18 15,-4-1-62-15,-3 1-107 16,-9-2-253-16</inkml:trace>
  <inkml:trace contextRef="#ctx0" brushRef="#br0" timeOffset="-190054.865">7034 6797 657 0,'0'0'102'0,"0"0"104"0,0 0-82 0,0 0-76 16,0 0-30-16,0 0 46 15,7 73-14-15,-4-34 14 16,-1 3-16-16,1 2-4 0,-3-3-2 16,0-2-17-1,0-5-10-15,0-7-6 0,0-4-5 16,0-5 0-1,0-6-4-15,0-2-7 0,0-1-25 16,0-2-37-16,0-4-74 16,9-3-110-16,4 0-315 15</inkml:trace>
  <inkml:trace contextRef="#ctx0" brushRef="#br0" timeOffset="-189800.246">7370 6956 741 0,'0'0'126'0,"0"0"3"15,0 0-9-15,0 0-29 16,0 0-36-16,0 0-2 16,28 47-5-16,-28-39-11 15,0 1-18-15,-6-4 1 16,-9-2-9-16,-3-1-5 15,2-1-6-15,1-1-6 16,7 0-45-16,5 0-43 16,3-3-48-16,2-10-152 15,19-5-406-15</inkml:trace>
  <inkml:trace contextRef="#ctx0" brushRef="#br0" timeOffset="-189269.231">7925 6667 660 0,'0'0'138'0,"0"0"9"16,0 0-69-16,0 0-25 15,0 0 4-15,-73 84-7 16,62-51-13-16,-1 4-12 15,2 1 13-15,1 2-14 16,0 0-12-16,0 0 3 16,3-4-9-16,4-3-4 0,2-3 2 15,0-6-3-15,0-2 0 16,0-5-1-16,11-1 0 16,8-6-2-16,-2-5-11 15,5-2 1-15,-1-3 3 16,-1 0 5-16,2-4-1 15,0-8 3-15,-1-3 1 16,0 1 1-16,1-2 0 16,-5-1 1-16,-4 1 0 15,-1-4 4-15,-2 4-3 16,-5-2 8-16,-5 0 4 16,0-1 3-16,0 3-5 15,0-1 1-15,-13 2-3 0,-1 2-5 16,-7 4-3-16,-1 3-2 15,-4 3 1-15,-2 2-1 16,-2 1-1-16,2 0-2 16,4 0 3-16,2 8-12 15,5 2-13-15,9 1-22 16,5-1-28-16,3-1-107 16,0-3-194-16</inkml:trace>
  <inkml:trace contextRef="#ctx0" brushRef="#br0" timeOffset="-188793.09">8366 6859 577 0,'0'0'71'0,"0"0"64"0,0 0-60 15,0 0-8-15,-89 26-23 16,71-5-5-16,3 6-9 16,6 2-4-16,5-1-10 15,2 2 4-15,2-6-6 16,0-3-10-16,8-3 3 16,8-6-4-16,5-5 2 0,3-3-1 15,6-4-3-15,4 0 4 16,-3-2-5-1,3-12-5-15,1-2-3 0,-5-7 4 16,-4-1 4-16,-4-2 1 16,-5-7 0-16,-6 4 3 15,-8-1 15-15,-3 0 19 16,0 4 7-16,0 4-6 16,-11 5-3-16,-5 2-24 15,-2 7-5-15,-4 5-5 16,-2 3-2-16,1 0 0 15,-2 0 0-15,4 6-7 0,3 9-19 16,3-2-9 0,6 3-46-16,5-1-49 0,4-3-116 15,0-2-237-15</inkml:trace>
  <inkml:trace contextRef="#ctx0" brushRef="#br0" timeOffset="-188489.121">9066 6739 609 0,'0'0'117'0,"0"0"40"0,0 0-56 0,0 0-50 15,0 0-22-15,0 0 47 16,-1 29-15-16,-5-9-16 15,-3 1-10-15,-3 1-12 16,-2 0-11-16,-3 7-8 16,3-2 3-16,-4-3-4 15,5-3-1-15,-1-3 0 16,7-2-2-16,1-5-19 16,1-4-31-16,2-3-42 15,2-4-53-15,1 0-116 16,0 0-213-16</inkml:trace>
  <inkml:trace contextRef="#ctx0" brushRef="#br0" timeOffset="-188145.76">8968 6688 390 0,'0'0'98'15,"0"0"-2"-15,0 0 25 16,0 0-28-16,0 0-14 16,53 85-11-16,-36-61-17 15,1 1 9-15,-2 1-10 16,-1-1-5-16,0 1 9 16,-5-5-13-16,-1 3-3 15,3-4-11-15,-3-3 0 16,0-1-5-16,3-4 0 0,-3-4-5 15,2-1-3-15,-2-6-1 16,2 1-3-16,-2-2-1 16,-1 0-6-16,2 0-3 15,-7-9-30-15,-3 1-42 16,0-6-85-16,-3-4-193 16</inkml:trace>
  <inkml:trace contextRef="#ctx0" brushRef="#br0" timeOffset="-187638.084">9706 6629 610 0,'0'0'123'0,"0"0"66"0,0 0-131 0,0 0 28 15,0 0-10-15,-25 84-4 16,25-52-22-16,0 0 0 15,0-2-9-15,0-2-8 16,0-4-18-16,0-1-8 0,0-5-3 16,0-3-4-1,0-6 0-15,3 1-40 0,7-6-59 16,2-4-54-16,6 0-97 16,2-10-340-16</inkml:trace>
  <inkml:trace contextRef="#ctx0" brushRef="#br0" timeOffset="-187202.949">9957 6714 635 0,'0'0'41'0,"0"0"71"16,0 0-16-16,0 0-22 0,-27 97-16 15,27-70-9-15,10-2-18 16,5-2 2-16,2-3-15 15,1-6-3-15,1-6-8 16,2-3-3-16,0-5 1 16,3 0-2-16,-2-4-2 15,3-5 0-15,-5-4 2 16,-2-4-3-16,1 0 1 16,-7-3 0-16,2 1 4 15,-6-1 3-15,-3-1 6 16,-2 5 3-16,-3-2 1 15,0 2 7-15,-3 1 4 0,-9 2 5 16,-3 2-10 0,0 2-9-16,-3 2-3 0,-4 7-4 15,-5 0-6-15,-1 0 2 16,-2 0-3-16,0 7 1 16,2 2-1-16,4 1 0 15,3-2-1-15,7-2-4 16,3-1-35-16,3-4-50 15,8-1-83-15,0 0-115 16,0-6-530-16</inkml:trace>
  <inkml:trace contextRef="#ctx0" brushRef="#br0" timeOffset="-186590.954">10191 6060 647 0,'0'0'34'0,"0"0"38"0,0 0 36 0,0 0-22 0,64-79-46 15,-43 74-5-15,-1 3 10 16,-3 2-15-16,-3 0-14 15,1 14-6-15,-6 6 5 16,-6 6 1-16,-3-1-8 0,0 2-3 16,-15 0-2-1,-11-4 3-15,-5-3-1 0,0-4-1 16,1-6-2-16,3-1-2 16,13-7-4-16,4 1 1 15,7-3-10-15,3 0 11 16,0 0-4-16,0 0-10 15,16 0-9-15,7 0 5 16,4 0 13-16,1 0 3 16,-1 7 3-16,-2 3-1 15,1 1-2-15,-7 5 4 16,-1 1 1-16,-4 1 7 16,-3 2 5-16,0 0 3 0,-7 1 2 15,1-3 6 1,-5 0-4-16,0-1 4 0,0-3 4 15,0-2 1-15,-5-4-4 16,-7 1 1-16,-5-3 8 16,-3-3-9-16,-4 0-6 15,-4-1-8-15,-2-2-1 16,-3 0-9-16,2 0 4 16,1 0-2-16,5 0-2 15,4-6-2-15,6 2 1 16,6 0-38-16,3 2-44 15,5-1-75-15,1-1-186 0</inkml:trace>
  <inkml:trace contextRef="#ctx0" brushRef="#br0" timeOffset="-185613.775">10837 6641 361 0,'0'0'69'0,"0"0"101"0,0 0 24 15,0 0-31-15,0 0-80 16,0 0-42-16,3 16 62 15,0 7-23-15,3 0-15 16,-3-1-28-16,0-1-21 0,-3-3-7 16,0 0-2-16,0-6-3 15,0 3-4-15,0-6 4 16,0-2-4-16,0-1-6 16,-3-3-10-16,3-3-11 15,0 0 6-15,-1-6-7 16,1-8-12-16,0-3 32 15,0-1 6-15,0 2 2 16,0 2 0-16,10 1 1 16,0 5 7-16,4 3 1 15,2 3 1-15,2 2-1 16,0 0 3-16,4 7 7 16,1 8-4-16,-4 1 0 15,2-1-4-15,-4 2-8 0,-4 1 3 16,-9-4-4-16,-1 1-2 15,-3-1 0-15,0-3 1 16,0-1 0-16,-9-4-1 16,-2-2-4-16,6-4 0 15,1 0 1-15,-1 0 2 16,5-7-3-16,0-4-2 16,0-3 0-16,0-1-1 15,12 0 2-15,3 1-1 16,0 0 0-16,6 1 0 15,-2 1 4-15,1 3 1 0,0 2 0 16,1 1 0 0,-4 2 1-16,2 2 0 0,-5 2 0 15,3 0 1-15,-6 0 6 16,2 0-1-16,-4 3 7 16,2 7 1-16,-4 0 2 15,0 1 0-15,-4 3 4 16,2 0 2-16,0-1-1 15,-4 1 6-15,1 0-1 16,-2-1 6-16,0-1-7 16,0-1-1-16,0-2-5 15,0-1-6-15,0-2-7 16,-2-1-3-16,1-2-3 16,1-3-8-16,0 0-42 15,0 0-43-15,1 0-75 0,14 0-192 16</inkml:trace>
  <inkml:trace contextRef="#ctx0" brushRef="#br0" timeOffset="-185471.811">11674 6858 554 0,'0'0'180'0,"0"0"-51"0,0 0-127 0,0 0-2 15,0 0-373-15</inkml:trace>
  <inkml:trace contextRef="#ctx0" brushRef="#br0" timeOffset="-173311.187">2891 9114 712 0,'0'0'30'0,"0"0"123"0,0 0-61 0,0 0-15 16,3-71-19-16,-3 70-6 16,0 1-11-16,0 0-41 15,0 0-7-15,0 18 7 16,0 1 12-16,0 5 1 16,0 2 2-16,0 2-5 15,0 0-4-15,0 2-1 16,3-1-3-16,-3-2 2 15,0-1 1-15,0-2-3 0,3-5 0 16,0 4-1-16,3-7-1 16,0-3 3-16,-3 0-2 15,1-6 1-15,2-1-1 16,-1-5 2-16,5-1 0 16,4 0 6-16,3-3-4 15,3-13 1-15,7-3-4 16,0-5-2-16,1-3 0 15,-4 0-1-15,-6-1 1 16,1 0 3-16,-10-1-3 16,-1 4 1-16,-7 3-1 15,-1 3 2-15,0 6 0 16,0 3-2-16,0 3-4 0,0 3 4 16,0 3-3-16,0 1 1 15,0 0-4-15,0 0 5 16,0 0-1-16,0 0-8 15,0 5 10-15,0 12 2 16,0 4 4-16,0 0 3 16,0 3 1-16,0 4-2 15,0-3-1-15,4-1 7 16,-1-3-8-16,2 0 0 16,-2-5-1-16,3 1-2 0,0-5 0 15,1-2-2 1,4-4-1-16,1-3-23 0,9-3-19 15,2 0-12-15,4-12-52 16,3-10-58-16,0-6-162 16,-4-5-281-16</inkml:trace>
  <inkml:trace contextRef="#ctx0" brushRef="#br0" timeOffset="-172830.969">3428 9138 706 0,'0'0'67'0,"0"0"35"15,0 0-38-15,0 0 1 16,0 0 1-16,-31 89-9 16,31-68-9-16,0 0-10 15,3-1-8-15,4-6-14 0,2 2-6 16,-1-6-6-16,-2-3 1 16,-3-3-2-16,1 0-3 15,-3-4-11-15,-1 0-3 16,2 0 9-16,-1 0 3 15,-1-14-11-15,5-2 4 16,-2-4 2-16,0 0-2 16,3-7 7-16,3 1 1 15,0 2 0-15,1 3 0 16,2 6 1-16,-6 3 0 16,6 7 0-16,0 0 3 15,-3 5-3-15,3 0 1 16,1 0-1-16,-1 10 5 15,-1 7-3-15,4 2 5 0,-5 3 0 16,0 2-1-16,1-1 0 16,-5-2 2-16,3-2-2 15,0 0-3-15,-5-2 1 16,-1-2-4-16,-1-3 1 16,-1-4 2-16,-1-1-3 15,2-5 0-15,-2-2-14 16,1 0-15-16,4 0-25 15,1-10-93-15,4-5-40 16,2-4-128-16</inkml:trace>
  <inkml:trace contextRef="#ctx0" brushRef="#br0" timeOffset="-172628.892">3795 9157 484 0,'0'0'133'0,"0"0"-50"0,0 0-48 15,0 0 57-15,0 0-31 16,5 83 2-16,-1-54-8 16,-1-5-13-16,1-3-14 15,-2-2-19-15,4-5-5 16,0-4-4-16,-1-4-15 16,2-5-76-16,0-1-102 15,-1-1-39-15</inkml:trace>
  <inkml:trace contextRef="#ctx0" brushRef="#br0" timeOffset="-172457.154">3871 8933 694 0,'0'0'151'16,"0"0"-29"-16,0 0-73 15,0 0-43-15,0 0-5 16,0 0-2-16,14 27 1 15,5-17-83-15,8-1-90 16,-6-4-219-16</inkml:trace>
  <inkml:trace contextRef="#ctx0" brushRef="#br0" timeOffset="-172148.12">4083 9004 642 0,'0'0'149'16,"0"0"-4"-16,0 0-49 15,0 0-27-15,0 0 4 16,0 0-21-16,-18 84-13 16,18-58-15-16,0 2-6 15,0 2-8-15,2 1-7 16,-1 1 3-16,2-3-3 16,-3-3-3-16,3-2 3 15,-1-1-2-15,-1-3-1 16,1-8-1-16,2 0 1 15,0-5-1-15,1-5 1 0,1 0-4 16,6-2-5-16,1 0-13 16,1-7 3-16,2-6-15 15,-1 1-28-15,-2-3-57 16,-5-4-67-16,-5-1-187 16</inkml:trace>
  <inkml:trace contextRef="#ctx0" brushRef="#br0" timeOffset="-172006.709">4079 9174 612 0,'0'0'126'0,"0"0"-3"16,0 0-35-16,0 0-88 0,0 0-31 16,110-19-169-16,-58 9-386 15</inkml:trace>
  <inkml:trace contextRef="#ctx0" brushRef="#br0" timeOffset="-171601.222">4866 8860 684 0,'0'0'149'16,"0"0"41"-16,-40-73-81 0,25 53-30 15,-3 3-30 1,3 2-14-16,-1 2-14 0,1 9-4 15,3 1-6-15,-1 3-11 16,1 0 0-16,1 4-5 16,1 12-2-16,5 2 7 15,-1 4 1-15,0 2-1 16,5 8 1-16,-2 0 6 16,3 6-1-16,0 1 0 15,0 1 4-15,0 4 0 16,0-2 2-16,3-1 2 15,0 1 2-15,1 1-2 16,1-5-3-16,-1-5 2 16,-2-4-6-16,-2-7-1 15,0-2-4-15,0-5 0 0,0-6-1 16,0-3-1 0,0-5-4-16,0-1-12 0,3 0-18 15,-3 0-23-15,3-4-48 16,-3-12-73-16,0-3-169 15</inkml:trace>
  <inkml:trace contextRef="#ctx0" brushRef="#br0" timeOffset="-171434.945">4559 9165 677 0,'0'0'112'0,"0"0"12"15,0 0-92-15,0 0-19 0,109-16-13 16,-64 16-15-16,4 0-174 16,-1-1-224-16</inkml:trace>
  <inkml:trace contextRef="#ctx0" brushRef="#br0" timeOffset="-171016.816">5133 9058 617 0,'0'0'172'0,"0"0"37"15,0 0-64-15,0 0-32 16,0 0-59-16,0 0-29 16,-86-26-19-16,59 50 5 15,5 5-11-15,5 4 5 16,7 4-4-16,4 1 1 0,4-4-2 16,2-7-10-16,0-6-10 15,0-9-14-15,0-5-3 16,12-7-11-16,5 0 11 15,2-12 18-15,2-10 1 16,0-7 4-16,-2 1 5 16,1-1 6-16,-4 3 1 15,-7 5 4-15,0 4 4 16,-3 7 35-16,-5 4 17 16,-1 2-13-16,3 3-11 15,-1 1-12-15,1 0-22 16,1 5 2-16,-1 11-2 15,5 6 10-15,-4 3-5 0,2-1 2 16,-1 0-2-16,-4-4-3 16,4-1 0-16,-4-3-1 15,4-5-1-15,3-3-43 16,6-4-53-16,5-4-63 16,4 0-188-16</inkml:trace>
  <inkml:trace contextRef="#ctx0" brushRef="#br0" timeOffset="-170768.223">5514 8972 477 0,'0'0'251'0,"0"0"-57"0,0 0-79 0,0 0-64 16,-91-10-24-16,70 28-11 15,3 6-10-15,10 3 6 16,3 2 1-16,5 1-1 15,0-2-2-15,0 3 1 16,7-4-6-16,2-3 0 16,5-4-3-16,0-3 1 15,3-7-3-15,5-6-31 16,-1-1-75-16,3-3-105 16,3 0-188-16</inkml:trace>
  <inkml:trace contextRef="#ctx0" brushRef="#br0" timeOffset="-170491.035">5824 8943 622 0,'0'0'172'0,"0"0"-30"16,0 0-86-16,0 0-16 15,0 0 1-15,0 0 4 16,-31 57 12-16,31-33-9 15,0 0-10-15,0 3-10 16,0-1-10-16,3 1-9 16,0-1-6-16,0-3 3 15,1 0-5-15,2-5-1 16,0-5-15-16,0-4-27 0,0-5-30 16,3-4-49-16,-5 0-25 15,1 0-78-15,-2-9-182 16</inkml:trace>
  <inkml:trace contextRef="#ctx0" brushRef="#br0" timeOffset="-170004.757">5726 9093 450 0,'0'0'89'0,"0"0"4"16,0 0-37-16,0 0-28 0,83-33-13 15,-49 28-4-15,1-2-3 16,1-2 6-16,-2 1 6 16,0 2 15-16,-4 2 7 15,-9 2 10-15,-6 2 1 16,-6 0-5-16,-8 0-23 16,2 7-1-16,-1 9 2 15,-2 4 7-15,4 3-17 16,-1-1-3-16,2 0-6 15,1-2-3-15,9-4-1 16,-3-4 0-16,2-1-1 16,5-7 2-16,1-3 0 15,1-1-1-15,-3 0-2 16,0-10-1-16,-6-2 2 16,0-2 0-16,-8-1 1 0,-1-5-1 15,-3 4 0-15,0-2 1 16,-1 0 9-16,-17 4 9 15,0 0-8-15,-4 3 7 16,-2 2-9-16,0 4-5 16,3 1-5-16,2 2 0 15,2 2 0-15,5 0-1 16,5 0-3-16,-1 0-37 16,8 0-70-16,0 0-87 15,0 0-174-15</inkml:trace>
  <inkml:trace contextRef="#ctx0" brushRef="#br0" timeOffset="-169629.036">6312 8977 81 0,'0'0'404'0,"0"0"-282"0,0 0 17 0,0 0-13 16,52 86-51-16,-41-56-23 15,-7-2-2-15,1 0-3 16,-5-3-15-16,0-4-12 16,0-3-6-16,-5-6-3 15,-4-3-3-15,-4-8 0 16,4-1-3-16,0 0-1 0,4-10 2 16,1-5-3-16,0-6 1 15,2-4-3-15,2-2 9 16,0-3 12-16,3 0 11 15,9 1-7-15,3 3-4 16,4 3-9-16,0 3-4 16,3 3-8-16,1 4 1 15,0 4-2-15,-2 6-17 16,-2 3-27-16,-3 0-29 16,-7 0-70-16,-7 9-115 15,-2 2-388-15</inkml:trace>
  <inkml:trace contextRef="#ctx0" brushRef="#br0" timeOffset="-168271.182">7097 9018 587 0,'0'0'106'0,"0"0"91"0,0 0-76 0,0 0-91 0,0 0 18 15,0 0 22-15,21 48-29 16,-20-24-2-16,-1 0-12 16,0 1-16-16,0-2-6 15,0-2 0-15,-9-4 0 16,0-3-5-16,0-7-10 15,3-4-13-15,3-3-4 16,2 0 12-16,-1-16-26 16,2-4 15-16,0-4 18 15,0-1 3-15,5 4 5 16,2 3 1-16,2 6 6 16,0 1 11-16,0 6 4 0,3 5-7 15,-3 0-10-15,6 5 3 16,1 10 5-16,-2 0-7 15,2 3 3-15,-4 1-2 16,0-2-4-16,-6-2-1 16,0-2 0-16,-3-7-1 15,2-1-1-15,-4-5-8 16,1 0-3-16,2 0 7 16,3-8 1-16,4-10-30 15,1-1 14-15,1-2 12 16,4-2 5-16,-4 6 2 0,2-2 0 15,-2 6 0-15,-2 1 1 16,-2 4 4-16,4 3 5 16,-4 3-1-16,2 2-1 15,2 0-1-15,-2 0 4 16,-1 4 2-16,-1 9 0 16,-3 3-1-16,0 1 0 15,-6 3 2-15,3-3-3 16,-3 6 2-16,0-2 0 15,0 1 1-15,0-5-2 16,0-1-7-16,0-4-4 16,0-5-1-16,0-4-26 15,0-3-17-15,7 0-19 16,10 0-71-16,3-9-126 0,4-10-326 16</inkml:trace>
  <inkml:trace contextRef="#ctx0" brushRef="#br0" timeOffset="-168025.692">7709 8976 604 0,'0'0'142'0,"0"0"53"0,0 0-78 16,0 0-59-16,0 0-43 16,0 0 38-16,0 31 4 15,0-6-6-15,0 3-10 16,0 2-5-16,0-2-13 0,0 3-9 15,0-3-8-15,0-5-4 16,0-5-2-16,0-5 0 16,0-7-18-16,0-3-27 15,0-3-44-15,1 0-46 16,-1-3-32-16,0-12-420 16</inkml:trace>
  <inkml:trace contextRef="#ctx0" brushRef="#br0" timeOffset="-167864.768">7610 9052 712 0,'0'0'52'0,"0"0"118"16,0 0-116 0,0 0-44-16,0 0-10 0,85-4-27 15,-46 4-103-15,1 0-157 16</inkml:trace>
  <inkml:trace contextRef="#ctx0" brushRef="#br0" timeOffset="-167627.169">8122 8986 684 0,'0'0'195'16,"0"0"-37"-16,0 0-67 15,0 0-35-15,-103-14-32 0,83 32-10 16,1 3-8-1,10 3-3-15,4 3 1 0,5-3-1 16,0-3 0-16,0-1-3 16,5-5-21-16,9-8-38 15,2-1 5-15,-1-6-16 16,7 0-32-16,-1 0-84 16,-1-13 23-16,2-4-70 15,-1-5 40-15</inkml:trace>
  <inkml:trace contextRef="#ctx0" brushRef="#br0" timeOffset="-167395.68">8122 8986 212 0,'62'-117'192'16,"-62"94"58"-16,0 4-42 15,0 6-47-15,0 3-70 16,-1 5-32-16,-2 5-4 0,3 0-37 16,0 19-9-16,0 9-6 15,0 7 15-15,0 5 10 16,0 1 10-16,0-3-3 15,-2 0-4-15,0-1-10 16,-1-5-10-16,3-5-7 16,0-4 0-16,0-6-4 15,0-3-9-15,0-5-39 16,0-1-53-16,3-8-102 16,1 0-397-16</inkml:trace>
  <inkml:trace contextRef="#ctx0" brushRef="#br0" timeOffset="-166855.008">9095 9037 542 0,'0'0'84'0,"0"0"67"0,0 0-5 0,0 0-54 15,0 0 0-15,0 0-23 16,83 6-30-16,-44-6-23 16,4 0-9-16,2 0-7 15,-1-3-6-15,-2 1-71 16,-12-1-107-16,-15 0-323 15</inkml:trace>
  <inkml:trace contextRef="#ctx0" brushRef="#br0" timeOffset="-166680.218">9200 9176 617 0,'0'0'68'16,"0"0"99"-16,0 0-79 15,0 0-49-15,0 0-30 16,103 1-9-16,-61-1-10 16,4 0-97-16,-4 0-202 15</inkml:trace>
  <inkml:trace contextRef="#ctx0" brushRef="#br0" timeOffset="-160782.276">10382 8127 799 0,'0'0'47'0,"0"0"47"0,0 0 35 0,0 0-92 16,0 0-30-16,0 0 32 15,0 0 3-15,-12 98 3 16,12-66 3-16,-3 0-15 16,3 0 0-16,0 0-12 15,0 1-8-15,-3-2-2 0,-3-1-4 16,5-2-3-16,-5-3-2 15,0-5 4-15,-2-3-6 16,-2-6 0-16,7-2-3 16,0-5-44-16,3-2-53 15,0-2-37-15,0 0-142 16,6-12-527-16</inkml:trace>
  <inkml:trace contextRef="#ctx0" brushRef="#br0" timeOffset="-160504.831">10575 8365 616 0,'0'0'121'15,"0"0"43"-15,0 0-26 16,0 0-65-16,0 0-33 16,0 0 12-16,8-4 22 15,-8 5-21-15,0-1-16 16,0 1-10-16,0-1-5 15,0 0-2-15,0 0-7 16,0 0-11-16,0 0-2 16,-8 0 0-16,-6 0 21 15,3 0-21-15,3 0-3 16,5 0-18-16,3-2-30 16,0-5-71-16,11-2-101 15,14-5-400-15</inkml:trace>
  <inkml:trace contextRef="#ctx0" brushRef="#br0" timeOffset="-159989.166">11064 8033 657 0,'0'0'140'15,"0"0"40"-15,0 0-32 16,0 0-76-16,0 0-63 15,0 0-1-15,-36 7 13 16,27 24 5-16,-1 2 9 16,2 5-10-16,2-2 3 0,-1 1-12 15,1 1-8-15,-3-1-2 16,4-2-1-16,2-2-4 16,2-2 1-16,1-3-2 15,0-6 2-15,0-3 0 16,7-5 2-16,11-3-2 15,2-6 0-15,5-4 1 16,3-1-2-16,-1 0-1 16,0-8 0-16,-3-6 1 15,1-4 0-15,-5-1-1 16,-1-3 1-16,-5 2 0 0,-3 0 0 16,-5-2 2-1,-3 5 0-15,-3 1 0 0,0-1 6 16,-3 0 4-1,-10 1-3-15,-2 2-5 0,-4 3 0 16,-1 2 0-16,-2 4-1 16,-3 3-4-16,-2 2-1 15,-3 0 0-15,0 3 1 16,2 7 0-16,7 1-10 16,3 2-13-16,7-2-35 15,7 5-45-15,4-6-88 16,0-5-157-16</inkml:trace>
  <inkml:trace contextRef="#ctx0" brushRef="#br0" timeOffset="-159544.516">11495 8163 729 0,'0'0'63'0,"0"0"99"0,0 0-91 0,-81 27-22 0,68-3-17 16,9 2-8-16,2 1 2 15,2 0-7-15,0-2-2 16,9-2-7-16,7-4-3 16,-2-1-3-16,4-5-3 0,0-4-1 15,3-2-6 1,1-7 5-16,6 0-2 0,0 0 3 15,1-11 1-15,-7-5-1 16,-1-3 2-16,-2-1 0 16,-5-2-1-16,-6-4 6 15,-1 1 12-15,-7-4 14 16,0 2 11-16,-3 0-4 16,-9-1-5-16,-9 8-18 15,2 0-6-15,-7 6-10 16,-2 7 2-16,-3 2-2 15,-2 5-2-15,6 0 1 0,0 9-12 16,14 5-34 0,1 3-36-16,12 0-65 0,0-2-160 15,3-2-250-15</inkml:trace>
  <inkml:trace contextRef="#ctx0" brushRef="#br0" timeOffset="-159265.639">12101 8047 731 0,'0'0'132'0,"0"0"58"0,0 0-89 0,0 0-69 16,0 0-21-1,0 0 21-15,-38 68 0 0,22-34-5 16,2 0 1-16,-5 1-7 15,1-3-9-15,-4-2-8 16,3-2-3-16,-1-5-1 16,-1-2-3-16,3-4-32 15,3-5-20-15,4-4-33 16,2-7-53-16,6-1-108 16,3 0-155-16</inkml:trace>
  <inkml:trace contextRef="#ctx0" brushRef="#br0" timeOffset="-158974.822">11914 7972 614 0,'0'0'64'0,"0"0"117"16,0 0-84-16,0 0-79 15,0 0 76-15,0 0-24 16,75 93-2-16,-51-58-11 15,-2-2-8-15,-2 1-8 16,-3-1-17-16,-3-2-9 16,-2-5-2-16,-3 0-4 15,-2-5-8-15,0-4 0 16,-1-3 3-16,-1-3-4 16,1-3-2-16,0 0-24 15,4-5-28-15,1-2-24 16,1-1-71-16,4 0-157 0,1-13-488 15</inkml:trace>
  <inkml:trace contextRef="#ctx0" brushRef="#br0" timeOffset="-158703.602">12480 7965 587 0,'0'0'81'15,"0"0"110"-15,0 0-82 0,0 0-86 16,0 0 55-16,0 0-14 16,-6 86 10-16,6-53-15 15,1 4 0-15,-1-4-12 16,0-1-13-16,0-3-11 16,0-2-14-16,0-6-5 15,0-1-2-15,3-3-2 16,-1-4-14-16,4-2-39 15,4-4-52-15,1-6-78 16,2-1-164-16</inkml:trace>
  <inkml:trace contextRef="#ctx0" brushRef="#br0" timeOffset="-158249.133">12820 8045 686 0,'0'0'78'16,"0"0"48"-16,0 0-14 16,0 0-50-16,0 0-27 15,-60 94 9-15,60-69-5 16,0-1-19-16,9-3-10 16,0-1-3-16,3-4-3 15,3-5-1-15,-2-4 1 16,5-3 0-16,0-4-4 15,2 0-2-15,0 0 1 16,0-11 1-16,1-5-1 0,1-3 0 16,-2-2 0-1,-1-5 1-15,-4-1 1 0,-2 0 0 16,-7-5-1-16,-3 4 5 16,-3 3 3-16,0 2 28 15,-4 6 5-15,-14 4-3 16,-3 3-16-16,-6 7-11 15,-1 3-7-15,-5 0 2 16,0 0 0-16,2 6-4 16,1 5-1-16,3 2-1 15,6 0 0-15,9-3-2 16,2 0-4-16,4-6-36 16,6 0-39-16,0-4-66 15,0 0-116-15,6 0-98 16</inkml:trace>
  <inkml:trace contextRef="#ctx0" brushRef="#br0" timeOffset="-157656.016">12955 7418 718 0,'0'0'17'0,"0"0"69"0,0 0 26 16,0 0-57-16,87-37-30 0,-63 37-3 15,-2 14-2-15,1 6 3 16,-7 4 10-16,-4 1-12 16,-8 1-2-16,-4-1 2 15,0-2-11-15,-7-3-3 16,-11-4 5-16,-3-4-8 15,2-3 8-15,1-4-10 16,6-2 4-16,3-2-4 16,6-1-1-16,3 0-1 15,0 0 0-15,0 0-13 16,6 0-4-16,12-2-1 16,4 0 1-16,2 1 7 15,-1 1 8-15,-1 0 2 0,-1 0-2 16,-3 3 0-16,-2 6 1 15,-1 5 1-15,-3 0 4 16,-3 1 12-16,-1 5 5 16,-5-4 0-16,-2 2 4 15,1-1-5-15,-2 0-3 16,0-5 8-16,0 1 1 16,-3-5 6-16,-8 0-6 15,-7-3 1-15,-4-3 9 16,-8 1-12-16,-3-3-12 15,-1 2-8-15,-3-2-3 16,2 0 0-16,5 0-1 0,7 0-12 16,6 0-13-16,6 0-24 15,4 0-41-15,4 0-55 16,2 0-169-16</inkml:trace>
  <inkml:trace contextRef="#ctx0" brushRef="#br0" timeOffset="-156716.713">13623 7985 643 0,'0'0'57'0,"0"0"1"16,0 0 122-16,0 0-72 15,8 84-35-15,-5-55 0 16,0-2-15-16,-1-3-15 16,1 1-13-16,0-7-7 15,-2-4-12-15,2-5-7 16,-3 0 0-16,2-6-3 15,-2-1-1-15,1-2-3 0,1 0 3 16,5-3-4 0,1-14-8-16,2 1 2 0,5-7-8 15,0-4 12-15,4-1 3 16,3-3 1-16,-2 7-3 16,1 4 3-16,-3 6 1 15,0 6-1-15,-6 8 0 16,4 0-2-16,-2 4 0 15,-1 13 2-15,-2 5 2 16,2 5 2-16,-4 2 3 16,0-1 1-16,-3-2 2 15,1-1-2-15,-2-6 2 16,-4-1-2-16,1-5-3 16,-2-3 1-16,0-4-1 15,0-5-1-15,1 1-2 0,1-2 5 16,-1 0 4-1,4 0-8-15,2-12-1 0,5-2-4 16,0-4 1-16,4-2 1 16,1-3 2-16,2-2 0 15,1 1-1-15,1-1-1 16,-1 3 4-16,-3 4-4 16,2 1 2-16,-4 6 0 15,0 1 0-15,-6 5 3 16,-1-3-1-16,-1 7 4 15,-4 0 2-15,0 1 4 16,1 0-3-16,1 0-2 0,-2 2 2 16,3 12 3-1,-2 1 2-15,-2 1 0 0,-1 4 2 16,-1 0 1-16,0 0-1 16,0-2-2-16,0 0 1 15,-1 2 3-15,-8-1-3 16,3-3-2-16,1 1-4 15,2-1 1-15,2-4-3 16,1 0 0-16,0-2-1 16,0-1 1-16,1-2-2 15,10-3 1-15,10 0 5 16,-1-3-9-16,3 1 2 16,4-2-3-16,1 0-2 0,2 0-11 15,-2 0-20 1,1 0-28-16,-7 0-20 0,-8-6-103 15,-10-5-255-15</inkml:trace>
  <inkml:trace contextRef="#ctx0" brushRef="#br0" timeOffset="-155249.961">10367 8765 205 0,'0'0'112'0,"0"0"-69"0,0 0 99 0,0 0-54 16,0 0-46-16,0 0-6 15,106 10-1-15,-67-7-4 16,10 1 0-16,6 2 5 16,8-2-14-16,1 1 1 15,2 0-7-15,1-3 3 16,2 6-3-16,2-3-5 15,1-1-1-15,-2-1 1 0,4-2 7 16,-2 0-1 0,1-1-2-16,3 0-4 0,-1 0 5 15,4 0 1-15,-4 0-4 16,2 0-1-16,4 0-5 16,1 0 1-16,0 0-2 15,-3 0-1-15,4 0-2 16,-2 0-1-16,1 0-2 15,2 0 2-15,2 0 4 16,-1 0 1-16,0 0-3 16,0 0 1-16,-3 0-2 15,-6 1 0-15,2 1-3 16,-3 0 4-16,3-2 0 16,-3 1 2-16,1 0-2 15,-3 1 0-15,-1 1-1 0,2-2-1 16,3 2-2-16,0-2 0 15,1-1 0-15,1 1 0 16,-1-1 0-16,1 0 5 16,-5 0-4-16,-1 0-1 15,-4 0 1-15,-2 0-1 16,0 0 0-16,2-2 1 16,-2-1 2-16,-3 2-3 15,-4 0 0-15,-2-1-3 16,-3 2 3-16,0 0 2 15,1 0-2-15,-3 0 2 16,-6 0 1-16,-4 0 13 0,-1 0 2 16,-5 0 3-16,-4 0 10 15,-2 0 0-15,-3 0 0 16,-2 0-5-16,-3 0-3 16,-2 0-4-16,-4 0 1 15,-1 0-7-15,-4 0 4 16,-3 0-2-16,-3 0-1 15,0-2 4-15,-3 2-6 16,-2-1-2-16,-1 1 2 16,0 0-4-16,0-1-1 15,0 1-2-15,0-2-4 16,0 2-1-16,0 0-17 16,0-2-21-16,-7 2-51 0,-18-5-101 15,-15-6-295 1</inkml:trace>
  <inkml:trace contextRef="#ctx0" brushRef="#br0" timeOffset="-151731.381">12123 9269 685 0,'0'0'90'0,"0"0"-57"0,0 84 67 15,0-54-25-15,3 3-35 16,-2-2-15-16,1-3 1 16,1-1-1-16,-3-4-16 0,3-5-2 15,-3-3-3-15,0-3 0 16,0-4-1-16,0-6 3 15,0-2-2-15,0 0 10 16,0-6-4-16,-3-12-8 16,0-5 4-16,1 0-2 15,2 0-4-15,0 3 3 16,2 4 2-16,10 4 7 16,3 2 16-16,1 6-5 15,7 4-2-15,0 0-4 16,9 0 0-16,-5 7 5 15,1 1-4-15,-4 7-6 0,-3-5-4 16,-3 3-2 0,-8-1 1-16,-4 0-1 0,-6-3-4 15,0-2-2-15,0 0 0 16,0-4-1-16,0-3 2 16,-9 0 5-16,0 0 9 15,-4-7-8-15,4-9-7 16,3-2 0-16,3-2 2 15,3 3-2-15,0-1 2 16,0 1-2-16,16-2 0 16,5 4-1-16,6-1 1 15,-3 7 0-15,3 2 1 16,-2 2 0-16,-1 1 2 16,-2 4-1-16,-1 0 0 15,-3 4 0-15,-4 8-1 0,2 0 0 16,-5 1 3-16,0 5 1 15,-5-1-4-15,-3 2 5 16,-3-3-3-16,0 0-2 16,0-1-1-16,-4 1 0 15,-9-1 3-15,2 0-3 16,2-4-2-16,-1-3-20 16,7-4-27-16,3 0-35 15,0-4-26-15,0 0-27 16,6-12-144-16,10-9-224 15</inkml:trace>
  <inkml:trace contextRef="#ctx0" brushRef="#br0" timeOffset="-151512.213">12775 9372 272 0,'0'0'382'0,"0"0"-173"0,0 0-66 0,0 0-86 15,0 0-47-15,0 0 49 16,27 34-6-16,-18-14-3 15,-2 1-8-15,-2 4-10 16,-2-2-14-16,0-2-9 16,-3-1 0-16,0-6-9 15,0-1 0-15,0-6-42 16,0-5-46-16,0-2-84 16,0 0-81-16,-3-12-517 15</inkml:trace>
  <inkml:trace contextRef="#ctx0" brushRef="#br0" timeOffset="-151353.673">12817 9157 846 0,'0'0'143'16,"0"0"-2"-16,0 0-69 16,0 0-50-16,0 0-22 15,0 0-22-15,30-20-42 16,0 21-115-16,-1-1-352 15</inkml:trace>
  <inkml:trace contextRef="#ctx0" brushRef="#br0" timeOffset="-151130.018">13088 9114 33 0,'0'0'785'0,"0"0"-689"15,0 0 34-15,0 0-10 16,-10 75-52-16,10-39-12 15,0 2 2-15,0-2-8 16,0 1-14-16,0-5-6 16,0-1-14-16,0-5-8 15,-6-4-6-15,-1-4-2 16,2-4-2-16,4-4-25 16,1-4-60-16,0-6-70 15,0 0-162-15</inkml:trace>
  <inkml:trace contextRef="#ctx0" brushRef="#br0" timeOffset="-150711.085">13270 9420 634 0,'0'0'94'15,"0"0"30"-15,0 0-15 16,102-35-52-16,-71 24-18 15,1-2-9-15,-4-1 11 16,-3-3-1-16,-4 0-14 0,-7-2 0 16,-8 0-11-16,-5-1-5 15,-1 8 2-15,-3-1 4 16,-15 4-4-16,-4 3 1 16,-4 5-11-16,-3 1 2 15,0 0 0-15,-1 14-4 16,4 6 2-16,6 6-1 15,1 3 4-15,5 2-3 16,4 0 17-16,7 0 15 16,1-1-10-16,2-1-4 15,0-6 9-15,12-2-7 16,3-2-6-16,4-8 6 16,3-4-8-16,3-4-3 0,5-3-5 15,4 0-4 1,5 0-2-16,-1-6-9 0,1-1-42 15,-4-6-64-15,-5-2-150 16</inkml:trace>
  <inkml:trace contextRef="#ctx0" brushRef="#br0" timeOffset="-143599.204">2657 12015 661 0,'0'0'46'0,"0"0"53"0,-8-92-7 0,-4 70-30 15,-4 4-9-15,1 5-17 16,-6 7-14-16,-3 3-12 16,-1 3-7-16,-3 0 4 0,-5 18-5 15,5 4 2-15,0 7 1 16,0 7 4-16,6 2-6 15,4 0 5-15,9-1-6 16,6-5-1-16,3-5-1 16,0-4 1-16,9-6 0 15,6-8-1-15,1-2-5 16,5-7 1-16,4 0-1 16,4-1-1-16,-1-14-2 0,-2-5-2 15,2-3 8 1,-4-2 2-16,-2 0 0 0,-4-2 0 15,-3 3 1 1,-3 1-1-16,-3 5 0 0,-5 5 1 16,-1 6 3-16,-3 6 6 15,0 1 5-15,0 4-13 16,0 18 3-16,0 8 7 16,0 4 1-16,0 5 6 15,0 2 8-15,3 3 2 16,-1 0-8-16,-2-2 2 15,0-2-2-15,0-2-4 16,0-6-4-16,0-2-3 16,-3-5-3-16,-2-3-3 15,1-6 1-15,0-3-3 16,-1-3-1-16,2-6 3 0,3-2-4 16,0-2-1-16,0 0-14 15,0-2-11-15,0-13-48 16,0-7-70-16,13-4-212 15</inkml:trace>
  <inkml:trace contextRef="#ctx0" brushRef="#br0" timeOffset="-142970.2">2964 12009 626 0,'0'0'26'0,"0"0"69"0,0 0-9 0,0 0-24 0,0 0-29 16,87-67-8-16,-62 67-1 15,-1 2 1-15,-6 20 3 16,-2 3-6-16,-4 5-5 15,-9 1-1-15,-3 0-10 16,0-2-1-16,-6-1-1 16,-9-4-1-16,-4-5 1 15,-2-5 1-15,6-4-5 16,5-3 3-16,1-5-3 16,3-2-1-16,1 0-1 0,2 0-2 15,3 0 4-15,0-2 0 16,0-5 0-16,0 1 0 15,14-1-1-15,-1 3 1 16,2 1-1-16,3 3-1 16,-2 0 0-16,5 0 0 15,-3 4 1-15,-3 8 1 16,3 1 4-16,-8 3-1 16,-2-1-1-16,-5 2 4 15,-3-1-2-15,0 1 4 16,0 1 8-16,-12-3 3 0,-9-4 6 15,-3 1 1 1,-4-4-5-16,-2-1-5 0,-4-2-12 16,-1-1 2-16,1-3-5 15,4-1 1-15,5 0 1 16,4 0-1-16,0-6 3 16,10-5-5-16,1 0-4 15,4-2-16-15,6 1-39 16,0-4-46-16,19 0-177 15,8 0-463-15</inkml:trace>
  <inkml:trace contextRef="#ctx0" brushRef="#br0" timeOffset="-142260.186">3568 12028 620 0,'0'0'37'0,"0"0"125"0,0 0-63 0,24 73-6 16,-21-50-38-16,-3 0-18 16,0-3-11-16,0 0-3 15,0-3-6-15,-6-3-6 16,-1-4 0-16,1-2-7 15,0-4 1-15,0-4 0 0,-3 0 1 16,0 0 3 0,3-14-2-16,-2-3-1 0,5-5-2 15,3 2 1-15,0 4 8 16,0 0-9-16,8 3 0 16,9 6 1-16,0 4 3 15,4 3-4-15,2 0-3 16,2 10 0-16,2 6 0 15,-2 3 0-15,-3 2 0 16,-5 0-1-16,-2 1 0 16,-6 0-1-16,-3-4 0 15,-3-2 0-15,-2-4-3 16,-1-4-10-16,0-3-6 16,0-4-9-16,0-1-4 0,0 0 29 15,0-6-3-15,0-8-9 16,0-5 12-16,0-1 4 15,0-1 1-15,9-1-1 16,3 3 0-16,-1 2 0 16,5 3 1-16,-1 4-1 15,0 3 1-15,0 3-1 16,1 2 0-16,-2 2 4 16,0 0-2-16,-3 2 1 15,4 8 2-15,-5 2 5 16,-1 2-3-16,-1 3-4 0,-1 1 5 15,-4 2 3-15,2-1-4 16,-4-1-2-16,-1-1-2 16,0-2-2-16,0 0 0 15,0-5-1-15,0-2-32 16,5-2-32-16,4-5-70 16,2-1-88-16,3 0-222 15</inkml:trace>
  <inkml:trace contextRef="#ctx0" brushRef="#br0" timeOffset="-142034.875">4192 12121 379 0,'0'0'225'0,"0"0"-180"0,0 0 42 0,0 0 37 15,0 0-55-15,0 0-4 16,0 93-7-16,0-69-16 15,0-1-17-15,0-1-18 16,0-5-5-16,0-2-2 16,0-5-19-16,0-5-55 15,0-3-70-15,0-2-97 16,0 0-135-16</inkml:trace>
  <inkml:trace contextRef="#ctx0" brushRef="#br0" timeOffset="-141891.238">4203 11893 569 0,'0'0'72'15,"0"0"3"-15,0 0-31 16,0 0-37-16,0 0-7 16,0 0-187-16</inkml:trace>
  <inkml:trace contextRef="#ctx0" brushRef="#br0" timeOffset="-141607.186">4374 11799 557 0,'0'0'118'0,"0"0"87"0,0 0-108 16,0 0 9-1,0 0-22-15,27 77-20 0,-17-38-20 16,2 2 3-16,-4 2-11 15,-4 0-9-15,-1 2-13 16,-3 0-8-16,0-5 1 16,0 0-6-16,0-3 3 15,-3-4-2-15,2-8-2 16,1-5 0-16,0-4-14 16,0-8-18-16,0-5-21 15,0-3-19-15,7 0-35 16,5-15-76-16,0-12-203 0</inkml:trace>
  <inkml:trace contextRef="#ctx0" brushRef="#br0" timeOffset="-141312.393">4626 11810 510 0,'0'0'106'0,"0"0"78"15,0 0-22-15,0 0-108 16,0 0-29-16,0 0 74 16,24 64-39-16,-15-28-5 15,-4 1-5-15,-1 5-4 16,-3 1-10-16,-1-2-5 16,0-2-6-16,0-2-8 0,0-4-11 15,0-5-1-15,0-4-2 16,0-5-2-16,0-7-1 15,0-5-13-15,0-2-34 16,0-5-50-16,2 0-51 16,-2 0-105-16</inkml:trace>
  <inkml:trace contextRef="#ctx0" brushRef="#br0" timeOffset="-140054.991">4920 12067 456 0,'0'0'100'0,"0"0"63"0,0 0-31 15,0 0-27-15,0 0-79 16,0 0-5-16,0 26 39 16,0-1-8-16,0 1-6 0,0 2-18 15,0-1-10 1,0-2-10-16,0-3-3 0,-5-7-2 15,4-5 1-15,-3-4-4 16,4-5-25-16,0-1-64 16,0-1-10-16,0-16-263 15</inkml:trace>
  <inkml:trace contextRef="#ctx0" brushRef="#br0" timeOffset="-139911.172">4929 11876 379 0,'0'0'259'16,"0"0"-226"-16,0 0-11 15,0 0-22-15,0 0-19 16,0 0-231-16</inkml:trace>
  <inkml:trace contextRef="#ctx0" brushRef="#br0" timeOffset="-139537.148">5156 12035 634 0,'0'0'55'15,"0"0"71"-15,0 0-1 16,-45 80-40-16,39-51-53 16,6-1-21-16,0-1-3 15,0-2-4-15,9-3 1 16,6-8-2-16,3-5 3 15,1-3-2-15,1-6-1 16,-1 0 0-16,5-3-3 0,-6-11 0 16,3-4 0-16,-8-2 0 15,2-4 0-15,-4 0 3 16,-1 0-1-16,-7-2 2 16,-3 2-3-16,0 4 9 15,0 0 26-15,-15 6 14 16,-3 5-7-16,-3 3-24 15,-3 3-13-15,3 3-5 16,2 0-1-16,4 6-2 16,6 4-32-16,9 2-57 15,0-1-54-15,5-4-132 16,11-6-352-16</inkml:trace>
  <inkml:trace contextRef="#ctx0" brushRef="#br0" timeOffset="-139094.636">5401 11996 692 0,'0'0'84'15,"0"0"-60"-15,0 0 136 16,0 0-70-16,0 0-46 16,20 90-10-16,-15-67-8 15,-4-4-14-15,4 0-7 16,-5-5-2-16,0-4-1 0,0-3-2 15,0-6-8-15,0-1-24 16,0 0 13-16,0 0 15 16,0-12-21-16,0-4 11 15,3-7 5-15,1-4 4 16,4-1 4-16,-1-1 0 16,2 3 1-16,1 2 0 15,1 5 4-15,1 4-3 16,1 7 10-16,-1 3 3 15,3 5 1-15,0 0 5 16,1 3-6-16,3 13 10 16,-3 7-11-16,-1 0 4 15,-5 3 3-15,2 2 5 0,-4-3-4 16,-3-1-2 0,-2-2-3-16,-3-5-7 0,0-4-5 15,0 2 1-15,0-4-5 16,-10 2-46-16,-8-5-92 15,-1-2-211-15</inkml:trace>
  <inkml:trace contextRef="#ctx0" brushRef="#br0" timeOffset="-137955.069">6417 11952 650 0,'0'0'66'0,"0"0"-9"0,0 0 73 15,0 0-65-15,0 0-22 16,5 86 0-16,-5-62-15 16,0-4-13-16,0-4-6 15,0-2-4-15,0-4-2 16,0-4-3-16,0-2 3 0,0-4-1 16,0 0 1-16,-4-4-2 15,0-12-1-15,-1-5-4 16,2-3 3-16,3 1 1 15,0 3 0-15,3 1 0 16,8 8 0-16,2 6 6 16,-1 5 7-16,9 0-5 15,2 7 2-15,4 12 3 16,-1 1-6-16,1 6-2 16,-5-2-2-16,-1 0-1 15,-6-3-1-15,-2-2-1 16,-4-4 1-16,-4-2-1 15,-1-7-1-15,-2-2-36 0,-1-1-6 16,-1-3-4-16,0 0 40 16,0-7-17-16,0-9-22 15,-6 3 35-15,0-6 7 16,3 1 4-16,3 1 3 16,0 0 9-16,0 1 7 15,5 3-5-15,5 0 0 16,8 4 3-16,-1 1 0 15,5 3 2-15,2 5-3 16,-1 0-5-16,-1 0 9 16,0 5-7-16,-6 5-3 15,1 2 5-15,-4 3-7 16,-4 0-4-16,-3-1 3 16,-6 1-5-16,0 1 2 0,0-2-1 15,0-1-1-15,-6-1-2 16,1-5-23-16,1-2-40 15,2 0-58-15,2-5-108 16,0 0-159-16</inkml:trace>
  <inkml:trace contextRef="#ctx0" brushRef="#br0" timeOffset="-137729.259">7038 11960 604 0,'0'0'81'0,"0"0"-1"0,0 0 35 0,0 0-39 16,0 0-2-16,5 101-19 15,-2-71-17-15,0-1-12 16,0-5-12-16,3-3-12 16,-3-7-2-16,-1 0-13 15,1-8-54-15,1-2-68 16,-1-4-118-16,-2 0-210 15</inkml:trace>
  <inkml:trace contextRef="#ctx0" brushRef="#br0" timeOffset="-137555.844">7116 11716 596 0,'0'0'97'16,"0"0"155"-16,0 0-121 0,0 0-64 15,0 0-56-15,0 0-7 16,-22-22-8-16,29 40-20 16,11 0-75-16,3-1-202 15</inkml:trace>
  <inkml:trace contextRef="#ctx0" brushRef="#br0" timeOffset="-137315.705">7373 11743 749 0,'0'0'86'0,"0"0"26"15,0 0 4-15,0 0-30 16,0 106-38-16,13-69-6 16,-2 0-14-16,-5-1-13 15,-1-4-6-15,-3-4 0 16,-2-3-5-16,0-3-3 15,0-5-1-15,0-2-34 16,-9-3-74-16,2-7-126 16,4-3-434-16</inkml:trace>
  <inkml:trace contextRef="#ctx0" brushRef="#br0" timeOffset="-136905.756">7634 12035 554 0,'0'0'130'0,"0"0"10"15,85-48-45-15,-54 30-21 16,2-1-42-16,-6-1-11 16,-3 0 14-16,-3-1 11 15,-8 1-8-15,-6 0-17 16,-7 0-3-16,0 2-5 15,-4 1-4-15,-20 7-7 0,-6 4-2 16,-6 4-1-16,-2 2-1 16,2 0-4-16,8 18-1 15,5 3 3-15,7 5 1 16,4 4 3-16,3 0 0 16,6 1 5-16,3-3 14 15,0-2 7-15,7-3 0 16,7-6 1-16,5-1-3 15,1-4-6-15,-1-4-7 16,5-4-4-16,-3-3-3 16,3-1-4-16,-4 0-9 15,-1 0-64-15,0 0-75 0,-4-1-137 16,1-7-530-16</inkml:trace>
  <inkml:trace contextRef="#ctx0" brushRef="#br0" timeOffset="-136469.13">8274 11780 398 0,'0'0'271'0,"0"0"-172"15,0 0 12-15,0 0-41 16,0 0-51-16,0 0-16 15,-75-39 2-15,56 55-1 0,-2 7 0 16,10 2 5 0,3 3 3-16,8-2 0 0,0-1-3 15,0-4-3-15,10-3-3 16,5-5 1-16,0 1 0 16,0-2-2-16,-2-2 1 15,-2 0 0-15,-5 1 15 16,0 0 12-16,-5 0 5 15,-1 0 3-15,0 1-4 16,0-4 5-16,-4 2-1 16,-7-4 5-16,-5-2-8 15,-2 1-4-15,-9-3-9 16,-1-2-12-16,-4 0-5 0,-2 0-2 16,3 0 1-1,2 0-4-15,4-1-1 0,14-6-22 16,1-3-60-16,6-7-97 15,2-6-238-15</inkml:trace>
  <inkml:trace contextRef="#ctx0" brushRef="#br0" timeOffset="-135950.251">8771 11682 472 0,'0'0'124'0,"0"0"1"0,0 0-36 0,0 0-19 16,0 0 22-16,0 0-11 16,58 0-43-16,-37 0 15 15,10 3 3-15,8 1-20 16,4 1-16-16,8-1-8 16,-2-1-4-16,0 0-6 15,-7-1-1-15,-6 0 0 16,-9-1-1-16,-6-1-25 15,-9 0-21-15,-8 2-45 0,-4-2-56 16,-4 1-197-16</inkml:trace>
  <inkml:trace contextRef="#ctx0" brushRef="#br0" timeOffset="-135620.968">8927 11847 391 0,'0'0'100'0,"0"0"33"0,0 0-6 16,0 0-39-16,0 0-8 15,0 0-23-15,52 0-2 16,-27 0-7-16,1 0-13 15,6 0-9-15,-2 0-8 16,2 0-5-16,0 0-5 16,-2 0-4-16,-2 0-1 15,-1 0-2-15,-5 0 1 16,-1 0-2-16,-5 0 0 16,-2 0-30-16,-5-3-50 15,-8 0-95-15,-1-3-413 16</inkml:trace>
  <inkml:trace contextRef="#ctx0" brushRef="#br0" timeOffset="-131031.331">11649 11270 497 0,'0'0'103'0,"0"-81"43"0,0 44-13 0,0 2-36 0,-15 3-35 15,-5 11-22-15,-3 3 2 16,-10 8-17-16,-6 10 5 15,-9 3-11-15,-6 19-3 16,4 10 2-16,8 1-8 16,6 3-5-16,9 0-3 15,9-1-1-15,12-2 2 16,6-2-1-16,0-3 0 16,14-7 3-16,13-9-5 15,4-8-5-15,5-4-5 16,5-1-4-16,0-19-6 15,-7-6-1-15,-1-3 4 16,-8-1 7-16,-2-1 8 16,-7 2-1-16,-4 5 3 15,-9 4 0-15,0 5 2 0,-3 8 0 16,0 5 8 0,0 2 11-16,0 0 5 0,0 0-26 15,0 16 6-15,0 4 0 16,-3 12 6-16,0 0 4 15,0 6 3-15,-3 6 2 16,2 1-1-16,-4 0 4 16,1 2 7-16,-5-7-6 15,3-4-8-15,-2-2 0 16,1-2-9-16,1-3 4 16,3-7-8-16,0-1 3 15,1-4-6-15,1-3 1 0,1-4-1 16,3-4 0-1,0-3 2-15,0-3-1 0,0 0 6 16,0 0-8-16,0-5-8 16,0-7-27-16,0 0-29 15,10-1-38-15,4-2-70 16,7 4-174-16</inkml:trace>
  <inkml:trace contextRef="#ctx0" brushRef="#br0" timeOffset="-130275.158">12044 11246 559 0,'0'0'35'0,"0"0"50"0,0 0 20 0,0 0-14 16,0 0-46-16,91-39-10 16,-67 53-10-16,-9 8 6 15,6 5 10-15,-11 1-11 16,-3 6-16-16,-5 0-2 16,-2-4-3-16,0-3-6 15,-16-3 4-15,1-6-5 16,-6-4 5-16,-3-6-2 15,7-2-3-15,1-3 2 16,4-3-2-16,2 0-1 16,4 0-1-16,6 0 8 15,0-5-5-15,0-4-1 0,13 0-2 16,10 1-2-16,-1 1 1 16,2 3 1-16,-2 3 0 15,-5 1 3-15,2 0 3 16,-4 5 8-16,0 8-3 15,-3 1 5-15,-5 2 1 16,1 4 2-16,-7 0 2 16,-1 1-1-16,0 0 1 15,-1 1 0-15,-14-4-2 16,-3 1-3-16,-2-4-1 16,-5-3-1-16,-3 1-5 15,-2-4 0-15,-6-2-2 0,-1-3-3 16,-3-1-3-16,4 0 1 15,3-3-2-15,6 0 2 16,8 0-2-16,-1 0-11 16,8 0-15-16,8-7-18 15,4-5-11-15,1-1-51 16,25-4-93-16,12 0-362 16</inkml:trace>
  <inkml:trace contextRef="#ctx0" brushRef="#br0" timeOffset="-129964.843">12836 11279 143 0,'0'0'563'0,"0"0"-388"0,0 0-33 0,0 0-84 0,0 0-38 16,0 0 13-16,-52 67 2 16,28-37 0-16,5 1-13 15,-2 0-7-15,3-1-5 16,0-4-4-16,3-1-3 16,-1-7-2-16,-1 0-1 0,7-4-13 15,-1-5-48 1,0-4-26-16,5-5-36 0,-2 0-112 15,6-3-94-15</inkml:trace>
  <inkml:trace contextRef="#ctx0" brushRef="#br0" timeOffset="-129661.133">12618 11243 257 0,'0'0'294'15,"0"0"-153"-15,0 0-45 16,0 0 25-16,0 0-22 16,0 0-22-16,81 83-4 15,-57-53-3-15,-2 0-18 0,-1-5-13 16,-3 2-6-16,0-1-15 16,-3-4-6-16,-3-1 0 15,-2-2-5-15,-1-4-1 16,-1 1-6-16,-3-4 2 15,3-2 2-15,1-3-2 16,4 0-2-16,-1-2-6 16,2-5-33-16,1 0-31 15,-2 0-54-15,0-2-64 16,-2-14-206-16</inkml:trace>
  <inkml:trace contextRef="#ctx0" brushRef="#br0" timeOffset="-129390.176">13231 11196 633 0,'0'0'144'16,"0"0"-63"-16,0 0 1 15,0 0 20-15,0 0-31 16,5 87-5-16,-5-53-6 15,0 3 1-15,0-4-12 16,0 0-17-16,-5-4-12 16,-2-5-13-16,1-1-4 0,3-5-2 15,2-3-1-15,1-4-40 16,0-7-57-16,10 0-101 16,11-4-182-16</inkml:trace>
  <inkml:trace contextRef="#ctx0" brushRef="#br0" timeOffset="-128962.301">13460 11359 638 0,'0'0'59'0,"0"0"52"16,0 0 24-16,0 0-55 15,-27 84-35-15,27-59-6 0,0-2-2 16,3-4-19-16,7-3-2 15,4-1-9-15,1-5-2 16,1-1 3-16,5-5-3 16,0-1-1-16,3-3-2 15,1 0 1-15,2 0 0 16,0-3-2-16,0-8-1 16,-6-5 1-16,-2 0 5 15,-4-2 3-15,-2-3 3 16,-2-3-3-16,-5-3 3 15,-4-1 7-15,-2 1-2 16,0 3 1-16,0 3-4 16,-11 4-2-16,-7 7-4 15,-6 3-5-15,-3 7-2 0,-1 0-1 16,1 0 0 0,2 4 0-16,4 5 0 0,1 2 0 15,4-4-9-15,9 0-30 16,4-3-21-16,1-2-62 15,2-2-43-15,2 0-94 16</inkml:trace>
  <inkml:trace contextRef="#ctx0" brushRef="#br0" timeOffset="-128414.578">13873 10734 582 0,'0'0'68'0,"0"0"75"0,0 0-26 0,0 0-24 16,0 0-65-16,0 0-5 16,9 39 24-16,-9-5-3 15,0 8 6-15,0-2-21 16,-5 0-2-16,0 4-11 15,0-2-3-15,2-4-2 16,3 0-4-16,0-6 2 16,0-2-6-16,0-7 1 0,9-5-1 15,3-5 0-15,5-6 2 16,0-4 0-16,6-3 0 16,-2 0-2-16,0-2-1 15,-1-10-1-15,-2-2 4 16,-1-3-4-16,-5-2 1 15,-1 1 0-15,-5 1-1 16,-4 2 1-16,-2 0-2 16,0 1 12-16,0 4 7 15,-5 0-2-15,-8 3-4 16,-2 3-2-16,-4 4-4 16,-1 0 2-16,-4 0-1 0,-1 0 2 15,4 0-4 1,2 3 2-16,0 4-5 0,1-2-1 15,4 4 0-15,1-2-2 16,-1 0 0-16,2 0-15 16,-1 1-32-16,-2 0-58 15,0-4-96-15,0-1-278 16</inkml:trace>
  <inkml:trace contextRef="#ctx0" brushRef="#br0" timeOffset="-127608.37">14658 11540 446 0,'0'0'73'0,"0"0"47"0,0 0 10 0,0 0-15 0,0 0-38 16,0 0-7-16,0 0-23 15,-6-51-28-15,-16 69 8 16,-4 4 2-16,-4 6-4 16,-2 0-12-16,-4-1-6 15,-2 0 0-15,1-4-4 0,2 0 1 16,3-4-4 0,9-6-4-16,6-1-23 0,6-5-38 15,7-2-38-15,2-5-94 16,2 0-131-16</inkml:trace>
  <inkml:trace contextRef="#ctx0" brushRef="#br0" timeOffset="-127287.18">14452 11444 361 0,'0'0'90'0,"0"0"22"0,0 0 8 16,0 0-22-16,0 0-16 16,79 89-2-16,-57-65-17 15,-4 1-7-15,6-1-24 16,1-1 25-16,-2-3-11 16,-2-2-13-16,0-3-9 15,-3-5-5-15,-2-1-5 16,-1-2-4-16,-3-4-3 15,-6-2-2-15,-2-1 2 16,-2 0-1-16,-1 0 3 16,-1 0-9-16,0 0-17 15,0-3-60-15,-4-5-118 16,-13-5-364-16</inkml:trace>
  <inkml:trace contextRef="#ctx0" brushRef="#br0" timeOffset="-124389.145">15313 11364 544 0,'0'0'31'0,"0"0"26"0,0 0 72 15,0 0-12-15,0 0-89 16,0 0 3-16,0 0 40 16,36 39-37-16,-25-12 20 15,-4-3-21-15,-4 0-12 16,-3-2-10-16,0-1-3 15,0-1-4-15,0-1-1 16,-8-6 2-16,0 0-3 0,3-6-1 16,0-2 0-1,1-5-1-15,1 0 0 0,0-9-6 16,3-9-9-16,0-5 6 16,0-2 4-16,0 1 5 15,10-2 2-15,3 10-1 16,3 2-1-16,4 6 0 15,3 8 1-15,-1 0 0 16,2 8 3-16,-2 11-2 16,-2 1-2-16,-2 2 0 15,-2 0 0-15,-7 0 0 16,0-1 1-16,-6-2-1 16,-3-1 0-16,0-2-1 15,0-2 0-15,-4-3-5 16,-7-5-3-16,1-6-4 0,2 0 6 15,1 0 1-15,2-17 3 16,5-4-1-16,0-5 3 16,0-2-1-16,8 0 1 15,11 4 1-15,2 0-1 16,4 7 0-16,1 3-1 16,0 4 2-16,3 9 0 15,-1 1 3-15,-4 0 1 16,-3 10 2-16,-5 6-1 15,-5 7-1-15,-4 1 0 16,-4 1 0-16,-3 1-3 16,0-1-1-16,0-1 3 0,0-4 0 15,0-5-3-15,-1-5-29 16,1-4-72-16,0-6-82 16,0 0-18-16</inkml:trace>
  <inkml:trace contextRef="#ctx0" brushRef="#br0" timeOffset="-124185.773">15896 11451 269 0,'0'0'263'0,"0"0"-252"0,0 0 68 16,0 0-26-16,0 0-17 15,33 82-3-15,-27-60-3 16,-4 2 1-16,3-3 4 15,-3-1-16-15,-1-3-15 0,1-5-4 16,-2-4-19-16,0-6-169 16,0-2-244-16</inkml:trace>
  <inkml:trace contextRef="#ctx0" brushRef="#br0" timeOffset="-124044.764">15942 11173 541 0,'0'0'62'16,"0"0"-47"-16,0 0-15 15,0 0 0-15,0 0-284 0</inkml:trace>
  <inkml:trace contextRef="#ctx0" brushRef="#br0" timeOffset="-123775.137">16144 11070 331 0,'0'0'187'0,"0"0"1"16,0 0 6-16,0 0-140 15,0 0 64-15,0 0-44 16,-5 92 10-16,7-58-19 16,6 5-21-16,-1 1-6 15,-1 2-9-15,-2 0 1 16,-1-5-18-16,-1-3-5 0,-2-3-3 15,0-3-1 1,0-3 0-16,0-2-2 0,0-5 0 16,0-2-1-16,1-5-15 15,2-2-45-15,2-4-59 16,3-5-90-16,2 0-132 16</inkml:trace>
  <inkml:trace contextRef="#ctx0" brushRef="#br0" timeOffset="-123323.503">16393 11497 511 0,'0'0'75'16,"0"0"78"-16,0 0-39 15,109-66-42-15,-75 49-28 16,-4-1-8-16,-2 0-16 15,-8-4-3-15,-5-2-4 16,-9 2 1-16,-5-2 0 16,-1 2-3-16,0 4-6 15,0 0-4-15,-10 7 5 16,-5 4-6-16,1 7-2 16,-3 0 1-16,0 0 1 15,-2 15-2-15,1 6 1 0,0 3 1 16,4 3 3-1,3 4-3-15,6-1 1 0,4-2 2 16,1-3 8-16,0-5 1 16,12-2 3-16,5-3 0 15,4-3-2-15,3-3 2 16,3-1-9-16,-2-2-3 16,1-1 0-16,-4 0-2 15,-2 0 1-15,-3-5-1 16,4 2-1-16,-4-2-8 15,0 0-52-15,-4 0-47 16,-3-2-161-16,3-6-357 16</inkml:trace>
  <inkml:trace contextRef="#ctx0" brushRef="#br0" timeOffset="-122918.067">17115 11205 570 0,'0'0'65'0,"0"0"84"0,0 0-59 15,0 0-32-15,0 0-42 16,0 0-16-16,-60-26 3 16,53 41 1-16,1 2 2 15,3 5 0-15,3 1-4 16,0 0 7-16,9-1-5 15,3 2 6-15,0-3-6 0,1-1 3 16,-1 0-6-16,0 1 7 16,-6-2 0-16,-3 6 18 15,-3-4 8-15,0 0 2 16,0 0 10-16,-2-6-2 16,-4 0-4-16,-5-4-5 15,3-4-1-15,-4-4-5 16,-7-1-7-16,-3-2 0 15,-7 0-15-15,-4 0-5 16,-4-7 2-16,-2-5-4 16,3 4-30-16,2-3-70 0,6-1-102 15,-4-1-313 1</inkml:trace>
  <inkml:trace contextRef="#ctx0" brushRef="#br0" timeOffset="-121285.907">11471 12094 247 0,'0'0'11'0,"0"0"-7"0,0 0 17 0,0 0 29 0,103 0-26 16,-73 2-13-16,6 2 1 15,3 0 33-15,4 2 28 16,5-2-28-16,5 2 5 16,8-2-25-16,2-1-10 0,6 2-5 15,1 0-1-15,3-1-1 16,9 2-6-16,6-2 4 16,8-1 2-16,6-2 6 15,0-1-5-15,1 0 0 16,0 0 1-16,-2 0-3 15,1 0-3-15,5 0 2 16,1 2 3-16,2 2-1 16,5 0-2-16,1-2 4 15,7 6 7-15,-1-5-3 16,0-2 4-16,-5-1-2 16,-3 0-7-16,-3 3-3 15,-2-2 2-15,-2-1-5 16,1 4 4-16,-2 0 1 15,4 2-2-15,3 0 7 0,4-3-6 16,2-2 6-16,-3-1 4 16,2 0 1-16,1 0 9 15,1 0-13-15,-7 0-1 16,5 0-8-16,-3 0-1 16,1 0-2-16,7 0 1 15,0 0-2-15,4 0 2 16,-3 0 0-16,-2-4 0 15,-2-3-2-15,-8-2 3 16,-5 4-2-16,-7-5-2 16,-1 4 0-16,-5 0 0 15,0-2 0-15,0 3 0 0,-3-2 0 16,3-1 0-16,-2 0 4 16,1 1-4-16,-2 0 0 15,4 1 1-15,-2-1-1 16,3 1 1-16,-5 2-1 15,-4 3 0-15,1 1-1 16,-1 0 1-16,1 0-2 16,1 0 2-16,1 0 0 15,-1 0 1-15,-3 0 0 16,0 0 1-16,-1 0-1 16,-5 0-1-16,-3 0 1 15,-6 0 1-15,-5 0-2 16,-6 0 0-16,-5 3 4 0,-5 1 11 15,-5-1 6-15,1-2 2 16,-4 0-5-16,-7-1 6 16,-2 0 10-16,-7 0 3 15,-2 0-9-15,-3 0 2 16,-6-1-4-16,1-2-8 16,-2 0 5-16,-4 2-3 15,7-2-4-15,-5 1-2 16,1-1 2-16,-3 1-7 15,2 1 1-15,-4 1 0 16,1 0-2-16,-3 0-3 16,-3 0 1-16,0 0-4 0,-3 0 0 15,0 0 0-15,2 0-1 16,-2 0-1-16,0 0 0 16,0 0 0-16,0 0 1 15,0 0-1-15,3 0-1 16,-3 0 1-16,0 0 3 15,4 0-2-15,-4 0 0 16,3 0-1-16,-2 0-1 16,-1 0-11-16,0-7-32 15,0-3-65-15,-24-10-103 16,-12-7-292-16</inkml:trace>
  <inkml:trace contextRef="#ctx0" brushRef="#br0" timeOffset="-120088.375">10145 7291 95 0,'0'0'555'0,"0"0"-551"0,0 0 3 0,0 0 1 16,-94-41 4-16,58 41 3 16,-6 14 7-16,-4 17 4 15,-8 10 12-15,-9 13 8 16,1 12 0-16,-5 11-10 16,9 14-6-16,4 7-5 15,6 11-11-15,11 12-2 16,7 2 19-16,12 9 0 15,11-6 11-15,7-2-8 0,0-5 2 16,22-2-9-16,14 0 3 16,7-3-17-16,6 4-4 15,5 1 7-15,10-4-9 16,8-1 1-16,10-9-6 16,7-6 1-16,13-7-2 15,10-16-1-15,8-13 0 16,10-17-47-16,9-14-53 15,-3-20-93-15,-12-12-331 16</inkml:trace>
  <inkml:trace contextRef="#ctx0" brushRef="#br0" timeOffset="-119170.114">14665 7085 322 0,'0'0'12'0,"0"0"-11"0,0 0 13 0,0 0 46 16,69 92 35-16,-30-45-24 15,4 7-22-15,6 6-10 16,4 2 9-16,2 1-1 16,1 5-14-16,1 4 3 15,0 3-7-15,-6 1 3 16,-4 9-4-16,-9 1 0 16,-9 1-5-16,-6 1 0 15,-10-2 1-15,-4-2-5 16,-5 0-8-16,-4 0 5 15,0-3-10-15,0-3 0 0,-3-1 2 16,-10-1 7 0,-5 1 5-16,-3 0-2 0,-2 1 3 15,-6 6 6-15,-1-2-6 16,-2 0-12-16,-4-2 8 16,-2-9-11-16,-3-5 4 15,0-2 6-15,-2-5-10 16,0-5-1-16,-2-11-5 15,6-6 5-15,-1-8-5 16,6-6 0-16,4-6-16 16,6-7-36-16,6-8-79 15,6-2-128-15,-1-16-523 0</inkml:trace>
  <inkml:trace contextRef="#ctx0" brushRef="#br0" timeOffset="-116987.18">14218 12935 471 0,'0'0'97'0,"0"0"53"16,0 0-18-16,0 0-17 15,0 0-73-15,0 0-12 0,0 0 41 16,13 62-23-16,-11-26 5 15,-1 0-6-15,-1 1-16 16,0 0-6-16,0-3-11 16,-1-4-6-16,-7-3-5 15,2-3 1-15,2-5-3 16,0-5-1-16,4-5-1 16,0-6-61-16,1-3-64 15,14 0 18-15,0-9-100 16,1-14-162-16</inkml:trace>
  <inkml:trace contextRef="#ctx0" brushRef="#br0" timeOffset="-116771.717">14313 13147 387 0,'0'0'42'0,"0"0"78"16,0 0-43-16,0 0-18 15,0 0-21-15,0 0-3 16,-3 64-12-16,3-57-14 15,-1-4-4-15,1-2 0 16,0-1-2-16,-6 0 4 16,1 0-7-16,-1 0-34 15,-1-8-22-15,1 1 13 16,-1-2-63-16,2 3-91 16,1 1-76-16</inkml:trace>
  <inkml:trace contextRef="#ctx0" brushRef="#br0" timeOffset="-116441.325">14313 13147 416 0,'-76'-55'78'0,"76"46"95"15,0 6-37-15,0 3-19 16,0 0-75-16,0 8-22 15,6 7 51-15,0 5-23 16,0 2-6-16,-1-2-16 16,-1 0-15-16,-4 0-6 15,3-4-1-15,-3-2-2 0,0-2 0 16,0-2 1-16,0-3-2 16,0-3 0-16,0-1 1 15,0-1-2-15,0-2-6 16,-3 0-7-16,3 0-18 15,0 0-21-15,0-5-21 16,0-5-74-16,5-1-70 16,6-3-182-16</inkml:trace>
  <inkml:trace contextRef="#ctx0" brushRef="#br0" timeOffset="-115373.675">14303 13026 481 0,'0'0'58'0,"0"0"77"0,0 0-35 16,0 0 1-16,0 0-4 16,0 0-34-16,-9 82-9 15,9-57 5-15,-2-1-19 16,2 3-13-16,-1-4-6 16,1 0-12-16,-2-3-1 15,2-2-6-15,-1-6-1 16,-1-1 2-16,1-5-2 15,-1-5 0-15,2-1 0 16,-1 0 4-16,-1-8-5 16,2-12-4-16,0-3-1 15,0-2-4-15,0 3 1 0,5 0 7 16,4 2 1-16,4 7 0 16,2 2-1-16,1 6 1 15,4 5-3-15,4 0 3 16,0 5 0-16,1 11 3 15,-2 2 4-15,-3 2-1 16,-2-1-1-16,-3 2-5 16,-6-4 1-16,-2-2 0 15,-2-2 0-15,-5-3 0 16,0-3 0-16,0-4-1 16,0-1 0-16,0-2 1 15,-2 0-1-15,-8-4-6 0,4-10-7 16,2-5-2-16,2-2-7 15,2 3 16-15,0-3 2 16,3 3 3-16,13 2-1 16,1 3 0-16,4 5 1 15,-1 2 0-15,2 6 2 16,0 0 1-16,-4 0 3 16,1 6 9-16,-2 6-2 15,-4 4-1-15,-2 1 2 16,0 0-4-16,-4 0-4 15,-1 4 3-15,-3-4-2 16,-3 0-3-16,0-3 0 16,0-2 1-16,0-4-3 0,0-1-2 15,0-3-15 1,0-4-44-16,0 0-19 0,0 0-14 16,1-3-75-16,11-13-14 15,0-3-70-15</inkml:trace>
  <inkml:trace contextRef="#ctx0" brushRef="#br0" timeOffset="-115172.359">14846 13148 288 0,'0'0'157'0,"0"0"19"15,0 0-47-15,0 0-96 16,0 0 24-16,0 0 12 16,16 52-12-16,-16-25 9 0,0-3-10 15,0 2-6 1,0-2-16-16,0-3-17 0,0-1-11 15,0-6-3 1,0-2 0-16,0-6-3 0,0-4-69 16,2-2-59-16,1 0-48 15,-2-14-400-15</inkml:trace>
  <inkml:trace contextRef="#ctx0" brushRef="#br0" timeOffset="-115015.141">14892 12923 239 0,'0'0'483'0,"0"0"-336"0,0 0-17 16,0 0-87-1,0 0-31-15,0 0-12 0,7-25-19 16,20 37-108-16,3-4-88 16,0-2-196-16</inkml:trace>
  <inkml:trace contextRef="#ctx0" brushRef="#br0" timeOffset="-114788.164">15065 12911 542 0,'0'0'122'0,"0"0"85"15,0 0-108-15,0 0 34 16,0 0-41-16,-7 111-23 0,7-72-6 16,0 0-13-1,0 1-15-15,0-2-9 0,0-2-10 16,0-4-2-16,0-4-7 15,0-5-5-15,0-2 1 16,0-5-3-16,0-3-4 16,0-1-50-16,1-5-90 15,5-3-148-15,6-4-330 16</inkml:trace>
  <inkml:trace contextRef="#ctx0" brushRef="#br0" timeOffset="-114415.746">15269 13277 591 0,'0'0'68'15,"0"0"83"-15,108-49-61 16,-72 32-40-16,-5 1-9 16,-5-1-15-16,-7 0-8 15,-12 1-2-15,-5-1-9 16,-2 1 3-16,-6 4-9 15,-13 1 1-15,-7 5-2 16,-5 3-1-16,-3 3 1 16,-1 0 4-16,4 10-2 15,3 6 2-15,8 6 14 16,4 3 14-16,8 1 12 16,7 2 1-16,1 0-2 0,0-2-10 15,16-3-2-15,8-4-5 16,4-6-9-16,5-4-1 15,5-2-5-15,2-7-5 16,-1 0-2-16,-1 0-4 16,2 0-19-16,-4-4-68 15,2-8-84-15,-4-4-172 16</inkml:trace>
  <inkml:trace contextRef="#ctx0" brushRef="#br0" timeOffset="-113721.385">17928 11252 596 0,'0'0'38'0,"0"0"137"0,0 0-43 0,0 0-31 0,0 0-55 15,0 0-41-15,-9 4 13 16,-4 30 40-16,-5 4-14 16,-4 6-20-16,-1-5 1 15,1-3-17-15,-1-1-3 16,3-10-2-16,0-2 0 16,4-5-3-16,4-2-3 0,5-7-39 15,4-3-49 1,3-5-38-16,0-1-70 0,0-2-35 15</inkml:trace>
  <inkml:trace contextRef="#ctx0" brushRef="#br0" timeOffset="-113415.818">17792 11232 559 0,'0'0'109'16,"0"0"85"-16,0 0-111 15,0 0-37-15,0 0 42 16,0 0-11-16,87 96 7 0,-60-58-19 16,0 0-20-1,-2 1-3-15,2-4-10 0,-3-6-11 16,-6-3-4-16,0-2-3 16,-3-6-9-16,-2-1 1 15,-3-4-5-15,1-3 1 16,-2-2 0-16,-2-1-2 15,-2-1 0-15,1-2 0 16,-2-2-17-16,-3-1-29 16,2-1-57-16,0 0-67 15,-1 0-89-15,3-7-613 16</inkml:trace>
  <inkml:trace contextRef="#ctx0" brushRef="#br0" timeOffset="-112554.914">18513 11054 556 0,'0'0'98'0,"0"0"76"0,0 0-24 0,0 0-41 16,0 0-69-16,0 0-25 16,19 20 57-16,-10 14-27 15,-2-1 0-15,-7 2 7 16,0-3-14-16,0-1-17 16,0 0-6-16,0 0-3 15,-7 0-5-15,-2 2-4 0,5-5 3 16,-2-3-5-16,5-5 0 15,1-4-2-15,0-5-29 16,0-4-58-16,1-7-75 16,12 0-109-16,0-5-280 15</inkml:trace>
  <inkml:trace contextRef="#ctx0" brushRef="#br0" timeOffset="-112389.224">18719 11226 700 0,'0'0'114'16,"0"0"103"-16,0 0-136 0,0 0-44 15,0 0-34-15,0 0-3 16,7-11-49-16,11 13-90 16,0 2-223-16</inkml:trace>
  <inkml:trace contextRef="#ctx0" brushRef="#br0" timeOffset="-111903.668">19062 11035 670 0,'0'0'91'0,"0"0"89"15,0 0-130 1,0 0-10-16,0 0 13 0,-64 94 9 15,53-50-8-15,0 4-22 16,8-1 1-16,0 6-10 16,3-2-9-16,0-5-7 15,0-3-4-15,6-11-1 16,10-6 2-16,2-5-1 16,3-8-2-16,2-1-1 15,-1-8-5-15,5-2 2 16,-4-2 0-16,3 0 1 15,-4-4 4-15,-1-10-2 16,-2-2 0-16,-5 0 1 16,-1-4 0-16,-4 1 1 15,-4-1-1-15,-5-1 0 0,0 0 3 16,0 1 4-16,0 0 2 16,-5 1-8-16,-7 2 4 15,0 2-6-15,-3 3 0 16,-4 5-3-16,-3-2-5 15,-10 5 5-15,-3 4 3 16,-3 0 3-16,1 0-3 16,10 0-7-16,6 4-29 15,9 5-23-15,9 0-87 16,3-4-158-16,11-4-480 16</inkml:trace>
  <inkml:trace contextRef="#ctx0" brushRef="#br0" timeOffset="-111466.927">19483 11211 597 0,'0'0'53'0,"0"0"102"0,0 0-59 0,0 0-43 15,-75 86-30-15,75-57-9 16,0-1-2-16,0-1-2 16,0-5-3-16,0-2 0 0,9-5-1 15,8-6-1-15,6-2-3 16,3-6 3 0,2-1 2-16,1 0-7 0,-1-6 4 15,-1-12-4-15,-2-4 1 16,-4-2 2-16,-6-3 0 15,-2-2 1-15,-7 1-2 16,-4-1 10-16,-2 5 15 16,0 2 15-16,-11 4 6 15,-4 2-12-15,-5 7-25 16,0 2-4-16,-4 7-5 16,1 0-2-16,-1 0 0 15,4 3-8-15,7 7-42 16,7 2-33-16,6 1-47 0,0-2-141 15,28-4-267-15</inkml:trace>
  <inkml:trace contextRef="#ctx0" brushRef="#br0" timeOffset="-111221.191">20090 11070 737 0,'0'0'73'0,"0"0"124"16,0 0-123-16,0 0-32 0,0 0-13 16,0 0 5-1,-92 74-5-15,75-38-2 0,-1-1-5 16,0 0-17-16,0-4 3 16,3 2-6-16,-1-5-2 15,2-4-9-15,4-5-45 16,4-8-80-16,3-4-85 15,3-7-216-15</inkml:trace>
  <inkml:trace contextRef="#ctx0" brushRef="#br0" timeOffset="-110941.343">19863 11074 646 0,'0'0'116'15,"0"0"88"-15,0 0-119 0,0 0-42 16,0 0 34-16,0 0-18 16,105 86 7-16,-77-54-1 15,-1-1-27-15,-5 1-7 16,-4-4-9-16,-3-1-10 16,-7-5-6-16,-1 0-4 15,-1-5 1-15,0-2-2 16,-2-4-1-16,7-1-20 15,1-3-35-15,1-6-42 16,3-1-65-16,3-4-154 16,1-14-377-16</inkml:trace>
  <inkml:trace contextRef="#ctx0" brushRef="#br0" timeOffset="-110685.945">20415 10984 604 0,'0'0'85'0,"0"0"141"16,0 0-171-16,0 0 11 15,0 0 35-15,6 81-28 16,2-45-14-16,-5 0-2 16,2 0-14-16,-5-2-14 0,0-5-14 15,0-5-11 1,0-3 0-16,0-1-1 0,0-4 0 15,0-1-3-15,0-3-27 16,0-5-68-16,11-6-84 16,1-1-150-16</inkml:trace>
  <inkml:trace contextRef="#ctx0" brushRef="#br0" timeOffset="-110274.979">20712 11123 556 0,'0'0'30'0,"0"0"113"15,0 0-38-15,-25 78-34 0,25-54-18 16,0 0-9-16,10-3-8 16,2-2-3-16,2-7-11 15,-2-1 0-15,2-6-11 16,2-1 3-16,1-4-6 15,3 0-2-15,2-4 1 16,-1-8-6-16,0-3 3 16,-6-5-3-16,2 2 4 15,-4-5-2-15,-7-1 2 16,-2-1 2-16,-4 1 6 16,0 1 9-16,-4 5 11 15,-11 2-7-15,-11 5 0 0,-4 4-4 16,-1 2-13-16,-5 5-5 15,0 0-2-15,5 0 2 16,3 4-3-16,7 4-1 16,5 1-1-16,7-2-10 15,4-1-37-15,2-2-51 16,3-4-60-16,0 0-194 16</inkml:trace>
  <inkml:trace contextRef="#ctx0" brushRef="#br0" timeOffset="-109705.763">20830 10447 633 0,'0'0'35'0,"0"0"127"0,36-79-59 0,-15 66-22 15,3 1-33-15,-2 8-17 16,-4 4-6-16,0 0-1 16,-6 12-12-16,-1 7-2 15,-4 7 5-15,-6 1-2 16,-1 0 0-16,0-1 1 16,-16-3-5-16,-1-4-7 0,-4-4 6 15,5 0-5 1,-3-7 0-16,10-1-2 0,0-4 2 15,6-1-3-15,3-1-10 16,0-1-16-16,0 3 10 16,10 0 0-16,7 2 11 15,6 4 2-15,0-1 2 16,-1 5 0-16,2 1 1 16,-6 9-1-16,-1 1-3 15,-6 2 4-15,-3 5 5 16,-4-1 9-16,-2 4 9 15,-2-4 3-15,0-1-5 16,0-4 6-16,-6-3 0 16,-9-2 2-16,-3-5 3 15,-6-4-4-15,-3-1-3 0,-2-4-2 16,-4-5-2-16,3-1-10 16,-3 0-4-16,2 0-5 15,1-3 3-15,2-4-4 16,4 0-1-16,6 3-16 15,3 3-38-15,4-2-96 16,-1-2-183-16</inkml:trace>
  <inkml:trace contextRef="#ctx0" brushRef="#br0" timeOffset="-108738.051">20100 12022 224 0,'0'0'51'0,"0"0"5"0,0 0 28 0,0 0 29 15,0 0-82-15,116 19-12 16,-60-16 7-16,11-1 6 15,9 3-5-15,9-4 4 16,9 1-3-16,6-2 3 16,3 1-3-16,6-1-6 15,-4 1 5-15,2 1 8 16,-3 2 12-16,0-1 0 16,-5-3 0-16,-3 1-4 15,-5-1-11-15,-5 1-4 16,-8 1-2-16,-6 0-6 0,-4-1 0 15,-5 0 5-15,-12-1-1 16,-5 0-6-16,-12 3-1 16,-4-1 0-16,0 0-11 15,-8 1-3-15,-4-1 1 16,-3-1-2-16,-9 0-2 16,-5-1-1-16,-1 0-26 15,0 0-74-15,-1-2-111 16,-14-16-259-16</inkml:trace>
  <inkml:trace contextRef="#ctx0" brushRef="#br0" timeOffset="-107903.323">22025 11160 478 0,'0'0'93'0,"0"0"98"0,0 0-28 0,0 0-119 15,0 0 40-15,0 0-2 16,0 68-16-16,0-41-15 0,0-1-16 15,0-2-8-15,0 2-8 16,0-5-5-16,0-2-6 16,-4-4-6-16,2-5 3 15,-1-2-4-15,2-3 3 16,1-5-3-16,0 0 2 16,0 0 6-16,0-16 4 15,0-4-11-15,6-5 1 16,6-2-2-16,4 3-1 15,-1 6 0-15,4 5 0 16,-1 7 2-16,-4 6 4 0,2 0-1 16,-4 15-2-1,0 7 2-15,1 6-1 0,-1 3 2 16,-2 2 2 0,-3-7-3-16,2 2-2 0,-5-6-2 15,4-5 2-15,-4-5-3 16,-1-5 1-16,-2-4 1 15,-1-3 1-15,3 0 1 16,0-5 4-16,0-11-5 16,-1-2-6-16,3-6 2 15,-1-2 1-15,6 2 3 16,1-2-3-16,-1 7 0 16,10 4-3-16,-3 3 3 15,3 5 0-15,2 0 2 0,-1 3-2 16,-1 0-3-16,2 1 3 15,-3 3 1-15,-1 0-1 16,0 0 1-16,-4 0 1 16,-1 0-4-16,-6 0 3 15,1 7-1-15,-5 6 5 16,-3 4-5-16,0 4 7 16,0 3 2-16,0 0 1 15,0 0-2-15,0 1-2 16,0-5 7-16,5-3-5 15,5-3-4-15,0-3-3 16,4-1 5-16,4-2-4 16,1-3-1-16,2-2-2 0,-2 0-31 15,4-3-50-15,-7 0-86 16,-1-7-221 0</inkml:trace>
  <inkml:trace contextRef="#ctx0" brushRef="#br0" timeOffset="-105530.965">13811 12303 122 0,'0'0'369'0,"0"0"-359"0,0 0 21 15,102 79 37-15,-45-15 23 16,9 7-2-16,7 5-13 16,6-5-12-16,3-3-24 0,11 0 4 15,6-2 4-15,6 2 4 16,5 0-7-1,2-1-9-15,0-1-1 0,3-1-4 16,-8-5-4-16,-7-5-8 16,-7-8-4-16,-8-1 2 15,-15-8-7-15,-10-5 9 16,-11-7-10-16,-10-5 5 16,-11-3-2-16,-7-7-3 15,-8-4-3-15,-8-4 1 16,-3-2-6-16,-2-1 3 15,0 0 6-15,0 0-3 0,0 0-4 16,-13-4-3 0,-4-5-3-16,0 0-43 0,-1-3-42 15,5-2-34-15,1-8-83 16,1-12-301-16</inkml:trace>
  <inkml:trace contextRef="#ctx0" brushRef="#br0" timeOffset="-104849.045">15377 10573 521 0,'0'0'9'0,"0"0"5"0,40 74 46 0,-4-29 15 0,10 9-3 16,13 3-9-16,11 9-5 15,10 4-1-15,7 3-12 16,2 3-3-16,2 0-6 16,0 6-14-16,2-4-8 15,-4-2 2-15,-8-3 0 16,-5-9 6-16,-9-10-2 0,-6-8 7 15,-6-7 7-15,-10-6-7 16,-9-5-1-16,-6-8 3 16,-9-6-7-16,-8-5 0 15,-3-7-8-15,-3-2 1 16,0 0 0-16,-1 0-2 16,3-9-11-16,-3 0-2 15,0-1-1-15,-3 3-37 16,-2 2-77-16,-1-5-112 15,-1-3-400-15</inkml:trace>
  <inkml:trace contextRef="#ctx0" brushRef="#br0" timeOffset="-102174.873">10051 14179 360 0,'0'0'37'0,"0"0"62"0,0 0 25 16,0 0-48-16,0 0 12 15,0 0-7-15,0 0-40 16,-9-13 21-16,36 13-2 0,9 0-19 16,4 4-17-1,6 5-10-15,-1-2-6 0,7 2-1 16,-4 0-1-16,-8 0-5 15,-6-3-1-15,-10 0 0 16,-4-2-29-16,-9 1-45 16,-6-3-80-16,-5 0-169 15,0-2-6-15</inkml:trace>
  <inkml:trace contextRef="#ctx0" brushRef="#br0" timeOffset="-101865.849">9998 14384 358 0,'0'0'161'16,"0"0"-114"-16,0 0 120 16,0 0-52-16,0 0-45 15,0 0-9-15,56 0-17 16,-32 0-5-16,4 0-5 15,2 0-2-15,1 0-7 16,2 2 3-16,3 2-8 16,-2 0-1-16,0-1-7 15,-4-2 4-15,-3 1-10 16,-1-2 1-16,0 0-5 16,-2 0-2-16,-3 0-1 0,2 0-56 15,-3 0-92-15,0 0-196 16</inkml:trace>
  <inkml:trace contextRef="#ctx0" brushRef="#br0" timeOffset="-101297.172">11161 14048 632 0,'0'0'67'15,"0"0"74"-15,0 0-66 0,-23-73-21 16,6 66-19-16,-7 4-9 16,1 3-4-16,-5 0 0 15,-4 10-2-15,3 10-5 16,0 0 1-16,4 4-3 16,3 1-1-16,7 0-4 15,1-1-3-15,10-4-5 16,4-3 0-16,0-2 0 15,3-4 0-15,13-4 2 16,4-4 9-16,5-3-11 16,3 0-8-16,1-4-5 15,2-10-6-15,-3-2 0 16,-1-3 11-16,-5 1 2 0,-6 0 2 16,-3 4 4-16,-7 2 1 15,-2 2 1-15,-2 6 2 16,-2 1 10-16,0 3 10 15,0 0-17-15,0 9-6 16,0 8 18-16,0 4-3 16,-2 5 6-16,-4 6 4 15,-2 2 5-15,2 2-1 16,-5 1 2-16,2-2 0 16,-3 0-3-16,3-5-10 15,0-2-4-15,2-4-6 16,2-4-5-16,2-3 0 0,0-6-2 15,3 0-1-15,0-2-1 16,0-5-23-16,0-2-57 16,3 1-53-16,14-3-79 15,-4-3-251-15</inkml:trace>
  <inkml:trace contextRef="#ctx0" brushRef="#br0" timeOffset="-100711.299">11498 14021 598 0,'0'0'47'0,"0"0"91"0,0 0-33 16,0 0-24-16,101-50-25 15,-80 50-15-15,-1 7-3 16,-7 13-4-16,-4 3-5 16,-3 2-1-16,-6 2-7 15,0 0-7-15,-9-1-4 16,-10-2-4-16,-2-3 1 16,-4-2-7-16,5-4 0 15,-1-5 3-15,11-3-2 0,4-4 1 16,0 0-2-1,6-3 0-15,0 0-14 0,10 0 9 16,10 0 5-16,8 0-1 16,0 0-2-16,-1-3 3 15,0 2 0-15,0 1 1 16,-5 0 0-16,-2 0-1 16,-3 0 0-16,-4 10 1 15,-4 1 2-15,-2 2 5 16,-3 0-1-16,-4 2 2 15,0 1 3-15,0 2 6 16,0-2 7-16,-11-1 4 16,-6-1-12-16,2-4 1 15,-1 1-11-15,-7-1-7 16,-6-2 0-16,-1-1 18 16,-5 0-18-16,-2-2 5 0,6-2-5 15,1-2-3-15,6-1-37 16,3 0-35-16,8 0-32 15,7 0-58-15,6-13-123 16</inkml:trace>
  <inkml:trace contextRef="#ctx0" brushRef="#br0" timeOffset="-100433.545">12208 13987 638 0,'0'0'123'0,"0"0"-1"0,0 0-56 0,0 0 48 0,-6 73-45 0,-4-40-13 16,-8 1-19-16,3-1-10 15,-1-2-9-15,-3-1-8 16,0-3-6-16,-3-5 0 15,2-2-4-15,1-5-8 16,0-2-34-16,4-7-77 16,6-6-87-16,0 0-168 15</inkml:trace>
  <inkml:trace contextRef="#ctx0" brushRef="#br0" timeOffset="-100171.202">12055 14014 610 0,'0'0'39'16,"0"0"117"-16,0 0-46 15,0 0-8-15,0 0-20 16,0 0-7-16,91 77-8 16,-69-50 2-16,2 0-17 15,-1-2-19-15,0 0-25 16,-2-4 0-16,0-1-4 15,-5-3-1-15,2-2-2 0,-3-1-1 16,3-5-10-16,-3 0-53 16,6-2-55-16,-2-4-98 15,1-3-253-15</inkml:trace>
  <inkml:trace contextRef="#ctx0" brushRef="#br0" timeOffset="-99908.225">12698 13958 603 0,'0'0'63'16,"0"0"97"-16,0 0-82 0,0 0 82 16,0 0-60-16,-9 81-23 15,16-47-18-15,3 1-4 16,-1-3-19-16,-1-1-16 15,1-2-11-15,-3-4-6 16,3-5 0-16,-2 1-3 16,-1-5-11-16,9-4-74 15,0-4-89-15,6-3-124 16,6-5-275-16</inkml:trace>
  <inkml:trace contextRef="#ctx0" brushRef="#br0" timeOffset="-99536.016">13051 14119 436 0,'0'0'255'16,"0"0"-203"-16,0 0 49 15,0 0-1-15,-19 78-43 16,19-50-23-16,0 2-14 16,0-6 10-16,6-3-1 15,7-6-5-15,4-2 0 16,3-4-14-16,4-6-1 15,3-3-4-15,1 0-1 16,-2-3-2-16,1-10-1 16,-3-1 2-16,-2-2-1 15,-6-2 0-15,-2-2 0 0,-7-2-1 16,-2 2 3 0,-5-1 1-16,0 3 9 0,-3 2 8 15,-15 3-9-15,-6 4-7 16,-6 5-1-16,-7 4-4 15,1 0 1-15,2 0-2 16,5 0-3-16,10 0 0 16,7 3-43-16,6 0-58 15,5-3 1-15,1 0-130 16,0-3-280-16</inkml:trace>
  <inkml:trace contextRef="#ctx0" brushRef="#br0" timeOffset="-99106.071">13355 13487 555 0,'0'0'54'0,"0"0"96"15,0 0-59-15,0 0-37 16,0 0-13-16,-11 88-11 15,5-38 0-15,-4 5-4 16,3 0 0-16,0-2-2 16,4-9-10-16,3-7 0 15,0-8-7-15,0-5-1 16,1-9 2-16,12-6-3 0,4-7 0 16,2-2 1-16,4 0-3 15,-2-5-3-15,1-11 2 16,-3 0 1-16,-4-4-2 15,-1-3 3-15,-7 0-3 16,-5-2 0-16,-2 3 0 16,0 3 12-16,-6 5 17 15,-12 4-3-15,-3 3-22 16,-2 7-1-16,-3 0-1 16,-3 0-2-16,4 3-1 15,3 10-15-15,2 2-67 16,2 1-35-16,3-1-175 0</inkml:trace>
  <inkml:trace contextRef="#ctx0" brushRef="#br0" timeOffset="-97906.089">14191 14050 280 0,'0'0'318'0,"0"0"-215"0,0 0 20 15,0 0-66-15,0 0-10 16,0 0-9-16,-106 66 7 15,70-30-10-15,0-2-8 0,4-1-7 16,0-4-13-16,7-1-5 16,0-6-2-16,5-5 0 15,5-5-52-15,5-5-104 16,4-7-235-16</inkml:trace>
  <inkml:trace contextRef="#ctx0" brushRef="#br0" timeOffset="-97673.79">13879 14091 489 0,'0'0'90'16,"0"0"-12"-16,0 0 41 0,0 0-20 16,0 0-31-16,69 74-10 15,-46-49-6-15,4 0-7 16,-1-2-8-16,7-2-19 15,-5-1-10-15,0-5-3 16,-1-2-5-16,-1-2-19 16,-4-2-75-16,-4-5-120 15,3-4-253-15</inkml:trace>
  <inkml:trace contextRef="#ctx0" brushRef="#br0" timeOffset="-97380.946">14545 13964 589 0,'0'0'44'16,"0"0"97"-16,0 0-14 15,0 0-30-15,6 102-9 16,1-71-6-16,-4 4-18 15,0-2-14-15,0-1-15 16,-3-4-1-16,1 0-16 16,-1-5-8-16,0-2-8 15,0-5 4-15,0-2-5 0,3-4-2 16,0-3-48 0,0-3-62-16,5-4-98 0,-1 0-181 15</inkml:trace>
  <inkml:trace contextRef="#ctx0" brushRef="#br0" timeOffset="-97201.256">14771 14102 657 0,'0'0'145'16,"0"0"55"-16,0 0-100 15,0 0-65-15,0 0-35 0,0 0 5 16,0 5-5-1,9 4-9-15,5-2-68 0,4 2-114 16,5-8-189-16</inkml:trace>
  <inkml:trace contextRef="#ctx0" brushRef="#br0" timeOffset="-96767.974">15111 13940 531 0,'0'0'161'0,"0"0"42"16,0 0-99-16,0 0-62 16,0 0 16-16,-33 74 11 15,20-35-6-15,7 2-11 16,0 1 0-16,5-3-22 0,1-3-6 16,0-2-12-1,0-4-6-15,0-5-1 0,3-5-4 16,7-4 3-16,8-7-2 15,-1-3 0-15,6-5 4 16,3-1-2-16,-1 0-1 16,3-2-3-16,1-10-1 15,-4-4-5-15,1-1 5 16,-6-1-1-16,-6 0 0 16,-1 1 1-16,-8 1-1 15,-5 2 3-15,0 3-2 16,0 2 1-16,-15 2-3 0,-3 5-2 15,-7 0 5 1,-4 2 0-16,-1 0 0 0,1 0 0 16,0 9 0-16,6 0 0 15,4 0-7-15,6 1-47 16,10 0-51-16,3-3-89 16,0-4-141-16</inkml:trace>
  <inkml:trace contextRef="#ctx0" brushRef="#br0" timeOffset="-96400.003">15558 14091 667 0,'0'0'84'0,"0"0"77"0,0 0-71 16,0 0-11-16,-38 84-36 15,38-61-17-15,2 0-9 16,14-6-5-16,2 1-5 16,3-6-2-16,-1-4 0 15,3-5-1-15,3-3 1 16,0 0-5-16,-2 0-2 16,-1-13-1-16,-4-5 3 15,-1 2-2-15,-6-8 4 16,-3-1 0-16,-4-5-2 15,-5 3 0-15,0 2-1 0,-10 4 2 16,-12 7 3-16,-4 4 2 16,-5 7-5-16,0 3-1 15,2 0-2-15,3 4-81 16,8 8-55-16,9-1-191 16</inkml:trace>
  <inkml:trace contextRef="#ctx0" brushRef="#br0" timeOffset="-96129.661">16295 13964 656 0,'0'0'180'0,"0"0"-70"16,0 0-1-16,0 0-3 15,-74 76-44-15,57-43-26 16,-2-3-13-16,2 3-9 16,-1-3-9-16,3-3 2 15,0-4-7-15,2-3 0 16,0-4-37-16,2-3-56 16,2-8-67-16,0-5-169 15,2 0-202-15</inkml:trace>
  <inkml:trace contextRef="#ctx0" brushRef="#br0" timeOffset="-95889.173">16093 13994 272 0,'0'0'285'0,"0"0"-161"16,0 0 4-16,0 0-39 15,0 0-7-15,0 0-23 16,69 82 4-16,-51-55 13 15,1 6-18-15,2-4-17 16,-2-3-18-16,2-2-14 16,-2-5-5-16,-2-5-1 15,1 1-3-15,-2-5-13 16,7-6-50-16,0 1-71 0,3-5-42 16,0 0-199-16</inkml:trace>
  <inkml:trace contextRef="#ctx0" brushRef="#br0" timeOffset="-95619.185">16809 13840 558 0,'0'0'135'15,"0"0"2"-15,0 0-40 16,0 0 17-16,0 0-26 15,-7 101-11-15,7-67-2 0,0 3-8 16,0-3-25-16,7-3-26 16,1-5-9-16,2 0-2 15,0-7-2-15,1-2-1 16,-2-5-2-16,3-3-12 16,1 0-61-16,4-4-29 15,1-5-108-15,3 0-169 16</inkml:trace>
  <inkml:trace contextRef="#ctx0" brushRef="#br0" timeOffset="-95236.848">17168 13987 544 0,'0'0'10'15,"0"0"56"-15,-30 106 55 0,28-69 5 16,2 1-48-16,0-6-27 15,2-7 3-15,12-5-11 16,0-4-6-16,5-8-9 16,-1-2-6-16,5-6-9 15,3 0-5-15,0 0-3 16,1-7-2-16,-2-8 0 16,-2-2 0-16,-3-4-2 15,-1-3 2-15,-5-1-3 16,-2-1 3-16,-8 4-2 15,-4 1 2-15,0 4 21 0,-8 3 3 16,-10 4-2-16,-6 2-13 16,-8 3-6-16,-2 3-5 15,-5 2 3-15,2 0-3 16,1 0-2-16,5 2-1 16,6 5-4-16,5 0-29 15,4 0-69-15,5-2-63 16,5-5-192-16</inkml:trace>
  <inkml:trace contextRef="#ctx0" brushRef="#br0" timeOffset="-94603.509">17557 13368 580 0,'0'0'135'0,"0"0"1"0,0 0-57 0,0 0-40 15,85-34-24-15,-63 34 0 16,-7 0 1-16,-3 2 6 15,-5 16-5-15,-5 4 3 0,-2 0 1 16,0 2-8-16,-12 0-3 16,-4-2-5-16,-4-6-1 15,-2 0-4-15,4-4 1 16,2-3 6-16,7-2-7 16,3-3 1-16,4-1 0 15,2 0 3-15,0-2-3 16,0 1-1-16,2-1 0 15,11 2 5-15,6 2-2 16,4 3-2-16,-2 3 0 16,1 3-1-16,-1 4 0 15,-5 2 1-15,-2 0 1 16,-5 2 4-16,-6-2 12 0,-3 0 7 16,0 0 5-16,0-3 0 15,-2-2 0-15,-10-2 5 16,-4-3-1-16,-5-3-6 15,-2-3-1-15,-3-1-8 16,-3-3-2-16,0 0 0 16,-3 0-3-16,-1 0-4 15,4-2-5-15,-1-6 0 16,4 1-2-16,4-3-2 16,7 0-1-16,6-1-3 15,2 1-35-15,4-1-56 0,3-3-99 16,0-4-249-16</inkml:trace>
  <inkml:trace contextRef="#ctx0" brushRef="#br0" timeOffset="-93991.141">18184 13882 477 0,'0'0'114'0,"0"0"6"0,0 0-59 0,0 0-28 16,0 0-15-16,0 0-6 0,25 0-7 16,-15 4-5-16,-4 1-17 15,0 0-131-15,0-3-163 16</inkml:trace>
  <inkml:trace contextRef="#ctx0" brushRef="#br0" timeOffset="-93055.981">18184 13882 621 0,'47'-6'143'0,"-45"5"-10"0,-2 1-23 16,0 0-76-16,1 13-15 15,-1 7 46-15,0 4-22 16,3 1 3-16,-1 0-15 15,-2 1-5-15,0-4-10 16,0 1-2-16,0-5-4 16,0-2-5-16,0-6 0 15,-5-4-5-15,4-1 6 16,-2 0-6-16,0-5-5 16,1 0 5-16,0 0 3 0,-1 0-1 15,3-16-2-15,0-2-5 16,0-4 0-16,10-1 5 15,5 3 1-15,5 4-1 16,1 4-1-16,3 1 1 16,-3 7 1-16,3 4 3 15,-3 0 3-15,-2 3 1 16,2 10 0-16,-6 5 2 16,-3 2 5-16,-2 2-6 15,-3 1 4-15,-6-2-6 0,-1-1-5 16,0-4 1-16,0-3-1 15,0-5-1-15,-3 0 3 16,-2-4-4-16,2-2 0 16,0-2 0-16,2 0 1 15,-2-5 7-15,1-9-8 16,2-6-2-16,0 0 2 16,0-3-1-16,11-4 0 15,8 1 0-15,1 2-3 16,8 1 1-16,1 7 1 15,-4 0 0-15,2 4 0 16,-4 3 2-16,-1 3 0 16,-5 0-1-16,-2 3 1 15,-3 2-1-15,-4 1 1 16,-1 0-1-16,0 0 1 0,-2 5 2 16,1 6 0-1,-5 3 3-15,4 0 0 0,-4 2 1 16,4 3-1-16,-3-1 2 15,-1 0-1-15,1 1 2 16,0-4 0-16,-2 1 1 16,0-3-1-16,3-1-2 15,-1-2 1-15,1-2 1 16,4 0 0-16,1 1 1 16,3-3 1-16,2 0-3 15,-1-1-3-15,5-1-2 16,0-1 1-16,-1-1-2 0,2-1 1 15,0-1-2 1,0 0-1-16,-3 0-13 0,0 0-38 16,-5-10-85-16,-4-7-151 15</inkml:trace>
  <inkml:trace contextRef="#ctx0" brushRef="#br0" timeOffset="-88252.062">3043 14465 761 0,'0'0'53'0,"-6"-95"60"0,-10 50-21 0,-3 4-27 16,-4 9-21-16,-2 5 0 15,2 13-12-15,0 8-6 16,0 6-13-16,-4 13-2 16,0 17 2-16,5 6 6 15,7 5-1-15,10-2-10 16,5-2-1-16,0-4 0 16,6-4-1-16,8-6-4 15,4-9-1-15,0-9-1 0,7-5 9 16,2 0-3-16,3-18-2 15,-8-1-1-15,3-4-3 16,-8-1-4-16,-4 0-3 16,-4 2 3-16,-4 2 1 15,1 9 3-15,-6 4 0 16,0 7 0-16,0 0-8 16,0 21 8-16,0 10 1 15,0 8 7-15,0 8 4 16,0 3 3-16,-3-3-1 15,3-1-4-15,0-3 1 0,0-6-2 16,0-2 1 0,0-5-9-16,0-7 0 0,0-4-1 15,0-5 2-15,0-2-2 16,0-6-20-16,0-3-64 16,4-3-83-16,8-3-26 15,5-16-240-15</inkml:trace>
  <inkml:trace contextRef="#ctx0" brushRef="#br0" timeOffset="-87771.972">3212 14215 730 0,'0'0'52'0,"0"0"115"0,0 0-84 0,0 0-31 0,0 0-5 16,91-11-8-16,-64 28-17 16,-5 4-8-16,-5 2-6 15,-6-1 0-15,-6 2-2 16,-5 2-4-16,0-4-1 16,-16 1 6-16,-3-4-5 15,2-4-2-15,3-5-10 16,4-5-24-16,7-3 21 15,3-2 8-15,0 0 0 16,10-2-1-16,8-5 4 0,6 1 1 16,0-1 2-16,-2 6-1 15,2 1 0-15,-3 0 2 16,1 4 1-16,-7 12 3 16,-7 4 5-16,-1 0 3 15,-7 6 0-15,0 1 3 16,-7 0-1-16,-11-1 3 15,-9-1 1-15,0-5-6 16,-3-4-7-16,-1-1-4 16,6-4-1-16,2-6-2 15,7-3-4-15,8-2-40 16,8-5-43-16,0-15-112 16,14-9-231-16</inkml:trace>
  <inkml:trace contextRef="#ctx0" brushRef="#br0" timeOffset="-87530.182">3889 14077 37 0,'0'0'748'0,"0"0"-667"0,0 0 52 15,0 0-52-15,-31 78-17 16,23-44-25-16,-2 1-15 15,-5 0-7-15,3 0-11 16,-1 1 0-16,-2-7-4 0,-3 1-1 16,0-5-1-16,-3-5-50 15,3-3-61-15,2-7-69 16,1-6-263-16</inkml:trace>
  <inkml:trace contextRef="#ctx0" brushRef="#br0" timeOffset="-87273.876">3689 14168 531 0,'0'0'81'0,"0"0"-36"0,0 0 62 16,0 0 1-1,0 0-24-15,100 60-11 0,-67-43-11 16,3 4-4-16,-2-3-13 15,-7 0-24-15,0 2-9 16,-8-1-9-16,-4-5-1 16,-2 1-2-16,-5-3-12 15,-2-4-53-15,2-4-57 16,0-4-133-16,-2 0-254 16</inkml:trace>
  <inkml:trace contextRef="#ctx0" brushRef="#br0" timeOffset="-86988.333">4116 13836 596 0,'0'0'70'15,"0"0"39"-15,0 0-16 16,0 0-7-16,43 100-26 15,-24-61 3-15,-2 2 6 16,-5 2-3-16,-2-1-22 16,-5 0-17-16,-4-5-13 15,1-2-1-15,-2-6-9 16,0-4-1-16,0-4-3 16,0-6-5-16,0-2-47 15,0-9-73-15,0-4-64 16,3 0-256-16</inkml:trace>
  <inkml:trace contextRef="#ctx0" brushRef="#br0" timeOffset="-86839.19">4383 13998 744 0,'0'0'95'15,"0"0"4"-15,0 0-48 16,0 0-51-16,0 0 0 15,0 0-130-15,22-1-288 0</inkml:trace>
  <inkml:trace contextRef="#ctx0" brushRef="#br0" timeOffset="-86428.185">4575 13716 636 0,'0'0'136'16,"0"0"9"-16,0 0-90 16,0 0 15-16,-16 90-19 15,16-44-16-15,11 0 8 16,3 4-2-16,-3-3-17 16,2-6-4-16,-2-4-14 15,1-8-1-15,-1-8-2 0,-3-5 2 16,7-8-2-16,1-7-1 15,2-1 3-15,5 0-5 16,-4-12-4-16,2-5-1 16,-6-2-1-16,-2-2 3 15,-4-5-1-15,-6 0 3 16,-3 2 1-16,0 3 1 16,0 7-1-16,-12 4 5 15,-3 6 13-15,-4 4 8 16,-2 0-13-16,-3 0-10 15,-1 10 1-15,1 1-3 16,1 6-1-16,7 0-19 0,1-1-60 16,5-2-68-16,7-5-207 15</inkml:trace>
  <inkml:trace contextRef="#ctx0" brushRef="#br0" timeOffset="-84949.909">2451 15192 616 0,'0'0'23'0,"0"0"-7"0,82-30 5 0,-11 6 9 15,19-8-15-15,22-8-7 16,21-8-4-16,19-9 6 16,21-9 20-16,15-2 2 15,6-1-9-15,9 6-9 0,-9 1 11 16,-3 2 4-16,-17 3-15 15,-12 4 5-15,-16 0 2 16,-16 2 4-16,-16 7 12 16,-18 2 1-16,-19 5 1 15,-17 6 9-15,-14 5-6 16,-14 3-1-16,-10 6-9 16,-10 4-9-16,-7 6-8 15,-5 3 0-15,0 4-15 16,0 0 4-16,-11 0-8 15,-8 4 4-15,-7 10-105 16,-4-4-97-16,-8-3-192 16</inkml:trace>
  <inkml:trace contextRef="#ctx0" brushRef="#br0" timeOffset="-83944.647">4123 14987 721 0,'0'0'128'0,"0"0"-28"0,0 0-73 15,0 0 12-15,0 0 0 16,0 0-31-16,-100-41-8 16,75 57 5-16,7 5 10 15,6 1-12-15,6 7-2 16,6-2-1-16,12-2 0 16,15-3 7-16,13 0-2 15,-2-7 0-15,3 1-2 16,-6-2 2-16,-9-3-3 0,-2 3-2 15,-9 0 0 1,-7 2 0-16,-8 3-1 0,0 0 1 16,-23 3 7-16,-5 0-6 15,-9-7 5-15,4-3-2 16,0-7-3-16,2-5 1 16,10 0 0-16,3-15 3 15,15-9 20-15,3-9-5 16,6 0-10-16,19-2-4 15,4-4-3-15,-1 4-3 16,0-1 3-16,-5 4-1 16,-1 4 2-16,-6-1 3 15,-5 6 1-15,-5 0-1 16,-6 2 1-16,0 1-1 16,0 4 2-16,-9 5-8 0,-9 3 0 15,-3 5 0 1,-4 3 0-16,-2 0-1 0,3 7 0 15,6 4-6-15,11-1-83 16,7-3-91-16,0-6-405 16</inkml:trace>
  <inkml:trace contextRef="#ctx0" brushRef="#br0" timeOffset="-83021.946">6112 13528 535 0,'0'0'72'0,"0"0"20"0,0 0 9 15,0 0 14-15,-27 76-22 16,27-33-37-16,0-4-5 15,6-2 0-15,3-8-13 0,-1-5-19 16,3-2-3 0,-6-7-5-16,1-3-9 0,2-4-1 15,-5-1-1-15,-3-1-75 16,0-4-81-16,-2 0-187 16</inkml:trace>
  <inkml:trace contextRef="#ctx0" brushRef="#br0" timeOffset="-80690.113">2812 15495 537 0,'0'0'103'0,"0"0"75"0,0 0-60 16,0 0-26-16,0 0-70 0,0 0-14 15,0 0 12-15,-15 20-5 16,24-1 4-16,0-3-9 16,-2-3 1-16,-2 0-6 15,-1-5-1-15,-2-1-2 16,1-4 1-16,0-3-3 16,3 0 5-16,7 0 4 15,5-10-5-15,3-1-3 16,6-1 1-16,-2 5-1 15,3 2-1-15,-1 3 0 16,-1 2 0-16,-4 0 6 16,-1 14 1-16,-9 4 2 0,-3 0 4 15,-3 1 14-15,-6 1-4 16,0 0-1-16,-18 1-8 16,-4-3-2-16,-5 1-3 15,0-4-5-15,-5 1-1 16,-3-5-3-16,12-4-18 15,-5-4-33-15,10-3-46 16,3 0 2-16,2-9-90 16,1-9-173-16</inkml:trace>
  <inkml:trace contextRef="#ctx0" brushRef="#br0" timeOffset="-80495.109">2825 15457 456 0,'0'0'15'0,"0"0"89"0,108-38-61 15,-50 20-23-15,9-2-6 16,6-2-10-16,-3 2-4 16,-4 2-11-16,-11 3-85 15,-10 1-125-15,-12 3-74 16</inkml:trace>
  <inkml:trace contextRef="#ctx0" brushRef="#br0" timeOffset="-80195.063">3446 15261 239 0,'0'0'101'0,"0"0"35"16,0 0 1-16,0 0-20 15,0 0-14-15,0 0-29 16,-39 91-30-16,39-66-12 16,17-4-1-16,8-3-10 15,5-3 1-15,1-5-5 16,-1-1-7-16,-2-4 0 15,-4 0-3-15,-3 0 3 16,-6 0-2-16,-3-1 0 16,-2 3-3-16,-7 0 3 15,-3 5 10-15,0 0 5 16,-3 2 3-16,-16 4-5 16,-5-1-9-16,-4-1-3 15,-2 0-4-15,-1-5-4 0,-1-3 3 16,-2-1-4-16,13-6-17 15,5-1-85-15,5 0-9 16,4-12-58-16,2-8-246 16</inkml:trace>
  <inkml:trace contextRef="#ctx0" brushRef="#br0" timeOffset="-80040.186">3397 15312 549 0,'0'0'128'0,"0"0"38"15,80-62-74-15,-39 41-37 0,3 2-32 16,3 5-18 0,-3 4-5-16,-5 5-32 0,-6 5-140 15,-14 0-284-15</inkml:trace>
  <inkml:trace contextRef="#ctx0" brushRef="#br0" timeOffset="-79691.091">3704 15773 585 0,'0'0'28'15,"0"0"23"-15,0 0-26 16,0 0-25-16,0 0-25 15,0 0-76-15,-25 13-97 16,25-6 75-16,0 4 24 0,0-7-21 16</inkml:trace>
  <inkml:trace contextRef="#ctx0" brushRef="#br0" timeOffset="-79263.625">3704 15773 76 0,'-37'43'139'16,"31"-43"-21"-16,3-9 21 16,0-4-12-16,3 0-15 15,0 2-7-15,0 0-16 16,10 3-34-16,8 1-13 15,5 2-14-15,2 5 1 16,5 0-11-16,-3 5 1 16,-2 12-2-16,-3 3 0 15,-8 7 2-15,-7 3 5 16,-7 1-3-16,0 0 0 16,-4 2-1-16,-15-7-15 15,-1-2-1-15,1-5 2 16,2-6-6-16,4-6 2 0,5-6-2 15,7-1 1-15,1 0-1 16,0 0-4-16,7-8-6 16,11-2 10-16,-1 1 2 15,2 5-2-15,0 2 0 16,-5 2-1-16,1 0-1 16,-2 12 2-16,-2 5 6 15,-1 1-1-15,-4 0 1 16,-3-1 2-16,-3 0 4 15,0 0 0-15,0-3 1 0,-13 0 3 16,-7 1-2-16,-5-2-12 16,-11 2 3-16,-3-1-5 15,-7 0-12-15,-3-2-70 16,-2-4-88-16,2-6-89 16,1-2-344-16</inkml:trace>
  <inkml:trace contextRef="#ctx0" brushRef="#br0" timeOffset="-78720.03">3101 15955 678 0,'0'0'53'0,"0"0"32"0,0 0 39 0,-88-48-41 16,69 48-51-16,-1 7-14 16,3 16 8-16,-4 7 7 15,4 2 6-15,7 2-9 16,7-2-18-16,3-2-1 15,0-6-6-15,10-6-2 16,10-8-1-16,5-7 3 0,8-3-2 16,3-1-3-16,1-18-19 15,-3-2-15-15,-4-2-6 16,-6-4 7-16,-3 5 6 16,-8 4 9-16,-7 4 16 15,-6 2 2-15,0 7 1 16,0 5 6-16,0 0 8 15,0 2-3-15,0 18 19 16,5 7-6-16,7 8-1 16,6 4-1-16,0-3-7 15,1 1-4-15,-1-1 2 16,-3-2-6-16,1-4-2 16,-4-5-3-16,-4-5-1 0,0-4-1 15,-3-5-1 1,-2-4-23-16,0-3-93 0,0-2-100 15,-3-2-298-15</inkml:trace>
  <inkml:trace contextRef="#ctx0" brushRef="#br0" timeOffset="-78298.408">2748 16816 780 0,'0'0'0'16,"0"0"0"-16,116-40 10 0,-37 11 8 0,24-2-9 15,18-8 8-15,28-2 8 16,20-5 36-16,16-2-3 16,13-4-22-16,7 2-14 15,-1-4-1-15,-1 1 0 16,-6 4 9-16,-20-1-6 16,-20 8 9-16,-24 4 8 15,-27 6 3-15,-24 4-17 0,-27 6-2 16,-18 8-5-1,-19 5-10-15,-10 7-7 0,-8 2-3 16,0 0-19-16,-26 11-6 16,-11 7-116-16,-9 0-124 15,-5-5-254-15</inkml:trace>
  <inkml:trace contextRef="#ctx0" brushRef="#br0" timeOffset="-77729.974">5077 16350 300 0,'0'0'318'0,"0"0"-184"16,0 0 33-16,0 0-56 0,0 0-57 15,0 0-26-15,-109-55-8 16,73 79-3-1,6 4 5-15,5 6-6 0,11 2-8 16,8 2-3-16,6-5-2 16,9-6-3-16,21-5 4 15,6-8-1-15,3-4 0 16,2-6 4-16,-5-1-3 16,-7-1-3-16,-11 4-1 15,-8 2 2-15,-10 5-4 16,0 1 1-16,-24 3 1 15,-9 2 6-15,-4-5-4 0,-3-3-2 16,9-4 4 0,5-7-3-16,4 0 1 0,10-10 1 15,9-14 1-15,3-7 4 16,15-6 3-16,13-2-4 16,6 0-7-16,1 1-2 15,-7 6-33-15,-7 9-83 16,-15 8-89-16,-6 7-536 15</inkml:trace>
  <inkml:trace contextRef="#ctx0" brushRef="#br0" timeOffset="-77193.47">4404 16594 853 0,'0'0'33'0,"0"0"71"0,0 0-23 0,0 0-28 15,0 0-22-15,0 0-23 16,-45-45 12-16,18 66-9 0,3 0 3 15,2 6 4 1,10-1 0-16,7 0-5 0,5 0-7 16,2-3-4-16,21-4 1 15,5-2 0-15,9-3 2 16,-1-4 0-16,1 2-3 16,-7-1-2-16,-3 5 3 15,-12-1-3-15,-2 4-2 16,-13 1 2-16,0 3 0 15,-13 2 3-15,-11-1-1 16,-2-1 0-16,-5-7-1 16,0-6 0-16,2-6-1 15,1-4 0-15,10-7-1 16,5-16 1-16,8-9 1 16,5-2 0-16,5-3-1 0,16-3 0 15,9 2 0 1,-5 3 3-16,2 6-2 0,-3 3-2 15,-9 9-10-15,-2 6-80 16,-10 4-49-16,-3 2-299 16</inkml:trace>
  <inkml:trace contextRef="#ctx0" brushRef="#br0" timeOffset="-76637.991">3309 16948 545 0,'0'0'133'0,"0"0"46"0,0 0-64 15,0 0-50-15,0 0-22 16,0 0 6-16,-53 112-9 15,53-60 2-15,5-8-15 16,4-3-11-16,4-3-9 0,-4-8 1 16,2-8-6-16,2-5-1 15,4-8-1-15,2-8-56 16,5-1-107-16,0-10-153 16,6-15-360-16</inkml:trace>
  <inkml:trace contextRef="#ctx0" brushRef="#br0" timeOffset="-76281.309">3585 16874 721 0,'0'0'54'16,"0"0"38"-16,-15 86-24 16,15-40-9-16,0 2-28 0,4-3-13 15,7-4-3-15,-1-9-3 16,-2-7-2-16,-2-7-3 15,-2-5-3-15,-1-9 0 16,-1-2-4-16,-2-2-14 16,0 0 3-16,0-12-35 15,0-2 11-15,0-2 21 16,-2 4 11-16,-1 1 3 16,3 1-4-16,0 3-2 15,0-2 6-15,18 2 5 16,9 3 10-16,1-2 1 15,3 3-6-15,1 2-1 0,-1-3-6 16,2-2 1 0,-3 3-4-16,-2-1 0 0,-1 1-20 15,-6 0-126-15,-2-3-66 16,-10-1-254-16</inkml:trace>
  <inkml:trace contextRef="#ctx0" brushRef="#br0" timeOffset="-76071.205">3838 16908 519 0,'0'0'109'0,"0"0"-45"16,0 0 26-16,0 0-16 16,-5 73-15-16,15-30 1 15,0 3 2-15,-2-1-21 0,2-1 5 16,1-4-21-1,-1-1-16-15,2-7-5 0,-3-5-4 16,0-6-47-16,-2-12-179 16</inkml:trace>
  <inkml:trace contextRef="#ctx0" brushRef="#br0" timeOffset="-73331.887">4717 16699 679 0,'0'0'64'0,"0"0"-56"0,0 0 72 16,0 0-14-16,0 0-66 15,0 0-8-15,0 0-76 0,15-3-93 16</inkml:trace>
  <inkml:trace contextRef="#ctx0" brushRef="#br0" timeOffset="-69881.252">10095 15432 370 0,'0'0'169'0,"0"0"-140"0,0 0 67 16,0 0 16-16,0 0-54 15,0 0-7-15,0 0 10 16,126 0-9-16,-68 0-15 16,2 0-14-16,-2 0-9 15,-6 0-8-15,-6 0-4 0,-5 0-2 16,-16 0-15-16,-4 0-70 16,-21 2-78-16,-7 2-228 15</inkml:trace>
  <inkml:trace contextRef="#ctx0" brushRef="#br0" timeOffset="-69596.754">10054 15619 97 0,'0'0'334'0,"0"0"-282"0,0 0 108 16,0 0-49-16,0 0-37 16,109 4-30-16,-64-4-10 15,2 0 0-15,-3 0-5 16,2 0-8-16,-7-3-8 16,-2 1-5-16,-6-1-6 15,-4 1-2-15,-3 2-3 16,-5 0-51-16,-1 0-70 15,-2-2-139-15</inkml:trace>
  <inkml:trace contextRef="#ctx0" brushRef="#br0" timeOffset="-67578.28">11234 15120 488 0,'0'0'92'0,"0"0"55"0,0 0 10 0,0 0-10 16,0 0-92-16,0 0-7 16,-16 41 15-16,14-2-23 0,-1 2 3 15,2-3-7-15,1-2-10 16,-5-4-11-16,5-2-9 16,0-5-3-16,-3-4 0 15,3-3-2-15,-2-2-1 16,2-7-26-16,0-2-68 15,2-6-77-15,15-1-23 16,3 0-155-16</inkml:trace>
  <inkml:trace contextRef="#ctx0" brushRef="#br0" timeOffset="-67165.616">11505 15189 657 0,'0'0'26'15,"0"0"34"-15,0 0 38 16,-37 104-3-16,30-68-30 16,1-1-23-16,1-2-11 15,1-7-11-15,-2-2-11 16,3-5-4-16,-2-2-1 16,1-5 1-16,-2-3-3 15,1-6-2-15,1-1-24 16,-2-2 1-16,0 0 11 15,0 0-8-15,-2-2-5 16,4-5 15-16,0 1 7 16,4 1-1-16,0 3 1 15,0-1 2-15,0 2 1 0,0-1 11 16,16 2-3-16,5 0 7 16,0 0 2-16,4 0-2 15,5 0 3-15,-2 0-1 16,2 0-6-16,3 0-4 15,-5 0-4-15,-2 3-2 16,-7 0 1-16,-1-2-2 16,-3 0-18-16,-3 1-33 15,-3-2-131-15,-8 0-62 16</inkml:trace>
  <inkml:trace contextRef="#ctx0" brushRef="#br0" timeOffset="-66829.401">11604 15298 488 0,'0'0'49'0,"0"0"73"0,0 0 11 15,0 0-11-15,0 0-33 16,-10 89-24-16,17-63 8 15,0-2-10-15,-1 0-18 16,-1-1-1-16,-4-2-18 16,1 0 4-16,-2 0-14 0,0-2-6 15,0 2-4-15,0-1-3 16,0-4 1-16,0-1-2 16,0-5-1-16,0-3 0 15,0-3-1-15,0-3-1 16,0-1-46-16,0 0-42 15,15 0-40-15,-3-11-111 16,1-7-313-16</inkml:trace>
  <inkml:trace contextRef="#ctx0" brushRef="#br0" timeOffset="-65636.937">11972 15369 69 0,'0'0'581'0,"0"0"-412"0,0 0 13 0,0 0-97 16,0 0-13-16,0 0-33 15,-25 0-9-15,25 0-6 16,0 0 0-16,0 0-11 15,0 0-4-15,0 0-5 16,-8 0 0-16,0 3 0 16,-1 0-2-16,1 0-2 15,5-2 0-15,2-1 0 16,-2 0-3-16,3 0-6 0,0 0 1 16,0 0 0-1,0 0 4-15,0 0-5 0,0 0 9 16,0 0 3-16,0 0 0 15,0 0-2-15,0 0 5 16,0 2-6-16,0-2 2 16,0 0 1-16,0 0 5 15,0 0-5-15,4 0-1 16,4 0 6-16,4-6-5 16,1-1 0-16,2-3 2 15,-2 1 3-15,-2-3-4 16,-5 1 3-16,-3-2 1 15,-3 2-5-15,0-3 3 16,0 4 0-16,0 0-4 16,-8 7-1-16,-7 1 1 15,-2 2 2-15,-6 0-4 0,2 0-2 16,3 9 0-16,6 5 1 16,2-1 0-16,9 3-1 15,1 1 2-15,0 1 0 16,14 1 1-16,13 1-1 15,3 0 4-15,4 0-3 16,-1-2 0-16,0-1-2 16,-5-1 0-16,-8 2 1 15,1-1 1-15,-7-1 2 16,-8 3 2-16,-6 1 3 16,0-1-2-16,0 1 0 15,-16 0-1-15,-9 0-2 0,-1-1 0 16,-1-6-2-16,-1-1 0 15,1-5-1-15,2-3 0 16,3-4-11-16,7 0-6 16,6 0 13-16,0-11 0 15,9-5-14-15,0-2 1 16,3-5 3-16,15-1 5 16,5 0 3-16,-1-1 0 15,0 1 6-15,5 0-1 16,-4 3 0-16,1 1 1 15,-1 0-1-15,1 0 2 16,-4-1 0-16,-1 0-1 16,-6-2 2-16,-4 1 2 15,-6 1-1-15,-3 0 2 0,0-1 1 16,-3 4 0-16,-11 0-5 16,-2 1 1-16,-5 3 4 15,2 2-6-15,-2 4 4 16,-3 4-4-16,1 2 2 15,0 2-2-15,0 0 0 16,-2 3 1-16,5 10-2 16,3 4 1-16,5-1-5 15,3 4 1-15,9 2-13 16,0-3-41-16,4 0-103 16,14-4-58-16,11-5-226 15</inkml:trace>
  <inkml:trace contextRef="#ctx0" brushRef="#br0" timeOffset="-65373.502">12380 15372 744 0,'0'0'119'0,"0"0"43"0,0 0-24 0,0 0-43 16,0 0-41-16,0 0-13 15,65 10-14-15,-65-5-6 16,0 2-10-16,0-3-5 16,0 3 3-16,-15-3 0 0,-4 2 0 15,-2-3-8 1,3 1-1-16,3-3-24 0,5 1-58 16,10-2-41-16,0 0-68 15,6 0-166-15</inkml:trace>
  <inkml:trace contextRef="#ctx0" brushRef="#br0" timeOffset="-64765.854">12860 15227 647 0,'0'0'90'15,"0"0"98"-15,0 0-58 16,0 0-25-16,0 0-42 0,0 0-26 15,-55-46-17-15,31 61-10 16,9 5-5-16,-3 7-4 16,8-2 0-16,1 6 4 15,9-3-4-15,0-1 0 16,3-3 3-16,13-4-1 16,5 0-2-16,0-5 0 15,4-3 4-15,1 1-3 16,-6-1 1-16,-1-1 3 15,-5 2 3-15,-6 0 7 16,-4-2 0-16,-4 2-8 16,0-1-5-16,-1 1 1 15,-18 0 0-15,-6-3 1 0,-4-2-3 16,2-4-2-16,0-2-4 16,3-2-8-16,8 0-8 15,2-5 12-15,10-7 3 16,4-5-10-16,0-2-6 15,9-2-4-15,18-1 2 16,4 0 4-16,5 1 10 16,2-2 1-16,0 1-2 0,-4 0 9 15,-4 1 1 1,-3 2 4-16,-3-1-2 0,-6 1 7 16,-2-1 18-1,-7 2-2-15,-6 2 2 0,-3-1-1 16,0 0-12-16,-11 1-7 15,-9 4-2-15,-4 2-2 16,-1 4-2-16,2 5 1 16,-2 1-2-16,1 0 0 15,7 7-2-15,3 7-33 16,9 4-46-16,5 0-95 16,0-5-238-16</inkml:trace>
  <inkml:trace contextRef="#ctx0" brushRef="#br0" timeOffset="-64481.28">13666 15250 839 0,'0'0'179'0,"0"0"-24"0,0 0-72 0,0 0-32 0,0 0-13 15,0 0-1-15,-90 36-2 16,71-12-12-16,2 3-9 16,-2 1-6-16,1 1-5 15,0-3-1-15,0-1-1 16,2-4 1-16,1-3-2 16,3-2-10-16,1-5-31 15,1-4-42-15,4-6-66 0,2-1-120 16,2 0-332-16</inkml:trace>
  <inkml:trace contextRef="#ctx0" brushRef="#br0" timeOffset="-64220.114">13397 15244 389 0,'0'0'257'16,"0"0"-154"-16,0 0 53 15,0 0-10-15,0 0-37 16,90 76-25-16,-59-52-18 16,2-2-8-16,0 1-21 15,-5-3-12-15,-1-4-17 0,-6 0-1 16,-6-3-3-16,-3-3 0 16,-2-1-4-16,-2-2-4 15,-2 0-20-15,-2-1-59 16,5-2-61-16,-3-4-118 15,3 0-328-15</inkml:trace>
  <inkml:trace contextRef="#ctx0" brushRef="#br0" timeOffset="-63942.122">13974 15196 315 0,'0'0'295'0,"0"0"-117"15,0 0-26-15,0 0-53 16,0 0-36-16,0 0 44 16,14 42-20-16,-4-15-10 15,-5 0-17-15,-1 0-19 16,1-2-10-16,-2 0-8 16,0-2-7-16,0-2-10 15,0-1-2-15,0-2-3 16,1-3-1-16,1 0-1 15,-2-3-21-15,1-1-48 16,5-6-83-16,4-5-136 16,3 0-454-16</inkml:trace>
  <inkml:trace contextRef="#ctx0" brushRef="#br0" timeOffset="-63522.265">14388 15279 678 0,'0'0'36'16,"0"0"120"-16,0 0-47 16,0 0-28-16,-88 54-28 15,85-32 1-15,3 2-10 16,0-1-9-16,0-2-12 16,15-4-9-16,0-3 0 0,9-3-10 15,1-3 5 1,2-4-5-16,2-4-4 0,-3 0 4 15,1 0-3-15,0-11 0 16,-3-1 0-16,-4-4 0 16,-5-2 2-16,3-4 0 15,-7 1 0-15,-2-5 1 16,-4 1 0-16,-3-1 7 16,-2 2 6-16,0 3-1 15,0 3-2-15,-13 4-5 16,-4 4-6-16,-8 3-2 15,-5 5 0-15,-3 2 0 16,-4 0-1-16,1 0 0 0,2 0 0 16,4 5-1-1,12 2-9-15,5 4-63 0,10-4-31 16,3-2-105-16,1-3-254 16</inkml:trace>
  <inkml:trace contextRef="#ctx0" brushRef="#br0" timeOffset="-62938.315">14824 14911 585 0,'0'0'195'0,"0"0"-28"0,0 0-82 0,4-80-31 0,-4 69-2 16,-13 7-25-16,-8 4-6 15,-7 0 1-15,-1 11-4 16,-1 9-7-16,5 6-5 16,2 1 2-16,7-2-5 15,7-2 2-15,5-2-5 16,4-7 0-16,0-3 1 16,0-4-1-16,16-4 6 15,3-3-1-15,7 0-4 16,-1 0-1-16,2-11-11 15,-2-3-4-15,-2 0 0 16,-6-3 11-16,0 1 4 16,-2 3 0-16,-8 3 0 15,-1 3 2-15,-2 5 5 0,-3 0 11 16,-1 2 1-16,3 0-10 16,-2 0-4-16,1 15 16 15,-1 4 8-15,1 4 1 16,-1 4-4-16,1 0 0 15,-2 6 2-15,0 1 3 16,0 1-1-16,0 1 2 16,0-4-1-16,0-2-7 15,0-5-2-15,0-2-8 16,0-4 0-16,0-3-4 16,0-4-5-16,0-6 0 0,0 0-3 15,0-3-1 1,0-3 0-16,0 0 0 0,0 0-2 15,0 0-7-15,0 0-21 16,0 0-31-16,-5-7-88 16,-3-9-225-16</inkml:trace>
  <inkml:trace contextRef="#ctx0" brushRef="#br0" timeOffset="-61992.018">15367 15308 582 0,'0'0'162'0,"0"0"-1"0,0 0-29 0,0 0-25 0,0 0-32 16,0 0-23-16,41 39 3 16,-37-27-16-16,-4 1-13 15,0-3-15-15,0 2-3 16,0-4-7-16,0-1-1 15,-5-1 3-15,2-3-1 16,1-3-2-16,2 0-6 16,0 0 5-16,0-9-8 0,0-6-15 15,8-4 18 1,8 1 6-16,1 2 0 0,1 2 0 16,-1 6 0-1,-2 1 1-15,2 5-1 0,-2 2 1 16,-1 0 3-16,0 11 4 15,-3 6 1-15,-1 4 4 16,-6 1-1-16,-1 1-3 16,-1-2 3-16,-2-2-2 15,0-3-4-15,0-3-1 16,0-6-4-16,0-3 1 16,0-4-1-16,0 0 3 15,6 0 8-15,7-12-8 16,4-6-3-16,7-5-1 0,-1-4-2 15,4 0 2-15,-1 1-1 16,-1 4 0-16,-3 5 0 16,-1 4 1-16,-3 4 0 15,-5 5-2-15,-2 1 1 16,-3 3 0-16,-2 0 1 16,-1 3-3-16,0 10 3 15,-2 6 0-15,-3 0 2 16,0 3 4-16,0 1 7 15,0 2 0-15,1-5 6 16,1-3 2-16,2-1-9 16,4-4 0-16,2-6-1 15,5-3-3-15,6-1-2 0,6-2-3 16,7 0-1-16,2-6-2 16,4-6-22-16,0-4-67 15,1-10-130-15,1-10-745 16</inkml:trace>
  <inkml:trace contextRef="#ctx0" brushRef="#br0" timeOffset="-48999.445">10203 16317 626 0,'0'0'34'0,"0"0"-16"0,0 0 125 0,0 0-34 0,0 0-58 16,0 0-19-16,93-2 3 15,-40-2-10-15,1 4-5 16,-3-2-7-16,2-1-8 16,-5 3-5-16,-8 0-47 15,-11 0-113-15,-20 3-302 0</inkml:trace>
  <inkml:trace contextRef="#ctx0" brushRef="#br0" timeOffset="-48793.75">10249 16483 649 0,'0'0'76'15,"0"0"-9"-15,0 0 41 16,78 0-34-16,-38-3-32 15,3-2-16-15,5 2-11 0,1-1-8 16,5-2-5 0,6 3-2-16,-2-1-63 0,-7-3-149 15,-2-5-403-15</inkml:trace>
  <inkml:trace contextRef="#ctx0" brushRef="#br0" timeOffset="-46419.543">11440 16115 530 0,'0'0'66'0,"0"0"51"0,0 0-52 16,0 0-12-16,0 0 65 16,0 97-43-16,0-53-12 0,0-2 8 15,-5-6-16-15,-1 2-18 16,-1-6-11-16,-1-4-4 16,-2 2-5-16,1-6-4 15,-2-2-9-15,0 0 1 16,-1-5-3-16,-3-2 1 15,6-1-3-15,3-6 0 16,1-2-15-16,5-3-41 16,0-3-63-16,5 0-61 15,14-3-89-15,2-14-261 16</inkml:trace>
  <inkml:trace contextRef="#ctx0" brushRef="#br0" timeOffset="-46131.017">11671 16352 636 0,'0'0'33'0,"0"0"44"16,0 0 60-16,0 0-31 16,0 0-33-16,0 0-36 15,-3 62 9-15,-3-51-2 16,3-7-14-16,-4 1-11 15,-1-3-5-15,-2 2-5 16,-5-4-4-16,-2 0-2 0,-2 0-1 16,5 0-1-16,3-4 0 15,3-7-1-15,4 1-2 16,4 0-28-16,7-2-57 16,22-1-53-16,3-2-171 15</inkml:trace>
  <inkml:trace contextRef="#ctx0" brushRef="#br0" timeOffset="-45637.864">11984 16138 659 0,'0'0'44'16,"0"0"80"-16,0 0 7 0,-65 89-43 15,57-59-36-15,-2 0-18 16,2 0-4-16,2-4-7 16,-3 0-8-16,1-2-7 15,-3-5-2-15,2 0-1 16,-3-4-1-16,3-2-3 16,0-6-1-16,-1-3-1 15,7-2-6-15,-2-2 3 16,-1 0 4-16,3 0-1 15,0-4 0-15,0-2 1 0,3-1-1 16,0 0 1 0,0 1-4-16,0 0 4 0,0 2 2 15,11 1 2-15,1 2-1 16,7 1 3-16,3 0-2 16,4 0 2-16,2 3 1 15,-2 6-2-15,2-1 1 16,2 1-2-16,-2 0 1 15,-2-3 0-15,-4-1-2 16,-6-2-2-16,1-2 1 16,-7 1-2-16,-4-2 1 15,1 0-1-15,-4 0-11 16,-1 0-34-16,-1 0-72 16,-1 0-45-16,0-8-144 15</inkml:trace>
  <inkml:trace contextRef="#ctx0" brushRef="#br0" timeOffset="-45283.771">12111 16259 481 0,'0'0'83'0,"0"0"30"0,0 0 41 0,0 0-59 0,0 0-44 0,0 0 34 15,-25 25-16-15,25 0 2 16,0 3-13-16,0 2-13 0,-3 3-3 16,0-1-9-1,-3 2-12-15,0-3-4 0,-2-1-2 16,4-3-1-16,0-5-2 16,-1-1-5-16,5-4 0 15,-1-3-2-15,1-2-2 16,-2-5-2-16,2-3 1 15,0-1-1-15,0-3 0 16,0 0-1-16,0 0-4 16,0 0-21-16,0 0-23 15,6 0-70-15,10-11-72 16,1-7-160-16</inkml:trace>
  <inkml:trace contextRef="#ctx0" brushRef="#br0" timeOffset="-39279.318">12521 16334 119 0,'0'0'46'0,"0"0"17"0,0 0 35 0,0 0 20 16,0 0-32-16,0 0-6 16,17-78-19-16,-17 65-9 15,0 1-7-15,0 3-3 16,0-1-18-16,-5 4-5 0,-4 0 4 15,-2 0-6-15,-3 3-15 16,-2 0 3-16,-1 3-5 16,-4 0 5-16,1 0-4 15,-2 0 7-15,0 7-2 16,0 2 6-16,4 2 0 16,0 3-2-16,3 1 3 15,0 4 2-15,5 1-1 16,2 1 4-16,1 0-4 15,5-1 1-15,2-2-4 0,0-2-1 16,0-2-4 0,0-1-3-16,8-2-2 0,1 1 1 15,1-1-2-15,5-5 4 16,0 0-2-16,4-2 0 16,1-3 2-16,2-1-3 15,5 0 1-15,-2 0-1 16,1-6-1-16,-2-5 2 15,-2-4-1-15,-3 1 0 16,-4 0 1-16,-3-2 0 16,-3 4-1-16,-3-1 2 15,-4 3 2-15,1 0 8 16,-3 1-5-16,3 7 7 16,-3-3-4-16,0 5 4 15,0 0 1-15,0 0-3 0,0 0-13 16,0 0 1-16,0 7 2 15,0 6 12-15,0 3 3 16,0 1 0-16,-3 1-2 16,3 3 0-16,-3 1 1 15,1 1 2-15,1 1-5 16,-2-3-1-16,1 2-2 16,1-3 1-16,-2-3 0 15,1 4-6-15,-4-3 2 16,2 3 0-16,1-3 2 0,-2-1-6 15,-1 1 6 1,3-3-6-16,0-3 4 0,0-2-3 16,0-2-3-16,3-1 0 15,0-3 1-15,0-1-3 16,0-3 1-16,0 2 1 16,0-2 0-16,0 0 0 15,0 0-2-15,0 0 3 16,0 0 4-16,0 0-6 15,0 0 6-15,0 0-6 16,0 0 1-16,0 0-1 16,0 0-2-16,0 0-2 15,0-3-26-15,9-5-86 16,2-1-78-16,-1-8-211 16</inkml:trace>
  <inkml:trace contextRef="#ctx0" brushRef="#br0" timeOffset="-37814.932">13276 16079 514 0,'0'0'31'0,"0"0"60"0,0 0 9 16,0 0 1-16,0 0-31 0,0 0-57 16,20-7 45-16,-37 37-4 15,-2 8-9-15,-5 2-6 16,0-1 0-16,-3 1-10 16,1-4-13-16,0-2-9 15,2-4-3-15,0-5-3 16,5-4-1-16,4-4 0 15,5-7-24-15,4-1-63 16,3-7-34-16,3-2-108 16,0 0-13-16</inkml:trace>
  <inkml:trace contextRef="#ctx0" brushRef="#br0" timeOffset="-37568.303">13052 16178 481 0,'0'0'18'0,"0"0"130"16,0 0-14-16,0 0-25 15,80 95-32-15,-53-70-11 16,-1-1-7-16,1-4-5 16,-3-3-14-16,1-3-15 15,-4-3-7-15,2-2-12 16,-4-3-3-16,-5-1-3 15,-2-3-7-15,-2 1-65 0,-4-1-57 16,-3-2-95 0,-2 0-179-16</inkml:trace>
  <inkml:trace contextRef="#ctx0" brushRef="#br0" timeOffset="-28450.08">14110 16084 666 0,'0'0'44'0,"0"0"64"0,0 0 1 16,-3 84-33-16,3-57-15 15,0 0-29-15,0 0 8 16,-1-1-9-16,-4-1-5 0,1 0-13 16,-1-4-7-16,0-2-3 15,0-4-2-15,4-4-1 16,-2-2-38-16,3-4-71 15,0-4-85-15,6-1-83 16,10 0-100-16</inkml:trace>
  <inkml:trace contextRef="#ctx0" brushRef="#br0" timeOffset="-28011.264">14280 16197 660 0,'0'0'34'0,"0"0"61"0,0 0-9 16,0 0-28 0,-27 77-13-16,27-51-8 0,0-4-6 15,2-1-11-15,10-2-8 16,4-4-6-16,1-4-4 16,7-4 3-16,-2-3-1 15,8-4-3-15,-3 0-1 16,-1-8-2-16,-3-4 0 15,-7-2 2-15,-1-4 3 16,-4 1-2-16,-4-2 2 16,-2 2-1-16,-2-2 9 15,-2 1 9-15,-1 1 8 0,0-1 3 16,0 2-5-16,-4 1-1 16,-5 2-7-16,-5 0-2 15,-2 6-6-15,-5 6-1 16,-1 1-6-16,-2 0 1 15,-5 0-3-15,4 5 3 16,1 7-2-16,8-4-2 16,5-2 0-16,5-2-2 15,3-1-5-15,3 2-29 16,0-3-58-16,0 0-70 16,14-2-157-16,4 0-144 15</inkml:trace>
  <inkml:trace contextRef="#ctx0" brushRef="#br0" timeOffset="-27708.331">14727 15863 625 0,'0'0'53'0,"0"0"88"0,0 0 6 16,0 0-85-16,0 0-53 15,0 0 18-15,0 30 22 16,0-9-1-16,0 2-13 16,-3 1 26-16,-2-1-27 15,2 0-11-15,-3-1-6 16,0 0-8-16,2-4-7 0,1 1 2 16,0-3-3-1,1-5-1-15,1-3-26 0,1-4-37 16,0-2-59-16,0-2-64 15,9-3-37-15,10-17-98 16</inkml:trace>
  <inkml:trace contextRef="#ctx0" brushRef="#br0" timeOffset="-27448.469">14953 15777 577 0,'0'0'107'0,"0"0"0"16,0 0-40-16,0 0 28 16,0 0-12-16,0 0-20 0,-16 90 6 15,16-68-6-15,0-1-14 16,0 0-11-16,0-1-10 16,-2-2-15-16,2 1-5 15,-1-2-5-15,1 0-2 16,-2-3-1-16,2-1-2 15,0-3-49-15,0 5-64 16,5-5-166-16,7-5-248 16</inkml:trace>
  <inkml:trace contextRef="#ctx0" brushRef="#br0" timeOffset="-26677.968">15253 16091 972 0,'0'0'22'16,"0"0"79"-16,0 0-1 16,0 0-41-16,0 0-33 15,0 0-15-15,9 70-6 16,-3-59-2-16,-3 1-1 15,0-2 0-15,-1-3-1 16,-2-3-1-16,0-3-3 0,0-1-7 16,1 0 6-16,1-5 1 15,2-12-10-15,5-2 4 16,1-1 6-16,4 4 0 16,5 0 2-16,-5 5 1 15,0 4 9-15,-1 4-1 16,0 3 6-16,-1 0-1 15,3 0 1-15,-3 9 3 16,1 5-1-16,-1 2-4 16,-3 3-5-16,-1-4-6 15,-1 4 3-15,-6-6-3 16,1-4 3-16,-1 0-2 0,-1-5-2 16,0-1 0-16,0-2 0 15,0-1 1-15,2 0-1 16,1-11-2-16,4-7-6 15,7-4 4-15,-1-1 0 16,5 0 4-16,-1 2 0 16,0 2 0-16,0 5 1 15,1 1-1-15,-2 3 1 16,0 4-1-16,-5 0 1 16,4 6 1-16,-5 0 0 15,-1 0-2-15,2 0 1 16,-4 4-1-16,-2 7 3 15,-1 4 0-15,1-1 3 0,-2 4-3 16,1-1 5-16,-3 1-3 16,2 0-1-16,-1-5-1 15,-1 3 2-15,3-3 0 16,-4-1 0-16,3 0 2 16,0-3 2-16,0 0 0 15,3-2 1-15,2-3-4 16,4 0 4-16,6-3-7 15,5-1 0-15,7 0-3 16,4 0 0-16,4 0-18 16,-2 0-51-16,-3-8-129 15,-3-3-473-15</inkml:trace>
  <inkml:trace contextRef="#ctx0" brushRef="#br0" timeOffset="-20317.011">18808 3527 587 0,'0'0'23'0,"0"0"21"0,0 0 39 0,0 0-32 0,0 0 24 15,0 0 8-15,0 0-27 16,97 40-27-16,-38-34-7 16,3-4-5-16,2 1-1 15,1 1-6-15,-6-1-3 16,1 0-3-16,-11 1-3 16,-1-4 3-16,-11 3-3 15,-8-3 0-15,-12 0 1 16,-8 0-2-16,-7 0 0 15,-2 0-15-15,-5 3-45 0,-24 0-58 16,-12 0-2 0,-12-1-201-16</inkml:trace>
  <inkml:trace contextRef="#ctx0" brushRef="#br0" timeOffset="-19935.902">18710 3648 423 0,'0'0'177'0,"0"0"-120"16,0 0 50-16,0 0-40 0,0 0-39 16,0 0 3-1,43 1 6-15,-2 1 0 0,8 0-2 16,0 2-7-16,5 0 0 15,4-2-12-15,0 1-3 16,-3-1-4-16,-2 0-2 16,-6-1 0-16,-3 2 5 15,-4-2 1-15,-3 1 3 16,-4 0-5-16,-5-2-3 16,-4 0-3-16,-10 0 1 15,-8 0-4-15,-3 0 3 16,-3 0-5-16,0 0-3 15,-2 0-1-15,-18 0-3 16,-8-2-79-16,-6-8-18 0,-2-1-68 16,-2-6-212-16</inkml:trace>
  <inkml:trace contextRef="#ctx0" brushRef="#br0" timeOffset="-19575.721">19120 3205 568 0,'0'0'75'0,"0"0"88"16,0 0-54-16,0 0-19 16,0 0-59-16,0 0-31 0,-14-4 7 15,14 35 21 1,-3 6 4-16,3 5 7 0,0 2 5 15,0 6-17-15,0 5-4 16,0 1-10-16,0-4-4 16,0-2 2-16,0-5-2 15,0-4-5-15,0-7-1 16,0-3-1-16,3-4-1 16,-3-6 1-16,0-1-1 15,0-7 0-15,0-2-1 16,0-8-20-16,0-1-24 15,0-2-47-15,0 0 3 0,0-7-83 16,0-14-274 0</inkml:trace>
  <inkml:trace contextRef="#ctx0" brushRef="#br0" timeOffset="-19133.779">19327 3169 179 0,'0'0'475'15,"0"0"-413"-15,0 0 25 16,0 0-76-16,0 0 47 0,0 0 8 16,-20 90 1-1,20-55-8-15,0 1-9 0,0 6-3 16,0 5-10-16,0 3 2 15,0 3-9-15,0-1 2 16,0-4-4-16,0-6 4 16,0-1-17-16,0-3 4 15,-3-2-6-15,0-1-2 16,-2 0 1-16,1-2-1 16,1-5-5-16,-2 0 1 15,4-4-1-15,-1-4-2 16,2-3 0-16,-3-4-2 15,3-4 2-15,0-3-4 16,0-2 2-16,0-3-1 0,0 1 0 16,0-2 2-1,0 0 2-15,0 0-5 0,0 0-5 16,0 0-28-16,0-9-62 16,6-3-81-16,2-3-193 15</inkml:trace>
  <inkml:trace contextRef="#ctx0" brushRef="#br0" timeOffset="-18092.022">21141 3419 528 0,'0'0'115'0,"0"0"-14"0,0 0 9 0,-28-74-41 0,12 64-24 16,1 5-15-16,-4 3-8 16,0 2-5-16,-4 0-4 15,-6 2 3-15,4 14-1 16,-2 7 6-16,7 4 1 15,3 0 3-15,4 1 1 16,4-1-19-16,9-3-7 0,0-6-2 16,0-2 2-16,4-6 0 15,11-6 16-15,2-3-11 16,6-1 4-16,7 0-5 16,2-11-4-16,-1-7-3 15,-3-2 3-15,-2-2 0 16,-7-1 1-16,-3 2 2 15,-5 4-2-15,-6 1 3 16,0 7 3-16,-5 2 1 16,0 2 7-16,0 5 5 15,0 0-19-15,0 0-1 16,0 13 0-16,0 11 1 16,0 7 9-16,-10 6 4 0,4 3 15 15,-2 2-4-15,2-2-1 16,-4-3 0-16,4-3-3 15,0-2 5-15,3-3-10 16,0-3-4-16,0-2-5 16,3-2 2-16,0-3-4 15,0-2-1-15,0-3-3 16,0-2 1-16,0-5 1 16,0-2-2-16,0-2-2 15,0-1-4-15,0-2-24 16,0 0-40-16,8 0-22 15,4-5-101-15,1-13-255 0</inkml:trace>
  <inkml:trace contextRef="#ctx0" brushRef="#br0" timeOffset="-17489.299">21415 3493 639 0,'0'0'108'0,"0"0"26"0,0 0-11 16,0 0-56-16,0 0-14 0,110-29-10 16,-75 45-6-1,-4 3-17-15,-4 2-5 0,-5 4 2 16,-10-3-7-16,-3 0-5 15,-9 0-5-15,0-2-1 16,0-2 1-16,-15-3 16 16,-6-2-12-16,-1-5 7 15,-1 2-5-15,3-4-4 16,2-3-2-16,6 0 0 16,3-3-8-16,6 0 1 15,3 0 7-15,0 0 0 16,0 0-6-16,3 0 1 15,12 0 5-15,7 0 1 16,3-2-1-16,-1 2 1 16,-1 0-1-16,-5 0 1 0,1 0-1 15,-9 0 0-15,1 7 0 16,-1 3 0-16,-4 0 2 16,-3 1 0-16,-3 1 2 15,0 0 1-15,0 0 6 16,0 0 5-16,-13 3-1 15,-5-4 7-15,-6 3-9 16,-3-3 2-16,-4-1-8 16,-3 1-6-16,-2-4 1 15,-2 0-1-15,5 0-1 16,1-5-3-16,9-1-19 16,4-1-33-16,9 0-21 0,8 0-44 15,2-17-74 1,12-7-453-16</inkml:trace>
  <inkml:trace contextRef="#ctx0" brushRef="#br0" timeOffset="-16770.189">21858 3537 789 0,'0'0'115'0,"0"0"40"0,0 0-110 0,0 0-30 0,0 0 52 16,0 0-15 0,39 75-11-16,-29-53-15 0,-1-5-1 15,-1 0-11-15,-4-3-5 16,1 0-8-16,-5-3-1 16,0-2-3-16,0-3 3 15,-5-1 5-15,1-5 3 16,-4 0-3-16,1 0 1 15,1-8-6-15,1-4-5 16,4-1 4-16,1 1-7 16,0 3 7-16,0 2 1 15,0 3 8-15,4 1 2 16,11 3-8-16,2 0-1 16,8 0 0-16,-3 7 5 15,2 4-4-15,-1 0-1 0,-6 2 0 16,0 0 1-16,-4 0-2 15,-7-2 0-15,-1-3 0 16,-2 1-7-16,-3-3-2 16,0-1 6-16,0-4 2 15,0-1 0-15,0 0 2 16,0 0 10-16,-5 0-1 16,1-4-8-16,2-6-2 15,2-1-1-15,0-1-3 16,0-2 4-16,11-1 2 0,7-1 0 15,1 6-2 1,2-1-2-16,0 3 2 0,-3 3-1 16,0 2 1-16,-3 3-1 15,-1 0 1-15,0 0 0 16,2 0-1-16,-4 5 1 16,2 8 2-16,-5 0 1 15,1 2 1-15,-1-1 2 16,-3 2-2-16,-3 1 1 15,-3-1-2-15,0 0-2 16,0-2-1-16,0 0 2 16,0-2-2-16,0-6-11 15,0 2-41-15,0-7-36 16,6-1-90-16,7 0-40 16,2-9-64-16</inkml:trace>
  <inkml:trace contextRef="#ctx0" brushRef="#br0" timeOffset="-16544.493">22492 3648 423 0,'0'0'256'15,"0"0"-67"-15,0 0-76 0,0 0-82 0,0 0-7 16,0 0 56-16,13 48-8 16,-10-25-12-16,2 1-7 15,-2-1-9-15,0-1-26 16,0-2-12-16,-1 0-2 15,-2-6-2-15,3-1-2 16,-3-6-2-16,0-3-46 0,2-4-38 16,0 0-55-16,-1-3-20 15,2-17-400-15</inkml:trace>
  <inkml:trace contextRef="#ctx0" brushRef="#br0" timeOffset="-16393.883">22546 3364 69 0,'0'0'741'0,"0"0"-575"16,0 0-42-16,0 0-77 15,0 0-47-15,0 0-9 16,0-21-52-16,22 29-103 16,3-2-204-16</inkml:trace>
  <inkml:trace contextRef="#ctx0" brushRef="#br0" timeOffset="-16110.367">22735 3298 707 0,'0'0'139'16,"0"0"67"-16,0 0-116 16,0 0-65-16,0 0 17 15,0 0 33-15,39 115-24 16,-24-64 1-16,-9 4-10 15,-1-1-11-15,-5-5-7 16,0-4-13-16,0-4-7 0,-13-4 0 16,0-3-4-1,4-6 2-15,0-4-1 0,5-6-1 16,4-8-2-16,0-5-30 16,0-3-27-16,3-2-59 15,10-7-14-15,6-15-179 16,5-11-402-16</inkml:trace>
  <inkml:trace contextRef="#ctx0" brushRef="#br0" timeOffset="-15831.255">23008 3392 611 0,'0'0'108'0,"0"0"74"16,0 0-91-16,0 0-59 0,0 0 37 15,0 0 1-15,33 86-5 16,-25-48-14-16,-4 1-2 16,0-2-6-16,-4 2-17 15,0-4-14-15,0-3-4 16,0 1-4-16,0-5 2 16,-4-6-4-16,0 3-1 15,2-7-1-15,2-3-7 16,0-4-36-16,0-4-39 15,3-3-46-15,9-4-51 0,0 0-150 16</inkml:trace>
  <inkml:trace contextRef="#ctx0" brushRef="#br0" timeOffset="-15622.269">23239 3653 694 0,'0'0'82'15,"0"0"-15"-15,0 0 55 16,0 0-63-16,0 0-3 16,0 79-6-16,3-60-15 15,-1-1-21-15,2-3-8 16,-2-3-6-16,3-2-2 16,-2-6-66-16,-2-4-88 15,4 0-156-15,0-3-312 0</inkml:trace>
  <inkml:trace contextRef="#ctx0" brushRef="#br0" timeOffset="-15464.603">23325 3380 846 0,'0'0'105'0,"0"0"-20"15,0 0-72-15,0 0-12 16,0 0-2-16,0 0-35 15,41 87-150-15,-16-63-405 16</inkml:trace>
  <inkml:trace contextRef="#ctx0" brushRef="#br0" timeOffset="-15129.375">23496 3624 656 0,'0'0'94'0,"0"0"53"15,0 0-48-15,-12 95-56 16,12-69-25-16,11-4-8 16,4-5-5-16,4-1 1 15,3-6-6-15,-2-3-4 16,5-7-1-16,-4 0 1 16,-4 0 4-16,-4-4 5 0,-4-9-1 15,-3-6 7 1,-5 2 3-16,-1-2 11 0,0 1 5 15,0 1-11-15,-10 1 19 16,-8 4 0-16,-2 3 6 16,-5 3-2-16,-2 5-27 15,1 1-12-15,0 0-3 16,8 0-2-16,2 8-36 16,10 0-43-16,6-2-87 15,0-3-188-15</inkml:trace>
  <inkml:trace contextRef="#ctx0" brushRef="#br0" timeOffset="-14678.705">23904 3601 696 0,'0'0'189'0,"0"0"-63"15,0 0 26-15,0 0-65 16,-45 81-40-16,40-59-16 15,2-2-14-15,3-2-7 16,0-3-3-16,0-2-3 16,0-4 0-16,0-4-3 15,0-5-1-15,0 0-18 16,0 0 12-16,0-4-2 16,0-13-23-16,8-5 14 15,1-1 4-15,3 0 2 0,-1 3 5 16,0 4 6-16,0 6 0 15,-3 2 6-15,6 5 2 16,1 3-4-16,1 0 0 16,3 0-3-16,1 5 0 15,1 8 4-15,-2-1-2 16,-2 4 0-16,-1 2 1 16,-5 1 4-16,-4-1 2 15,0 2-2-15,-5-3 3 16,-2 0-6-16,0-3 0 15,0-4-2-15,0 1-2 16,0-2-1-16,0-4-31 0,-2-2-44 16,-9-3-74-16,-2 0-232 15</inkml:trace>
  <inkml:trace contextRef="#ctx0" brushRef="#br0" timeOffset="-13621.156">21773 4471 604 0,'0'0'148'0,"0"0"32"16,0 0-141-16,0 0 13 16,0 0 38-16,0 0-20 15,61 79-13-15,-47-57-20 0,-4 2-2 16,-1-6-11-16,-4-1-11 15,-5-6-8-15,1-1-3 16,-1-3-2-16,0-6 0 16,0-1 2-16,0 0-2 15,0-1 1-15,0-11-1 16,0-8-10-16,0 3 0 16,-1-1 10-16,1 5 0 15,0 0 2-15,0 6 1 16,0 3-1-16,0 2 0 15,13 2 0-15,6 0-1 16,5 6 1-16,4 5 1 0,-4 3-3 16,0-2 2-16,-4-1-2 15,-6 1-1-15,-5-4 1 16,-6 0 0-16,2-2 0 16,-5-5-5-16,0 5-14 15,0-5-18-15,0-1 8 16,-6 0 19-16,-5 0 10 15,1-10-18-15,1-4 11 16,6-1 5-16,3-3 2 16,0-2 0-16,9 1 1 15,10 1 0-15,10 1-2 16,2 3-2-16,-3 4 2 16,5 2 2-16,-3 3 0 0,-3 5 0 15,-3 0-1 1,-3 0 0-16,1 5 1 0,-7 7 7 15,1 4 2-15,-3 1-1 16,-4 1 3-16,-2-1 1 16,-7 3 1-16,0-4-4 15,0 1-7-15,0-4-2 16,0-3-1-16,-2-3-14 16,2-4-60-16,0-3-94 15,0 0-61-15,8-10-220 16</inkml:trace>
  <inkml:trace contextRef="#ctx0" brushRef="#br0" timeOffset="-13419.026">22547 4448 703 0,'0'0'44'0,"0"0"16"0,0 0 33 0,0 0-24 0,9 83-13 16,-7-55 2-16,-2-1 0 15,0 1-19-15,4-6-14 16,-4-2-19-16,0-6-4 16,0-5-2-16,0-6-65 15,2-3-84-15,-1-2-140 16</inkml:trace>
  <inkml:trace contextRef="#ctx0" brushRef="#br0" timeOffset="-13269.392">22571 4309 923 0,'0'0'53'0,"0"0"86"15,0 0-121-15,0 0-18 16,0 0-19-16,0 0-71 16,61 3-195-16</inkml:trace>
  <inkml:trace contextRef="#ctx0" brushRef="#br0" timeOffset="-13026.723">22841 4260 383 0,'0'0'502'0,"0"0"-344"16,0 0-38-16,0 0-77 16,0 0 19-16,-6 72 6 15,6-35-25-15,0 3 1 16,5 0-15-16,-5-2-8 15,0-1-8-15,0-5-7 16,0 1-6-16,0-6 3 16,-5-7-3-16,5-4-5 15,0-6-43-15,0-3-71 16,0-7-97-16,0 0-207 16</inkml:trace>
  <inkml:trace contextRef="#ctx0" brushRef="#br0" timeOffset="-12640.208">23016 4570 288 0,'0'0'301'16,"0"0"-193"-16,85-34 32 16,-51 23-59-16,-1-1-39 15,1-1-4-15,-7-3-10 16,-9 0-16-16,-4 0-6 15,-10-2 13-15,-4-2 10 0,0 2-29 16,-4 3 5-16,-13 3 10 16,-2 4-5-16,-4 4-9 15,-2 4-1-15,-2 0 0 16,5 4 0-16,1 14 0 16,4 2 0-16,3 5 9 15,4 6 18-15,4 0 11 16,6 0 3-16,0-1-14 15,2-5-10-15,12-3-2 16,3-5 0-16,1-4-9 16,5-6 4-16,0-4-5 15,3-2-5-15,-1-1-25 16,-2 0-51-16,1-1-56 16,1-9-97-16,-1-4-410 15</inkml:trace>
  <inkml:trace contextRef="#ctx0" brushRef="#br0" timeOffset="-12247.841">23657 4412 715 0,'0'0'137'16,"0"0"31"-16,0 0-72 15,0 0-59-15,0 0-23 16,0 0-6-16,-42-37-4 15,23 37-3-15,6 10-1 16,-4 3-2-16,7 3-1 0,5 2 0 16,5 3 0-16,0 0 1 15,0 2 2-15,15-1 0 16,0 0-2-16,-1-4 1 16,-1-1 1-16,-4-1 2 15,2-1-1-15,-5 2 0 16,-2-3 11-16,-4 0 14 15,0-2 11-15,0 0-1 16,-7-2 4-16,-7 0-2 16,-7-1-6-16,-4-4-10 15,-5-1-2-15,-1-4-7 16,1 0-5-16,4 0-7 16,5 0-2-16,5-7-37 15,6-8-87-15,8-9-141 16</inkml:trace>
  <inkml:trace contextRef="#ctx0" brushRef="#br0" timeOffset="-11394.732">24551 3073 239 0,'0'0'428'0,"0"0"-252"0,0 0-41 0,0 0-64 15,0 0-33-15,41-75-23 16,-15 71-9-16,4 4-3 15,-3 0-3-15,-2 10-3 16,-9 16-7-16,-10 10-1 16,-6 9 7-16,0 7 4 15,-13 6 14-15,-9 3 13 16,-2 2-11-16,2 4 0 16,6-4-5-16,11-4-4 15,5-6-3-15,0-9 0 0,4-7 0 16,13-5 3-16,8-8-6 15,3-7-2-15,0-9-13 16,2-1-3-16,0-7 0 16,-2 0 0-16,-6-1 5 15,-5-11 12-15,-6 1 0 16,-8 1 0-16,1 4 0 16,-4 2-1-16,0 4-21 15,0 0 16-15,-4 0 1 16,-7 12-5-16,-5 12 9 0,2 5-2 15,1 7 3 1,-3 3 1-16,4 5-1 0,0 5 1 16,4 2 0-1,2-1 21-15,3 6 5 0,2-1 3 16,1-1 11-16,0 1-3 16,0-3-6-16,0-3-6 15,0-2-2-15,-2-2-5 16,-3 0 4-16,-1-1-4 15,-2 0-7-15,0-1 1 16,0-3-6-16,2-2-1 16,-2-4 4-16,4-6 4 15,1-3-8-15,0-4 5 16,-2-5-5-16,1-1 5 16,2-6-7-16,1-3 2 15,1-5-5-15,-3 2 5 16,3-3-3-16,-5 0 4 0,-4 0 8 15,-5-10-10-15,-8-1-5 16,-3-5 0-16,-2-1-4 16,1-2-4-16,0 2-20 15,8-3-17-15,8-2-34 16,10-3-41-16,4-7-199 16,26-1-573-16</inkml:trace>
  <inkml:trace contextRef="#ctx0" brushRef="#br0" timeOffset="-11122.058">25236 4134 674 0,'0'0'88'0,"0"0"65"0,0 0-78 0,0 0-28 16,0 0-16-16,86 0 1 15,-54 0-8-15,-4 3-14 16,-6-3-7-16,-5 3 2 16,-8 0-5-16,-9 0-101 15,0 3-132-15,-12-2-155 0</inkml:trace>
  <inkml:trace contextRef="#ctx0" brushRef="#br0" timeOffset="-10904.748">25125 4302 465 0,'0'0'183'0,"0"0"-3"16,0 0-41-16,0 0-52 15,0 0-46-15,0 0-7 16,111 50-4-16,-73-46 2 15,0-1 11-15,-2-2-16 16,-3 0-11-16,-7-1-11 0,-3 0-3 16,-8 0-2-16,-8 0 0 15,0 0-45-15,-5 0-88 16,-2 0-147-16</inkml:trace>
  <inkml:trace contextRef="#ctx0" brushRef="#br0" timeOffset="-9426.797">25882 3931 877 0,'0'0'27'0,"0"0"47"0,0 0 31 16,-20 101-32-16,19-59-13 15,1-2-1-15,0 2-14 16,0-5-2-16,0-3-13 16,3-2-7-16,0-7-12 15,0-4 0-15,-2-1-6 16,-1-9-4-16,0 2 3 15,0-7-3-15,2-4-1 16,1-2-13-16,3 0-54 16,6 0-74-16,1-11-36 0,2-6-167 15</inkml:trace>
  <inkml:trace contextRef="#ctx0" brushRef="#br0" timeOffset="-9179.973">26073 4144 662 0,'0'0'169'0,"0"0"-26"16,0 0-57-16,0 0-59 15,0 0 17-15,0 0 30 16,6 29-15-16,-6-17-11 16,0-2-10-16,0-2-18 15,0-4-8-15,0 2-3 0,-10-3-5 16,-1 0 5-16,-1-3-9 15,-1 0-2-15,2 0-47 16,5-5-34-16,6-9-38 16,1-6-112-16,26-6-462 15</inkml:trace>
  <inkml:trace contextRef="#ctx0" brushRef="#br0" timeOffset="-8713.138">26403 3975 773 0,'0'0'108'0,"0"0"-11"15,0 0-20-15,0 0-16 0,0 0-12 16,-22 85 3-16,21-50-15 16,-3 0-13-16,-1-1 3 15,-2 0-4-15,-2-3-7 16,-5-3-10-16,4-3-2 15,-1-5-1-15,1-4-1 16,3-5-1-16,2-6-1 16,3 0-9-16,2-3-14 15,0-2 11-15,0 0 4 16,0 0 7-16,0 0-6 16,0-5 5-16,0 1 0 15,0 0-1-15,5-1 3 0,1 1 0 16,2 1 6-16,3 1-4 15,3 2 6-15,4 0-6 16,0 0-1-16,4 0 1 16,5 0 1-16,3 0 1 15,3 5-2-15,-1-2 1 16,1 0-2-16,-1 0 2 16,0-3-3-16,-3 0 0 15,-2 0-13-15,-5 0-56 16,-6 0-70-16,-4-9-31 15,-7-2-92-15,-5-4-303 16</inkml:trace>
  <inkml:trace contextRef="#ctx0" brushRef="#br0" timeOffset="-8407.114">26552 4114 776 0,'0'0'84'0,"0"0"-6"0,0 0-17 0,0 0-11 16,0 0 33-16,28 73-11 15,-16-47-16-15,0 1-1 16,-3-1-4-16,-3 3-11 16,-3-1-6-16,-3 1-12 0,0 1-4 15,0 0-5 1,0-1-5-16,0-6-4 0,-5 3-3 15,2-5 2-15,2-2-3 16,1-4 0-16,0-5-2 16,1-1-29-16,16-7-36 15,2-2-58-15,8-6-93 16,1-13-191-16</inkml:trace>
  <inkml:trace contextRef="#ctx0" brushRef="#br0" timeOffset="-7955.828">27074 4117 792 0,'0'0'103'0,"0"0"39"15,0 0-71-15,0 0-21 0,0 0-24 16,0 0-15 0,-64-30-11-16,34 48 0 0,-4 4 0 15,2 3 0-15,4 1 0 16,6-2 2-16,6-3-2 15,6-2-6-15,10-5 2 16,0-4 3-16,9-3 2 16,16-6-1-16,10-1 0 15,0 0-16-15,6-5-25 16,-5-8 5-16,-6-1 8 16,-7 1 14-16,-6 4 11 15,-8 3 3-15,-5 3 5 0,-4 3 33 16,0 0 15-16,0 0-23 15,0 9-22-15,0 13 20 16,0 4 10-16,0 4-4 16,-4 4 2-16,-2 1-4 15,-1 2 5-15,0-4-13 16,3-2 2-16,-1-2-9 16,5-5-10-16,0-4-3 15,0-6-1-15,0-3-3 16,18-5-39-16,2-4-46 15,5-2-44-15,5-2-155 16,4-20-429-16</inkml:trace>
  <inkml:trace contextRef="#ctx0" brushRef="#br0" timeOffset="-7710">27723 4169 938 0,'0'0'51'0,"0"0"61"0,0 0-72 0,0 0-15 0,0 0 20 16,-48 73-6-16,30-40-8 15,-3 4-4-15,-1 0-1 16,0-2 7-16,-2-2-18 16,2-5-8-16,2-9-4 15,2 1-3-15,6-10-7 16,6-4-58-16,3-6-59 0,3 0-94 15,0-12-203-15</inkml:trace>
  <inkml:trace contextRef="#ctx0" brushRef="#br0" timeOffset="-7475.472">27587 4187 784 0,'0'0'76'16,"0"0"17"-16,0 0-63 15,0 0 16-15,0 0 14 16,33 72 6-16,-15-43 9 16,3 2-25-16,-1 0 3 15,-1-2-1-15,-2-6-20 0,-1-3-13 16,-3-3-10-16,-1-4-4 16,1-5-3-16,2-4-2 15,6 0-3-15,4-4-71 16,2 0-105-16,-1-8-219 15</inkml:trace>
  <inkml:trace contextRef="#ctx0" brushRef="#br0" timeOffset="-7220.766">28036 4095 893 0,'0'0'33'16,"0"0"119"-16,0 0-107 15,0 0-35-15,0 0 55 16,-10 74 2-16,10-38-2 16,0 1-7-16,0-2-14 15,0-1-3-15,0-4-17 16,0-5-11-16,0-4-7 16,1-6-4-16,1-3-1 15,-1-7-1-15,5-2-37 16,6-3-71-16,0 0-80 15,4-14-256-15</inkml:trace>
  <inkml:trace contextRef="#ctx0" brushRef="#br0" timeOffset="-6855.735">28223 4207 769 0,'0'0'9'0,"0"0"79"16,0 0 17-16,-23 96-6 15,23-70-32-15,3-3-6 16,12-6-13-16,5-2-15 16,-1-7-2-16,2-4-3 15,3-4-12-15,2 0-9 16,1 0-4-16,-1-9-1 16,-4-7 1-16,-1 1 0 0,-2-7-1 15,-2 0 0 1,-4-1-1-16,-4 2-1 0,-4 2 0 15,-5 4 1-15,0 3 5 16,-2 2 2-16,-10 3 6 16,-6 2-8-16,-4 5-2 15,-5 0-3-15,-4 0-1 16,-2 0 0-16,0 7-3 16,2 3 3-16,7-3-14 15,8-1-32-15,5-2-45 16,11-4-68-16,0-4-101 15</inkml:trace>
  <inkml:trace contextRef="#ctx0" brushRef="#br0" timeOffset="-6569.414">28475 3522 826 0,'0'0'52'15,"0"0"17"-15,0 0-36 0,-4 76 60 16,4-36-30-16,0 1 15 0,0-2-36 16,0-2-17-1,0-5-7-15,0-5-9 0,0-4-2 16,0-5-7-16,0-6-14 15,7-4-56-15,5-7-75 16,4-1-65-16,2-6-225 16</inkml:trace>
  <inkml:trace contextRef="#ctx0" brushRef="#br0" timeOffset="-6364.715">28702 3499 194 0,'0'0'759'0,"0"0"-700"16,0 0 24-16,0 0-50 16,0 0 46-16,-2 106-15 15,4-65-6-15,8 1-26 0,0-3-21 16,-2-3-7-16,-4-3-2 16,-1-2-2-16,-1-3-73 15,-2-6-121-15,0-3-260 16</inkml:trace>
  <inkml:trace contextRef="#ctx0" brushRef="#br0" timeOffset="-5625.09">28743 4200 862 0,'0'0'85'0,"0"0"55"16,0 0-94-16,0 0 8 15,0 0 13-15,0 0-9 16,-6 91-15-16,5-69-9 15,1-1-9-15,-3-3 0 16,1-4-12-16,-1-5-8 16,3-3-2-16,0-3-1 0,0-3 2 15,0 0-1-15,0 0 3 16,0-10-6-16,0-5-4 16,0-5-4-16,3-3 1 15,8 2-1-15,2 5 8 16,-1 0-1-16,3 9-2 15,-1 4 1-15,-1 3 2 16,5 0-3-16,1 10 1 16,-1 9 2-16,0 1 0 15,-3 1 1-15,-2-1 1 16,-5 0 0-16,-4-4-2 16,-2-4 0-16,-1-4 1 15,1-3 0-15,-1-4-1 0,-1-1-2 16,4 0-4-1,-3-3-8-15,3-11-31 0,4-5-1 16,1 0 7-16,4-3 4 16,-1 2 31-16,3 3 4 15,0 3 2-15,-1 6 0 16,-1 5 3-16,0 3-5 16,3 0 7-16,3 0-1 15,-2 13 0-15,0 3 6 16,-2 2 7-16,-5 3 7 15,3 1 4-15,-3-1-5 16,-1-2 11-16,-2-1-3 16,-3-5-13-16,-1-1-7 0,0-4-6 15,-3-5-7 1,2-1 2-16,-2-1-2 0,1-1-15 16,-1 2-70-16,0-2-97 15,-1 0-280-15</inkml:trace>
  <inkml:trace contextRef="#ctx0" brushRef="#br0" timeOffset="-1049.339">20765 2558 532 0,'0'0'5'0,"0"0"9"0,0 0 19 0,0 0 11 16,0 0-15-16,0 0-23 16,-83 11 32-16,75 47 33 0,6 15-28 15,2 10 10-15,3 12-20 16,15 7-9-16,2 5-2 16,2 5-9-16,0 8-1 15,0 2 4-15,-2 1-3 16,-2-2-1-16,-3-2 2 15,-2-10-6-15,-1-1 0 16,1-8 23-16,1-7-10 16,0-9-12-16,-3-7-9 15,0-7 7-15,2-7-6 16,-3-2 1-16,3-6-1 16,1-7 2-16,-3-9-3 15,0-8 0-15,0-5 0 16,-3-5-12-16,-1-3-5 15,0-2 1-15,-2-1-4 16,-2 0-8-16,1-1 4 0,0-3 2 16,-1 0-1-16,1 0 11 15,0-1 6-15,5-3 1 16,3-1 1-16,8 0-12 16,6-1 10-16,6 3 6 15,5-6 1-15,7 3-1 16,3-1-4-16,13-3-9 15,2-1 7-15,15 0 6 16,5 0-1-16,6 3 1 16,6 0 1-16,4 3-1 15,4-1 0-15,-4 3 0 0,-3-2 0 16,-8 1-6 0,-2-1-20-16,0-1-3 0,0 1-17 15,2-3 7-15,-1-1 5 16,4 4 15-16,-1-1-11 15,-2 0 10-15,1 1 15 16,-2-3 3-16,-3 1 0 16,2-1 2-16,-4 1 1 15,-4-1-1-15,-1 3 0 16,-3-1-1-16,4 1-4 16,1-1-19-16,5-1 24 15,4 2 1-15,4-3 0 16,4 1-1-16,1 1 0 0,3-3 3 15,-2 4-3-15,0-2 1 16,4 1-1-16,-4 1 0 16,1-2 0-16,4 1 0 15,2-3 1-15,2-2-1 16,6 0 1-16,-1 0-1 16,-1-6 3-16,0-1-2 15,1-2-1-15,-1 2 6 16,-4 2 3-16,0 0-7 15,-6 4-2-15,0-2 2 16,-2 0 2-16,-1 0 11 16,2 0 6-16,-4-3 9 0,-2 1 12 15,4 1-5 1,-2 4-2-16,1 0-17 0,-2 0-5 16,-5 0 0-16,-5 4 1 15,-8 2-1-15,0-1-6 16,-3 1 3-16,-1 3 5 15,-1-1-1-15,-1-2 2 16,-2 0 0-16,-1-2-3 16,1-2-9-16,-4-1-2 15,-3-1 1-15,-2 0 1 16,-4 0-3-16,3-1 4 16,2-10 3-16,1 1 8 15,2 0 5-15,-5 0-2 16,-1 5-5-16,-5-1-1 15,-4 2-5-15,-1 0 2 0,-2 3 1 16,1-1-5-16,-5-1 3 16,2 1-2-16,0-2-1 15,-3-2-2-15,1-1-1 16,-1-3 2-16,-1-1 0 16,-3-1 0-16,-4-2 0 15,-2 1 2-15,-4-2 1 16,-4-1 6-16,-2-1-1 15,-4-3 7-15,-3-1-7 16,-1-4 5-16,-3-7-8 16,-3-5 1-16,-3-8-6 15,-3-2-5-15,0-4 4 0,0 2-4 16,3-2 0-16,4-2 0 16,2-1 0-16,3-3-2 15,0 3-1-15,3 0 1 16,0 1 1-16,-4 2-1 15,-1-2 1-15,-1 0-2 16,-3-2-2-16,-3 1 2 16,-2-1-7-16,-1 1-1 15,0 1 0-15,0 0-2 16,-4-2 2-16,-8 2 4 16,2 0 2-16,-6 5 0 15,2 2 1-15,-3 4 4 16,-1-1-2-16,1 2 1 15,0 0-1-15,-1 1 1 0,3 2 0 16,-1 0-3-16,2 2 3 16,0 6 0-16,0 2-1 15,-1 4-1-15,0 1 3 16,-1 3-2-16,-2 1-1 16,-3 2 0-16,-3 2 2 15,0 2-1-15,-4 2 1 16,-1 3-1-16,-3 0 2 15,-3 3-2-15,-3 1-12 0,-3 1-1 16,1 1-8 0,-8-1 7-16,-1 0-3 0,-6-2-5 15,-3 2 1-15,-3-3 10 16,-7-1 2-16,-5 0-2 16,-6 0 6-16,-4-7 2 15,-5 1-9-15,-2-1-7 16,1-1 13-16,-2-1 0 15,2 2 2-15,3 1-3 16,0 2-11-16,1 1 11 16,0 2 9-16,1 0-2 15,-6-1 4-15,-5 4-2 16,-9-4 2-16,-3-4-4 16,-4 3 5-16,0-1-3 15,-1-1 0-15,1 1 0 16,3 3 0-16,6 0 2 15,3 2-2-15,3-1 0 0,2-1 2 16,-1 0-2-16,-4-2 2 16,4 3-2-16,-1-6 0 15,1 5 0-15,2-2 1 16,-5-1-1-16,11 2 8 16,1 0-8-16,2 4 7 15,6-1 4-15,-2 5-8 16,0-6-1-16,0 3 1 15,-5-2-1-15,-4 1 0 16,-1 2-1-16,1-1-1 0,7 1-1 16,-6-1 1-1,1 1 0-15,-4-1 0 0,-1-2 0 16,-1 3 1-16,1 0-1 16,5 2 0-16,2-2 2 15,7 2-2-15,3-2 0 16,1 0 1-16,3-1-1 15,-4-1-5-15,0 4-5 16,-2-5 0-16,2 0 1 16,-5 5 6-16,1-2 1 15,-3 0 2-15,0 3-1 16,-1 0 1-16,-3 0 1 16,1 0-1-16,3 0 0 15,9 0-1-15,4 0 2 16,3 2 0-16,2 3-1 0,-3-2 1 15,-1-3-2-15,1 0-3 16,1 0 4-16,0 0-1 16,-3 0 4-16,5 0-6 15,-1 0 3-15,4 0 0 16,5 0 1-16,4 0 1 16,10 0-2-16,1 0 1 15,8 0-2-15,0 3 1 16,3 0 0-16,3 0 1 15,6-2 0-15,-1 2-1 16,3-1 0-16,-1 3 0 16,-1 0-2-16,-3 0 2 0,4 1 3 15,-4 0-2-15,-2-1 2 16,6 1 3-16,0-1-2 16,1 0-1-16,4 0 0 15,4-2 0-15,1 0 1 16,4 1-3-16,-1 0 1 15,2-1-1-15,2 0-1 16,1 1-2-16,2 0-5 16,0 6-16-16,10-1-74 15,15-5-231-15</inkml:trace>
  <inkml:trace contextRef="#ctx0" brushRef="#br0" timeOffset="6880.711">3373 3638 639 0,'0'0'2'0,"0"0"-2"0,0 0 5 0,0 0-4 0,0 0 0 16,0 0 13-16,-87 103-2 16,71-44-2-16,7 11 28 15,0 8 1-15,2 4 11 16,1-1-26-16,3 1 11 16,3-1-12-16,0-5-10 15,0-2 5-15,0-8-13 16,0-3 6-16,0-3 5 0,0-7-6 15,0-9-2 1,0-7-4-16,0-9-2 0,0-6-2 16,0-8 4-16,0-4-1 15,3-4 0-15,-3-4 0 16,1 0 0-16,-1-1 3 16,0-1-4-16,2 0 0 15,-1 2-2-15,2-1-12 16,6 4 12-16,3 0 0 15,4 3 5-15,4-1-3 16,2 0-2-16,2 4 2 16,0 0-2-16,0 3 0 15,7-1 0-15,8-6-8 0,4 2 8 16,11-7 3-16,7 3-2 16,3-1 2-16,6 0-2 15,2 1 0-15,1 0-1 16,0 2 0-16,-1 0 1 15,-2 3-1-15,-6-3 1 16,-9 3 0-16,-2 4-1 16,2-3-18-16,3 1 18 15,3-2 2-15,3-2 0 16,-4 2-1-16,-2-3-1 16,-3 2 0-16,-1 0 1 15,3-2 0-15,-4 0-1 16,1-3 3-16,1 2-1 15,-7 0-2-15,7-3 0 0,-1 0 1 16,1 1-1-16,5-3 0 16,0 4 1-16,2-4-1 15,-2 3 1-15,3-2 1 16,2 0-2-16,2 1 1 16,0-3-2-16,-1 3 2 15,-5-2-1-15,-3 2 0 16,-1-1-2-16,1 2 2 15,6 0 0-15,2-1 1 16,0-1-1-16,2 1 1 16,3 0-1-16,-2 0 1 15,0-3 1-15,-2 1-2 16,1-1 0-16,-4 0 1 0,-3 0 0 16,2 0-1-1,1 0 0-15,-3 0 0 0,6 0 0 16,-5 0 0-16,-6 0 0 15,8 0-1-15,-4 0 0 16,5 0 1-16,2 0 1 16,2 0-1-16,0 2 0 15,2-2 0-15,1 0 0 16,1 0 0-16,0 0 0 16,-1 0 0-16,-2 0 0 15,-1 1 3-15,0 2-3 16,-3 1 0-16,-2-2 0 0,-7 3-1 15,3 0 1-15,-5-1 0 16,0-1-1-16,5 0 1 16,1-2 0-16,-1 2 0 15,-2 0 1-15,3-3-1 16,-3 3-1-16,-1-2-5 16,1 1-4-16,-4-1 7 15,3 0 0-15,-1 1 2 16,-1-1 1-16,-1 2-2 15,-3-2-2-15,1 2-7 16,3-2-1-16,0 2 1 16,-2-1 3-16,2-1 8 15,0-1-2-15,-3 1-3 0,-1 1-9 16,3 2-16 0,-4-3 11-16,0 1 7 0,-1 0 10 15,-4-2 1-15,-1 2 1 16,-3-2 0-16,-2 0 0 15,-5 0 0-15,4 0-16 16,-5 0-36-16,0 0 16 16,-2 0 15-16,-1-2 12 15,-1-2 2-15,-7 1 2 16,2-3 5-16,-6-3 0 16,-2 0 1-16,1-3-1 15,-5-1 2-15,-5-4-1 16,-1-1 3-16,0-4-1 15,-6-5-2-15,3-8 2 0,0 1-2 16,-3-6 1-16,5 1-1 16,1-4-1-16,1 4 0 15,0-1 0-15,2-1 2 16,-1 2 4-16,-1-2 10 16,-1 0 8-16,-3 0 22 15,2 0-39-15,-2 0 9 16,0 3-6-16,0-2-1 15,0 1-8-15,1-1 2 16,2 1-1-16,-3-1-1 16,0 2 2-16,0 2-1 15,-1 1 6-15,-2 3-2 16,0 3 6-16,0-1-6 0,0 0 1 16,0 1-1-16,-2 2 2 15,-1 1-1-15,0 0 1 16,-2 3-4-16,1 2-2 15,0 3 5-15,-1 1-1 16,2 3 4-16,-3-1-3 16,-1 4 2-16,-2 0-4 15,-2 2-4-15,-2 2 1 16,-3 0 1-16,-1 3-3 16,-4 1-5-16,-3 1 4 15,-2-2 2-15,-3 4-2 16,1 0 1-16,-3 0 0 0,-2 0 0 15,-3 0 1 1,-3-2-1-16,-1 2-1 0,-6-3-2 16,-4 0-5-16,-2-1 0 15,1 1 3-15,0 2 2 16,1-1-4-16,1-1 1 16,2 1 6-16,1 2-6 15,0-3 5-15,-9 1 1 16,0-1 0-16,-2-1 1 15,-3 1-1-15,3 1-6 16,4-1 2-16,-7 0 5 16,6 0-1-16,1 0 0 15,3 0 1-15,3 1-2 0,0-1 2 16,-5 1 1 0,0 0-2-16,-9-2 0 0,-3 2 0 15,-8-2 0-15,2 0-4 16,0-2-17-16,4 1 10 15,8-1 11-15,1 0 0 16,-6 0 0-16,0 2-1 16,0 1 1-16,-1 0 0 15,6-1-2-15,-5 0 2 16,0-2 0-16,-4 0 0 16,-2-1-1-16,-1 2 1 15,-1-1 1-15,2 1-1 16,2 2-4-16,3 0-1 0,-1 0-5 15,3 2 5-15,2-2 5 16,2 0-1-16,4 1 2 16,-2-1-2-16,-4 0 1 15,3 2-1-15,0-2 0 16,2 0-1-16,5-1-1 16,2 1 2-16,0-2 2 15,0 1-2-15,-4 1 1 16,-3-1-1-16,0 0 0 15,-1-2 0-15,0 2 1 16,-1 0-1-16,-1-2 1 16,3 0 0-16,0 2 1 15,1-1-2-15,3-1 2 16,-1 1-2-16,6-1 2 0,-5 0 0 16,3 2-1-1,-4 0 0-15,0 3-1 0,-1-3 0 16,1 1 1-16,-1 1 0 15,2 0 0-15,3 1 0 16,-1-1 0-16,1 1 0 16,-4-2 1-16,0 3-1 15,-5 0 0-15,-7 0-2 16,-3 0 2-16,1 0 1 16,-1 0-1-16,3 0 0 15,4 0 0-15,2 0 1 16,3 0-1-16,-2 0 2 0,0 0-2 15,-4 0 0-15,-7 0 0 16,-1 0 1-16,3 0-2 16,-1 0 1-16,3 0-1 15,-2 0 2-15,-2 0-3 16,4 0 4-16,1 0-2 16,12 0 0-16,2 0 0 15,4 0 1-15,2 0-3 16,1 1 4-16,6-1-2 15,-1 0 0-15,6 0 0 16,4 0 0-16,-2 0-1 16,4 0 1-16,1 0 0 15,2 0 0-15,5 0 0 0,1 0 0 16,-2 0 1 0,3 0-1-16,-3 0 1 0,-1 0 1 15,3 0 0-15,-4 0 0 16,-1 2-1-16,1-1 0 15,0 2 3-15,2-1 1 16,0-2 2-16,5 2 0 16,1 1-1-16,-1 1 0 15,-1-2 1-15,3 2 0 16,1-2 3-16,1 2-3 16,3 0 11-16,0 2-5 15,-1 1 0-15,4-1 2 0,-2 3-3 16,2 0 0-1,0-1-1-15,-1 5 1 0,4-2-2 16,-3 1 12-16,-3-2-3 16,3-1-4-16,0-2-4 15,3 2-4-15,-3-2-2 16,3 0-2-16,-3 1 0 16,3 6-3-16,0 2-24 15,12-2-117-15,4-7-181 16</inkml:trace>
  <inkml:trace contextRef="#ctx0" brushRef="#br0" timeOffset="11016.999">2422 6410 590 0,'0'0'0'0,"0"0"-47"0,0 0 41 16,0 0 12-16,0 0-5 16,-10 88 12-16,10-30-1 15,0 11 16-15,0 6 0 16,0 9 31-16,7 4 2 15,-1-2-48-15,2-1 14 16,1-6-17-16,1-2-4 16,-2-2 11-16,1-4 0 15,-3-5-10-15,4-6-6 0,-1-2 8 16,-4-2 1-16,1-6-4 16,-3 0-3-16,1-7 0 15,-1-6-1-15,-3-7-1 16,0-6 1-16,0-7-1 15,0-3 3-15,0-3-3 16,0-2 0-16,0-2 2 16,0-5 1-16,0 1-4 15,0-2 0-15,0 1-5 16,0-1-7-16,6 3 12 16,-3 1 1-16,9-3 0 15,4-2-1-15,5 4 1 16,12-4 0-16,10 0 3 0,11 0-3 15,7 0-1-15,5 0 1 16,1 0-2-16,9-4 2 16,2 4 1-16,2 0-1 15,1 0 0-15,4 0-1 16,-2-1-1-16,1 0 1 16,6-2 0-16,-1-1-1 15,-1 2 1-15,3 2 0 16,-3 0 0-16,0 0 1 15,-7 0-1-15,1 0 0 16,-2 0 4-16,-2 0-4 16,2 0 2-16,-3 4-4 0,-9 1 2 15,2-4 0-15,-3 0 0 16,-1 4-2-16,4-3 2 16,0 0 0-16,-3-1 3 15,2 1-3-15,0-1 0 16,-1 2 0-16,5 0 0 15,-1-2 1-15,2 2 0 16,1 1 0-16,7-2-1 16,-1 1 0-16,2 0 0 15,-2 0 0-15,-2 1 0 16,0-1 0-16,0 1-2 16,-1 0 3-16,-2-1-1 15,1 1 1-15,4 0-1 16,-8-1 0-16,10-2 0 0,-3 3 0 15,-1-3 2-15,-2 0-2 16,5 3 0-16,2-2 0 16,-2 0 0-16,3 1 0 15,-3 0 0-15,-1 0 0 16,4 1-1-16,3-4 1 16,3 0 1-16,1 0-1 15,4 0 0-15,-2 0-1 16,1 0 1-16,-1 0 0 15,2 0-3-15,2 0-13 16,-3 0 11-16,-2 0-7 0,-6-4-9 16,2 0-3-1,-2-1 12-15,4 0 6 0,-3 0 5 16,1-3 1-16,1 0 0 16,-2 2 0-16,-3-2 1 15,-2 1 0-15,1-1-1 16,-1-1 0-16,1 0 1 15,-2 0-2-15,-2 4 1 16,-2-1-1-16,-2 2 1 16,0-1 0-16,-1 0 0 15,-2-2 1-15,2 1 0 16,-4 1 3-16,7 0 0 16,-2-1 3-16,-3 2-1 15,0-2-3-15,2 0-1 16,-1 5-1-16,2-4-1 0,-4 4 0 15,1 0 0-15,-7-1 2 16,4 2-2-16,-3-1 1 16,0 1-5-16,2 0 4 15,2 0-1-15,-4 0-6 16,2-3 3-16,-3-3-2 16,-2 1 2-16,-1-1-1 15,-7-1-22-15,-2-1-23 16,-11-1 6-16,-1 1 8 15,-6-2 0-15,-8 0 15 16,-5-3 21-16,-4 1 0 16,-4-4 4-16,-5-1-1 0,-4-3 4 15,-1-2-3-15,1-3-2 16,0-5-1-16,-2-3-1 16,4-4 3-16,1-6-3 15,1-2 0-15,-6-2 0 16,1-2 0-16,1 0 1 15,-1 2 1-15,3 0-2 16,1 5 0-16,2-2 5 16,1-2-1-16,-3-4 1 15,3-3 10-15,-1-4-9 16,-3 0-5-16,-2 5 0 16,-3 3 3-16,2-2-4 15,-2 0 6-15,-2-1 3 16,-1 0 1-16,4 1 0 0,-4 0-8 15,3 1-2-15,-3-1 2 16,0 0-1-16,0 3-1 16,-3 0 2-16,-10 3-2 15,-1 3 4-15,0 5-4 16,2 3 5-16,1 6 6 16,1-1 14-16,-1 4-19 15,0 0 4-15,-1-1 0 16,-2 3 0-16,-2 3 6 15,2-6-2-15,-4 8 19 16,5-2-23-16,-5 3-4 16,-3 5-1-16,0 2-4 15,-6 1 0-15,-4 4-1 0,0 0 0 16,-5 5 0-16,-6 0-1 16,-1 0 1-16,-6 5 0 15,-1 7 0-15,-3 1 3 16,1 5 0-16,2 1 1 15,-2 0 1-15,-3 0-4 16,3 0 1-16,-4-1 3 16,-2 0-5-16,3-3 5 15,-2 0-2-15,-1-1-1 16,0-3-1-16,1 1 3 16,-7-2-4-16,6 0 1 15,-6 1 1-15,7-2-2 16,0-2 0-16,-1 2 1 0,3-4 0 15,-3 4-1-15,-5-2 1 16,-1 0 0-16,-6-1 1 16,1 2-2-16,-8-1 1 15,2-2 1-15,-4 1-1 16,3-2 0-16,-2 2-1 16,-1-1 2-16,5-1-2 15,-4-3 1-15,-4 3-1 16,6-2 2-16,0-2-4 15,-3 0 3-15,1 0-2 16,-5 0 1-16,-4 0-5 16,2 0 3-16,-2 0 2 0,1 0 4 15,4 0-3-15,6 0-2 16,4 0 3-16,-1 0 0 16,0 0-2-16,-4 0 0 15,-6 0-1-15,0 4 0 16,-7-2 1-16,-5 3 0 15,-5-2 0-15,-9-2 0 16,3 3 0-16,-1-1-1 16,4-1 1-16,4 3-1 15,5 0 0-15,6-3 1 16,-6 1 2-16,0-2-1 16,-7 3-2-16,-1-1-2 15,-11 1-4-15,-5-1-7 0,-7 2 6 16,1-1 1-1,9-1 5-15,3 0 2 0,11-3 0 16,2 3 0-16,1-2 0 16,4 0-3-16,3 2 2 15,0 2-7-15,0-3 8 16,-6 1 7-16,3-1-5 16,1-2 2-16,4 0-2 15,8 0 1-15,2 0 1 16,12 0 3-16,3 0-1 15,0 0-5-15,-2 0-1 16,2 0 5-16,-6 0-5 0,7 0 3 16,-1 0-3-1,6 1 1-15,0 1 0 0,1-1-1 16,-3-1 4-16,5 1-4 16,0 1 1-16,-2-2-1 15,-1 0 1-15,-3 1-1 16,-2 0 3-16,-1-1-3 15,1 3 1-15,5-3-1 16,3 3 5-16,-2-2-5 16,2-1 1-16,1 3 0 15,-1-3-1-15,6 2 2 16,3-2-2-16,2 0 0 16,1 0 1-16,1 0-1 15,0 1 0-15,1 2 1 16,2-3-3-16,6 2 4 0,2 0 1 15,1-2-2-15,6 1 6 16,-1-1 1-16,1 0-1 16,-5 0-6-16,1 0 2 15,0 0-3-15,4 2 1 16,6-1 3-16,0 0-2 16,6 1 0-16,2-2 0 15,4 3-2-15,-3-2 2 16,4 1 0-16,-5 3-1 15,-2 0 0-15,3 0 0 16,-6 0 3-16,-3 3 2 16,5-1 5-16,-5 1 4 0,0-2-2 15,2 6-4-15,-1-1-3 16,4 0-1-16,-4 4-2 16,-2 3 3-16,-1-3 3 15,-2 2 1-15,1-3 5 16,3 3 3-16,-4-2 0 15,4 2-7-15,0 2-5 16,2 0 3-16,-1 4 1 16,1 0 2-16,10 2 0 15,-3 0-1-15,4 2-6 16,0 0 2-16,0 0-5 16,4 0-2-16,1 0 1 15,0-1-1-15,0 2-62 0,1-1-81 16,9-9-136-1</inkml:trace>
  <inkml:trace contextRef="#ctx0" brushRef="#br1" timeOffset="17745.071">1398 7177 634 0,'0'0'42'0,"0"0"12"0,0 0-17 0,0 0 55 16,-3 88-28-16,10-37 2 15,-1 7-2-15,0 0-13 16,0-1-22-16,5-6-2 16,-4 0-1-16,2-1-8 15,0-1-11-15,-3 3-4 0,1-5 8 16,-4-3-7-16,0-6 0 15,-1-6-2-15,-2-8-1 16,0-5 1-16,0-9 0 16,0-8-2-16,0-2-37 15,0 0-7-15,0-16-22 16,0-13-103-16,3-7-40 16,0-7-90-16</inkml:trace>
  <inkml:trace contextRef="#ctx0" brushRef="#br1" timeOffset="18090.829">1541 7177 495 0,'0'0'73'0,"0"0"13"15,0 0-56-15,0 0 32 16,0 0 36-16,16 101-33 15,-1-58-2-15,3-1-6 16,-3 2-15-16,0-2-7 16,-3 5 8-16,3-1-11 15,0 1-5-15,-2-4-15 16,-1 0 0-16,0-4 6 16,-3-1-14-16,0-4 0 15,-6-3 0-15,1-5-3 16,-2-6 2-16,-2-8-1 0,0-5-1 15,0-3 3-15,0-4-4 16,0 0 0-16,0 0-13 16,0-4-25-16,-6-13-57 15,-6-4-18-15,-3-6-85 16,-7-8-245-16</inkml:trace>
  <inkml:trace contextRef="#ctx0" brushRef="#br1" timeOffset="18436.815">977 7574 163 0,'0'0'570'15,"0"0"-517"-15,0 0 57 16,0 0-60-16,0 0-37 15,101-21 4-15,-17 1 12 16,10 0 10-16,1-4-9 16,1-1-2-16,-7 2-6 15,-11 2-2-15,-5 1-9 16,-12 3-5-16,-6 2-4 0,-8 5 3 16,-13 5-5-1,-7 1 2-15,-15 4-2 0,-5 0 0 16,-7 0-5-16,0 0-45 15,-16 5 2-15,-17 8 3 16,-9 4-52-16,-10 2-44 16,-9 0-114-16</inkml:trace>
  <inkml:trace contextRef="#ctx0" brushRef="#br1" timeOffset="18864.922">923 7836 281 0,'0'0'117'15,"0"0"-48"-15,0 0 57 16,0 0-35-16,0 0-8 16,0 0-6-16,130-5-20 15,-64-12-21-15,5-2 7 16,8-2-5-16,2-2-12 15,0 2-6-15,-4 2-3 16,-8 3 0-16,-8 3 2 16,-9 2 2-16,-4 1-7 15,-7 0 2-15,-3 0 7 16,-4 4-2-16,-4 0 8 16,0 1-6-16,-8 1 1 15,-5-1 0-15,-4 3 2 0,-7-2-9 16,-3 4-5-16,0 0-5 15,-3 0-2-15,0-1-4 16,0 1 0-16,0-1-1 16,0 1 0-16,0-1-3 15,0 1-28-15,0 0-41 16,-12-3 13-16,-7-3-86 16,2-11-120-16,4-5-315 15</inkml:trace>
  <inkml:trace contextRef="#ctx0" brushRef="#br1" timeOffset="19697.809">2569 4134 352 0,'0'0'228'0,"0"0"-122"15,0 0 17-15,0 0-39 16,0 0-53-16,0 0-25 0,15 12 4 15,-5 17 40-15,3 9-1 16,4 6-9-16,-1 2 9 16,1 1-9-16,-1-1-6 15,2 0 4-15,-3-4-9 16,0-7-11-16,0-1-4 16,-5-3-8-16,-2-4-1 15,2-4-2-15,-5-5-1 16,1-6 1-16,-3-1-2 15,0-4-2-15,-3-4-21 0,0-3-43 16,0 0-38 0,0-9 23-16,0-12-144 0,0-10-165 15</inkml:trace>
  <inkml:trace contextRef="#ctx0" brushRef="#br1" timeOffset="20026.29">2781 4055 550 0,'0'0'124'0,"0"0"-85"16,0 0 2-16,0 0-31 0,0 0 15 16,41 88 76-1,-21-50-34-15,2 3-10 0,0 0-2 16,-2-1-10-16,-2 3-13 15,-3-4-10-15,0 0-4 16,-2-6-11-16,-1-2-3 16,-3-5 2-16,-3-4-4 15,-1-2 0-15,-4-4 0 16,1-2 0-16,-2-6 1 16,0-2-3-16,0-6-30 15,0 0-34-15,0 0 9 16,-2-4-56-16,-16-10-78 15,-3-8-91-15</inkml:trace>
  <inkml:trace contextRef="#ctx0" brushRef="#br1" timeOffset="20334.817">2579 4355 580 0,'0'0'19'16,"0"0"16"-16,0 0 23 15,0 0 52-15,81-5-35 16,-29-11-35-16,9-5-7 16,2-1-3-16,-5-1-12 0,-3 1-13 15,-10 5 4-15,-6 2-6 16,-12 4-2-16,-11 6-1 15,-7 0 1-15,-9 5-1 16,0 0-25-16,0 0-84 16,-17 12-30-16,-14 7 24 15,0 3-110-15,-5 3-179 16</inkml:trace>
  <inkml:trace contextRef="#ctx0" brushRef="#br1" timeOffset="20677.88">2502 4649 306 0,'0'0'85'0,"0"0"-15"16,0 0 71-16,0 0-20 16,0 0-77-16,0 0-11 15,67-8 42-15,-21-8-20 16,6-2-5-16,5 1-6 15,0-3-14-15,2 2-4 16,-5 1 1-16,1 0-4 16,-10 2 3-16,4 0 1 15,-7 4-5-15,4-2 3 16,-7 6 7-16,3-2-4 16,-6 0-2-16,-5-1-4 15,-7 5-6-15,-3 0-5 0,-8 3-1 16,-4-1-8-16,-6 3-1 15,-3 0-1-15,-2 0-25 16,-29 5-112-16,-18 8-120 16</inkml:trace>
  <inkml:trace contextRef="#ctx0" brushRef="#br1" timeOffset="23304.115">10550 4473 564 0,'0'0'23'0,"0"0"56"0,0 0 10 15,0 0-14-15,0 0-12 16,81-51-15-16,-63 64-14 15,-3 9 4-15,4 5 6 16,-5 2-20-16,4-3 2 0,-5-1-4 16,2 0-8-16,0-4-4 15,0-4-1-15,-2-2-3 16,4-5 1-16,-1-10 3 16,11 0-1-16,7 0 3 15,14-21-4-15,18-8 3 16,7-4-3-16,16-5-1 15,5 3 2-15,6-4-1 16,2 1 7-16,-5-1 2 16,-9 2-5-16,-9 0 2 15,-6 6 0-15,-4 2 4 16,-5 3 3-16,-5 5-8 16,-7 4-3-16,-13 4-6 0,-7 5-3 15,-9 7 1-15,-9 1-2 16,-8 1-5-16,-6 20-14 15,-15 11-56-15,-34 15-44 16,-27 6-107-16,-15 2-287 16</inkml:trace>
  <inkml:trace contextRef="#ctx0" brushRef="#br1" timeOffset="23910.915">11886 6618 620 0,'0'0'56'0,"0"0"77"0,0 0-76 0,0 0-46 16,0 0 72-16,0 0-15 15,61 48-15-15,-44-30-7 16,-1 1-13-16,2-5-3 16,-3-3-5-16,2-3-7 15,0-2-3-15,8-6 1 16,10 0 0-16,17-14 8 15,23-14-8-15,26-9 4 16,26-8-1-16,15-3 0 0,7-4-1 16,3 1-4-16,0 2 7 15,-7 3 13-15,-11 4-14 16,-13 5-8-16,-26 5-9 16,-23 9 1-16,-26 6-2 15,-24 11-1-15,-22 6-1 16,-13 6-30-16,-42 23-75 15,-27 9-143-15,-25-5-587 16</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0:53:03.622"/>
    </inkml:context>
    <inkml:brush xml:id="br0">
      <inkml:brushProperty name="width" value="0.05292" units="cm"/>
      <inkml:brushProperty name="height" value="0.05292" units="cm"/>
      <inkml:brushProperty name="color" value="#FFC000"/>
    </inkml:brush>
    <inkml:brush xml:id="br1">
      <inkml:brushProperty name="width" value="0.05292" units="cm"/>
      <inkml:brushProperty name="height" value="0.05292" units="cm"/>
      <inkml:brushProperty name="color" value="#00B0F0"/>
    </inkml:brush>
  </inkml:definitions>
  <inkml:trace contextRef="#ctx0" brushRef="#br0">1584 1848 542 0,'0'0'181'0,"0"0"-139"0,0 0 3 0,0 0 67 15,0 0-39-15,0 0-12 0,-27-65-30 16,27 65-31-16,0 25-3 16,-4 15 3-16,1 14 11 15,0 14 29-15,0 4-19 16,3-2-8-16,0-1 1 16,0-5 5-16,0-9-12 15,0-4 0-15,0-12 0 16,0-8-2-16,0-8-4 15,0-7 1-15,0-10-1 16,-2-1-1-16,1-5-34 16,1 0-31-16,-2 0-5 15,-1-13-38-15,3-14-67 0,0-6-530 16</inkml:trace>
  <inkml:trace contextRef="#ctx0" brushRef="#br0" timeOffset="308.031">1720 1744 457 0,'0'0'61'0,"0"0"-2"16,0 0-32-16,0 0-13 16,3 73 75-16,0-23 6 15,3 3-1-15,0 1-19 16,1-1-26-16,-1-2 10 15,0-3-21-15,0-3-11 16,-1-2-5-16,0-2-4 0,-2-3 1 16,0-7-13-16,-1-4-4 15,-2-8-1-15,3-3 4 16,-3-8-3-16,0-4-2 16,0-4-31-16,0 0-14 15,0-4-2-15,0-13-88 16,-9-7-179-16,-10-6-188 15</inkml:trace>
  <inkml:trace contextRef="#ctx0" brushRef="#br0" timeOffset="643.529">1199 2020 631 0,'0'0'10'0,"0"0"17"16,0 0 78-16,0 0-41 15,97 10 21-15,-33-13-14 16,14-11-28-16,1-1-6 16,0-3-3-16,0 1-7 15,-6 2-11-15,2 1-8 16,-8 5-3-16,-9 0-5 15,-9 2 1-15,-16 5-1 0,-11-2 0 16,-11 4-1-16,-5 0-1 16,-6 0-22-16,0 0-41 15,-6 0-38-15,-25 14 56 16,-20 6-82-16,-16-1-107 16,-11 2-145-16</inkml:trace>
  <inkml:trace contextRef="#ctx0" brushRef="#br0" timeOffset="980.999">1204 2276 557 0,'0'0'79'16,"0"0"-54"-16,0 0 82 0,0 0-10 15,0 0-2-15,111-3-16 16,-61-6-32-16,8 1-16 15,5-2-6-15,-2 2-6 16,3 0-1-16,2-1-3 16,-5 0-5-16,-6 6-3 15,6 1 1-15,-6 0 6 16,-1-2 13-16,-6 1 8 16,-8-2-5-16,-7-1-10 15,-9-1-5-15,-2 0 5 16,-4-1-4-16,-9 6-4 15,0-2-10-15,-9 2 2 16,0 1-4-16,0 0-19 0,0-1-92 16,-15 1-73-16,-6-5-213 15</inkml:trace>
  <inkml:trace contextRef="#ctx0" brushRef="#br0" timeOffset="1327.305">2593 1755 917 0,'0'0'95'0,"0"0"21"0,0 0-17 15,0 0-59-15,0 0-40 16,0 0-14-16,-8 41 14 15,11-2 2-15,6 7 56 16,0-2-15-16,0-4-8 16,-3 0-8-16,-3-5-10 15,0-5-10-15,2-4-1 16,-5-3-3-16,0-4 1 16,0-5 0-16,0-4-4 15,0-7-9-15,0 3-24 16,-2-6-29-16,-4 0-16 15,0-1-33-15,0-17-100 0,-2-8-213 16</inkml:trace>
  <inkml:trace contextRef="#ctx0" brushRef="#br0" timeOffset="1632.448">2569 1748 439 0,'0'0'229'0,"0"0"-185"16,0 0 13-16,94-52 2 16,-60 46-1-16,-1 6-24 15,-2 0-7-15,-1 0-3 16,0 10-1-16,-6 5 6 16,-5 5-9-16,-7 3-4 0,-9 1-5 15,-3 2 1-15,0-4 4 16,-12 0-8-16,-16 0 3 15,-8 2-1-15,-9-5-7 16,-1 0-3-16,4-5-10 16,8-6-26-16,5-2-45 15,15-5-38-15,9-1-44 16,5 0-13-16,5-9-157 16</inkml:trace>
  <inkml:trace contextRef="#ctx0" brushRef="#br0" timeOffset="2278.013">2906 1759 445 0,'0'0'275'15,"0"0"-205"-15,0 0 65 16,0 0-49-16,0 0-11 16,0 0-12-16,93 42 2 15,-74-23-25-15,-4 3-3 16,0 3 3-16,-6-4-15 15,-3-1-12-15,-6 0-5 16,0-2-5-16,0-4 2 16,-12-1 5-16,-6-5-10 15,0-1-11-15,-3-6-14 16,9-1-1-16,0 0-2 0,3-6 2 16,5-12 3-1,4-3-20-15,0-7 21 0,3-3 22 16,11-3 0-16,6 0 2 15,4 5-2 1,-2 1 0-16,-2 10-1 0,-1 4 0 16,0 7 1-16,-4 5 1 15,0 2 2-15,2 0-2 16,0 0-1-16,-3 14 0 16,2 6 5-16,-2 3 0 15,-1 0 1-15,-2-1 15 16,-1-2-11-16,0-4 1 15,-2-2-6-15,4-5 6 16,1-4 2-16,-1-2-4 0,2-3 11 16,2 0 6-16,-1-6-11 15,0-9-4-15,3-4-4 16,-8-1 3-16,-2 0 4 16,-5-5-1-16,-3 1-7 15,0 3-1-15,0 2-2 16,-6 3 2-16,-8 3 4 15,-8 5-1-15,-3 3-8 16,-2 4 0-16,0 1-2 16,7 0 0-16,1 0-3 15,7 1-14-15,2 2-34 0,7-3-20 16,3 0-63-16,0 0-41 16,3 0-148-16,16-13-327 15</inkml:trace>
  <inkml:trace contextRef="#ctx0" brushRef="#br0" timeOffset="2788.178">3339 1508 723 0,'0'0'206'0,"0"0"-44"0,0 0-22 0,0 0-64 0,0 0-64 16,0 0-9-16,16 47 10 15,-2-10 24-15,2 4 8 16,-4-1-22-16,-2 1-13 15,-1-2-4-15,-6-3-4 16,-1-4 5-16,-2-5-7 0,0-8 0 16,0-6-3-16,0-8-16 15,0-3-18-15,0-2-7 16,0 0 24-16,0-13 12 16,0-6-27-16,0-5-5 15,0-5 9-15,0-2 6 16,1 1 1-16,8 2 24 15,1 2 1-15,1 5-1 16,4 3 0-16,-2 4-1 16,1 3 1-16,4 5-3 15,1 2 1-15,-4 4 2 16,4 0 5-16,-2 1 1 0,-4 11 1 16,2 0 8-16,-3 3 3 15,-3-1 1-15,-3 1-1 16,2 1 0-16,-7 0-2 15,-1 1 1-15,0 3-7 16,-6 0 6-16,-12 0 1 16,-9-1-6-16,-1-1-5 15,-5-1-4-15,0-2-2 16,6-4-3-16,5-4-32 16,5-3-30-16,6-4-57 15,5 0-152-15,6-12-542 16</inkml:trace>
  <inkml:trace contextRef="#ctx0" brushRef="#br0" timeOffset="3389.196">3904 1385 550 0,'0'0'333'0,"0"0"-277"0,0 0 19 15,0 0-5-15,0 0-39 0,92-53-14 16,-60 53-12 0,-4 10 5-16,-5 8 8 0,-1 9-12 15,-9 4 7-15,-8 4-5 16,-5 0 1-16,0-3-1 15,-5-3 5-15,-14-7-4 16,3-4 1-16,-2-7-1 16,3-3-1-16,6-6-4 15,4 2-2-15,5-4-1 16,0 0 7-16,0 0 1 16,5 0-5-16,7-7-1 15,6-1-3-15,2-1 0 16,3 3-1-16,-2 2 1 15,-2 4-1-15,1 0 1 16,-4 0-2-16,-1 0 2 0,-3 3 1 16,-2 5 3-16,-5 4 0 15,1 2 3-15,1-1 3 16,-7 3-1-16,0-3 3 16,0 1 3-16,0 0-1 15,-13-3 6-15,-4 1 1 16,-5-1-7-16,-3-1-1 15,-5 0-9-15,-3-3 0 16,2-3 2-16,-2-3-4 16,6-1-2-16,7 0-15 15,4-2-17-15,7-12-16 16,6-6-27-16,3-7-87 16,14-6-182-16</inkml:trace>
  <inkml:trace contextRef="#ctx0" brushRef="#br0" timeOffset="3569.444">4435 1239 45 0,'0'0'818'0,"0"0"-716"15,0 0-25-15,0 0-53 16,0 0-23-16,0 0-2 15,18 46-37-15,-18-16-222 16</inkml:trace>
  <inkml:trace contextRef="#ctx0" brushRef="#br0" timeOffset="3732.584">4553 1648 859 0,'0'0'112'0,"0"0"11"16,0 0-54-16,0 0-69 16,0 0 0-16,0 0-120 15,6-3-325-15</inkml:trace>
  <inkml:trace contextRef="#ctx0" brushRef="#br0" timeOffset="4205.794">2794 2393 609 0,'0'0'288'16,"0"0"-284"-16,0 0 4 15,106-24 39-15,-49 11-4 16,13-2-11-16,15-2 14 15,7-4 4-15,4 1-11 16,4-1 2-16,1 3-15 16,-1-2-10-16,-7 4-4 15,-10-1-5-15,-5 3-7 16,-11 0 15-16,-7 2-5 0,-10 2-4 16,-11 0-2-1,-15 5-2-15,-9 1-2 0,-9 3 5 16,-6 1-5-16,-2 0-39 15,-23 0-102-15,-18 0-62 16,-10 5-170-16</inkml:trace>
  <inkml:trace contextRef="#ctx0" brushRef="#br0" timeOffset="4538.509">2939 2519 708 0,'0'0'20'0,"0"0"35"15,0 0 92-15,0 0-86 16,101-20-16-16,-28 4 5 16,8-1-18-16,1 2 5 15,3-1-6-15,3 0 0 16,3 0-3-16,-3 0-14 15,-6 2-4-15,-7 1 1 16,-14 1 7-16,-12 3-5 16,-9 0 1-16,-13 3-3 15,-7 2 1-15,-10 1-9 0,-7 1 3 16,-3 2-6 0,0 0-9-16,-12 0-71 0,-12 0-64 15,-7 8-164-15</inkml:trace>
  <inkml:trace contextRef="#ctx0" brushRef="#br0" timeOffset="10531.318">3689 3162 545 0,'0'0'112'0,"0"0"26"0,0 0 10 15,0 0-63-15,0 0-9 16,0 0-18-16,0 0-58 16,0 0-18-16,17-13 18 15,-13 53 22-15,2 1-3 16,-5 0-12-16,-1-5 15 15,0-3-7-15,0-5-7 16,0-7-2-16,0-5 0 0,0-9-2 16,0-5 2-1,0-2 1-15,0 0 7 0,0 0 2 16,0-7-16-16,0-6-4 16,0-3-7-16,0 4 3 15,0-3 8-15,5 5 2 16,7-1-2-16,9 2 1 15,4 2 0-15,6 4 1 16,-2 3-1-16,2 0 1 16,-3 0-2-16,-2 8 8 0,-1 3 2 15,-2 0-5 1,-6 2 2-16,-6-1-3 16,-2-1 2-16,-4-1-5 0,-2-1 1 15,-3 6 15-15,0 0-3 16,-14 0 2-16,-8 4 13 15,-8-1-9-15,-6-1-6 16,2-1-6-16,-2-4-3 16,1-3-2-16,7-2-2 15,3-6 3-15,1-1-4 16,9 0-20-16,0 0-40 16,5-13-24-16,5-7-53 15,2-7-220-15</inkml:trace>
  <inkml:trace contextRef="#ctx0" brushRef="#br0" timeOffset="10822.378">3767 3033 212 0,'0'0'491'0,"0"0"-471"15,0 0 29-15,0 0 32 16,0 0 47-16,0 0-36 16,89 17-35-16,-43-17 2 15,1 0-25-15,2 0-12 0,-1-1-3 16,-2-4-7 0,-10 0-7-16,-11 3 1 0,-7 0-5 15,-6 2-1-15,-6 0-4 16,-3 0-47-16,-3 0-81 15,0 0-161-15,-3 0-309 16</inkml:trace>
  <inkml:trace contextRef="#ctx0" brushRef="#br0" timeOffset="11280.285">4951 2805 844 0,'0'0'80'15,"0"0"69"-15,0 0-94 16,0 0-10-16,-88-39-25 16,66 39-11-16,4 8-9 15,-3 12-5-15,5 2 0 16,5 10 5-16,4-2 3 15,2 8 4-15,5-4 0 16,0 3 9-16,0-1-4 16,0 0 8-16,0 1-2 15,9-2 11-15,-3 0 4 16,-1-3-19-16,2-3-3 0,-1 0 4 16,-3-1 2-1,-1-5-10-15,-1-3 0 0,-1-3-1 16,0-3-2-16,0-4 1 15,0-1-5-15,0-2 3 16,-1-2 2-16,-10-2 0 16,1 0 1-16,-4-2-1 15,-8-1-5-15,0 0-15 16,-8 0-27-16,0-2-30 16,-1-10-15-16,1-4-81 15,3-10-140-15</inkml:trace>
  <inkml:trace contextRef="#ctx0" brushRef="#br0" timeOffset="11467.94">4647 3076 663 0,'0'0'70'0,"0"0"31"0,88-27-30 0,-45 22-49 15,5 5-16-15,-3 0-6 16,-1 0-27-16,-6 8-181 16,-10 6-263-16</inkml:trace>
  <inkml:trace contextRef="#ctx0" brushRef="#br0" timeOffset="12442.586">5139 3213 619 0,'0'0'82'0,"0"0"45"16,0 0-18-16,0 0-43 15,0 0-14-15,88-68-13 16,-73 56 7-16,0 2 0 16,-4-2-13-16,-4 4 1 15,-2 1-14-15,-5 0 6 16,0-1-3-16,0 3 8 15,0 0-18-15,-8 1-12 16,-10 3-1-16,-3 1-9 0,-7 0 3 16,-5 4 0-16,5 12-3 15,-2 1 4-15,5 4 1 16,8 1 1-16,7 1 0 16,4 0 3-16,6-2-2 15,0-2-1-15,3-2 2 16,18 0 1-16,2-7-1 15,6-1 1-15,2-3-5 16,3-6-16-16,4 0 11 16,1 0 1-16,1-10-1 15,-3-5 4-15,-4-3 2 16,3 0 4-16,-6-2 0 0,-2 0 2 16,-6 2 5-1,-1-1 10-15,-4 3 0 0,-4 0 8 16,-7 4-2-16,-6 2 4 15,0 0-10-15,0 2 2 16,0 0-8-16,-1 5-11 16,-11 2-9-16,-6 1 3 15,0 0-9-15,-3 7 10 16,4 8-1-16,1 5 1 16,4 2-1-16,5 3 4 15,4-1 0-15,3-5 1 16,0 3-2-16,3-7 1 15,12-5-2-15,5-6-10 16,3-4-2-16,7 0 13 16,3 0-8-16,4-14-24 0,2-4-4 15,1-2-23-15,-4-2 8 16,5-4-7-16,-9 2 12 16,-7-3-2-16,-2 2 2 15,-9 2 39-15,-3 2 10 16,-5 5 21-16,-3 3 49 15,-1 3 11-15,-2 2-18 16,0 3-5-16,0 3-12 16,0 1-2-16,0 1-32 15,0 0-12-15,0 0-2 0,0 13-2 16,-8 2 4 0,5 7 1-16,-3 0 0 0,3 2 3 15,3 2 5-15,0-1 13 16,0-1 4-16,0-3 3 15,0-2-12-15,0-2-6 16,0-3-4-16,6-2-1 16,0-4-1-16,7-1-2 15,1-2 4-15,-2-4 3 16,7-1-6-16,0 0-1 16,0 0-1-16,1-3-2 15,-2-7-18-15,2-1-28 16,-4-3-22-16,-7-2-38 15,2-10-126-15,-8-1-334 16</inkml:trace>
  <inkml:trace contextRef="#ctx0" brushRef="#br0" timeOffset="12623.64">5826 3024 938 0,'0'0'94'0,"0"0"15"0,0 0-22 16,0 0-58-16,0 0-25 16,108-10-4-16,-58-3-18 15,2-3-81-15,0-2-161 16,2-4-467-16</inkml:trace>
  <inkml:trace contextRef="#ctx0" brushRef="#br0" timeOffset="13808.396">6982 2875 684 0,'0'0'167'0,"0"0"14"0,0 0-97 0,0 0-42 16,0 0-24-16,0 0-5 0,39-1 9 15,-30 8-9-15,-5-1-6 16,0 5-2-16,-4-4-3 15,0 4 0-15,0-3 3 16,0-1 2-16,0 0-3 16,-8-4-1-16,-1-3-2 15,-2 0 4-15,4 0 7 16,-1-3-8-16,4-3 1 16,2 2 1-16,2 4 0 15,0-2 26-15,0 2-16 16,0 0-16-16,0 0-11 15,0 0-2-15,8 9 13 16,2 1-1-16,-4 0 2 0,-1-2 0 16,-2-1-1-16,-2-4 0 15,1-2-3-15,-2-1-12 16,0 0 3-16,0 0 12 16,0 0 3-16,-2-7-1 15,-7-1 0-15,6 2-2 16,0 3 3-16,3 1 5 15,0 2-4-15,0 0-4 16,0 0-5-16,0 0-10 16,0 5 7-16,0 4 8 15,0-1 0-15,0-1 1 16,0-4 0-16,0 0-1 0,0-3 0 16,0 0 1-1,0 0 1-15,0 0 4 0,0-8 0 16,0-5-6-1,9-1 0-15,0 1 0 0,0 2 5 16,3 3-2-16,2 4-2 16,0 4-1-16,3 0 0 15,4 14-5-15,-1 8-1 16,-3 10 6-16,1 5 1 16,-8-1 7-16,-7 0-1 15,-3-2-4-15,0-4 3 16,-15-1-2-16,-7-6-1 15,-6-4-1-15,-4-5 2 0,-2-4-4 16,-2-6-4 0,3-4-12-16,2 0 9 0,6-4-1 15,4-9 7-15,7-2 2 16,3-4 1-16,8 3 2 16,3 0 2-16,1 2 4 15,17 2-7-15,0 0-3 16,7 6 0-16,2 2-5 15,6 4 2-15,0 0 1 16,-2 0 2-16,0 6-1 16,-2 6 1-16,-1 2 1 15,-3 1 1-15,-1-1 1 0,-6 0 1 16,0-3-3 0,-3 1 1-16,-2-4-1 0,-2-1-1 15,-2-3-10-15,7-1-68 16,-1-3-140-16,3 0-385 15</inkml:trace>
  <inkml:trace contextRef="#ctx0" brushRef="#br0" timeOffset="14678.143">8267 2950 598 0,'0'0'140'0,"0"0"-29"0,0 0-19 0,0 0-16 0,0 0-25 0,0 0-4 15,-36 82-2-15,34-59-4 16,2-2-19-16,0 2 6 16,-1-8-12-16,-2-1-8 15,3-5-3-15,-2-3 0 16,2-5 1-16,-1-1-4 15,1 0-2-15,0 0-1 16,0-9-12-16,0-7-11 16,0-7-6-16,10 0-21 15,5-1 30-15,0 2 16 16,0 2 4-16,-3 4 2 16,1 5-1-16,-1 4 0 0,0 3 1 15,3 1 1-15,-3 1-1 16,1 2 1-16,-1 0 3 15,-4 0-3-15,4 13 9 16,-5 0 8-16,-1 4-2 16,0 0 4-16,-1-2-9 15,-1 1-3-15,-1-4-2 16,0-3-3-16,-3-2-2 16,0-3-2-16,0-2 0 15,0-2-43-15,0 0-39 16,-6 0-89-16,-3-2-448 15</inkml:trace>
  <inkml:trace contextRef="#ctx0" brushRef="#br0" timeOffset="15289.145">7989 2959 36 0,'0'0'603'0,"0"0"-530"0,0 0 16 16,0 0-14-16,0 0 9 15,0 0-18-15,48 72 9 16,-48-50 0-16,0-2-20 16,0-3-16-16,0-3-21 15,0-4-11-15,0 0 3 0,-5-6-7 16,-1-1-3-16,-4-3-31 16,-2 0-74-16,-1 0-88 15,2-12-168-15</inkml:trace>
  <inkml:trace contextRef="#ctx0" brushRef="#br0" timeOffset="15504.465">7958 2808 531 0,'0'0'160'16,"0"0"39"-16,0 0-82 16,0 0-26-16,0 0-28 15,0 0-33-15,43-44-25 16,-37 46 12-16,0 6 8 0,-3-1-12 15,-3 0-11 1,0-1-2-16,0 0-1 0,0 2 1 16,0 0-10-16,-3-2-37 15,-6 0-33-15,3 1-96 16,1-6-256-16</inkml:trace>
  <inkml:trace contextRef="#ctx0" brushRef="#br0" timeOffset="16005.426">8982 2816 168 0,'0'0'343'0,"0"0"-230"0,0 0 44 0,0 0-34 16,0 0-65 0,0 0-5-16,-52-31-26 0,30 40-4 15,-2 10 0-15,0 8 6 16,-1 4 3-16,4 2-10 16,3-1-7-16,6-2 0 15,5-3-6-15,4-6 0 16,3-4-9-16,0-4 9 15,9-7 0-15,13-4 3 16,8-2-4-16,7 0-8 16,11-6-11-16,-5-9-71 15,5-5-3-15,-3-3-57 0,-6-3-92 16,-5-8-172 0</inkml:trace>
  <inkml:trace contextRef="#ctx0" brushRef="#br0" timeOffset="16448.136">9189 2695 530 0,'0'0'152'16,"0"0"61"-16,0 0-76 16,0 0-71-16,0 0-48 15,0 0-12-15,-11 41 51 16,11-7-1-16,5 4 9 16,2 2-14-16,-1-4-4 15,-2-1-19-15,2-4-5 16,-4-4-12-16,-1-6-6 15,-1-5-2-15,0-5-1 16,0-5 1-16,3-5-1 0,-3-1-2 16,0 0 1-16,0 0-2 15,3-7-1-15,-1-11-14 16,4-4-3-16,6-2 1 16,0-4 14-16,2 2-2 15,3 0 3-15,1 9-1 16,-3 2-4-16,3 6 4 15,-2 4-6-15,-1 2 9 16,4 3 1-16,-5 0-4 16,-2 6-2-16,4 11 4 15,-8 6-3-15,-1 6 5 16,-1 0 10-16,-6-1 0 0,0-2-3 16,0-3 2-16,0-5-6 15,0-3-3-15,-6-2-7 16,3-5-52-16,2-2-85 15,1-6-122-15,0 0-281 16</inkml:trace>
  <inkml:trace contextRef="#ctx0" brushRef="#br0" timeOffset="16799.882">9594 2983 593 0,'0'0'142'0,"0"0"18"16,0 0-43-16,0 0-44 15,96-84-30-15,-75 66-16 0,-2 0 9 16,-5 1 3 0,-4-1-10-16,-6 2-5 0,-4 0-3 15,0 3-8-15,0 3-10 16,-4 1-3-16,-11 1-3 16,0 5 3-16,-3 3-1 15,2 0 1-15,-1 0-2 16,4 18-1-16,-2 2 2 15,3 5-1-15,0 5 2 16,5-2 11-16,2 0-2 16,2-2 4-16,3-3 5 15,0-1-15-15,0-5 0 0,6-3 5 16,7-4 1 0,1-4-9-16,4-5-9 0,6-1-45 15,3 0-43-15,-2-4-85 16,11-9-211-16</inkml:trace>
  <inkml:trace contextRef="#ctx0" brushRef="#br0" timeOffset="17167.975">10145 2717 569 0,'0'0'252'0,"0"0"-135"16,0 0-64-16,0 0-32 15,0 0-17-15,0 0-1 16,-91 29-3-16,83-11 1 0,4 1-1 16,4 1 0-16,0-1-3 15,4-3-7-15,8-3-19 16,2 2 19-16,3-3 10 16,-1 1-1-16,-3 0 1 15,-4-1-1-15,-3 0 0 16,-5 4 1-16,-1-4 4 15,0 2 14-15,-1-1 31 16,-14-1 21-16,-6-2-2 16,-4 1-18-16,-1-4-7 15,-3-3-17-15,-3 0-15 16,1-3-2-16,4-1-1 0,6 0-7 16,2 0-1-16,8-2-56 15,1-14-110-15,10-11-379 16</inkml:trace>
  <inkml:trace contextRef="#ctx0" brushRef="#br0" timeOffset="17625.75">11440 2509 556 0,'0'0'106'0,"0"0"102"0,0 0-73 15,0 0-85-15,0 0-45 16,0 0 47-16,10 94 16 0,-7-52 8 16,-1 1-14-16,-2 2-17 15,3-4-17-15,0-5-12 16,-2-4-9-16,-1-4-5 15,3-7 5-15,2-4-7 16,-4-6-3-16,3-5-37 16,-4-3-40-16,3-3-41 15,-3 0-5-15,0-12-149 16,0-10-483-16</inkml:trace>
  <inkml:trace contextRef="#ctx0" brushRef="#br0" timeOffset="18174.543">11310 2713 522 0,'0'0'114'0,"0"0"-40"16,0 0 37-16,122-10-48 16,-68 7-12-16,6 1-24 15,-2-1-13-15,-9-1-3 16,-7 1 0-16,-11 2-4 15,-14 1 3-15,-4-2 3 16,-10 2 0-16,-3 0 5 16,0 0 11-16,0 2-17 15,0 6 36-15,0 9-12 16,0-1-15-16,0 5-12 0,0-1-8 16,3 2 4-1,2-3-2-15,-2-3 3 16,4 1-5-16,-1-3 0 0,1-4 0 15,1 1 1-15,1 0-2 16,4-2 4-16,4-5-2 16,2-1-1-16,2-3 1 15,-2 0 1-15,4 0 2 16,0-3 7-16,-4-8 7 16,0-2-7-16,-3-1 6 15,-7-2 8-15,0-6-10 16,-4-1 13-16,-1-2 3 15,-2-4-11-15,-2-3-10 0,0 3 0 16,-3 1-1 0,-12 6 12-16,-6 4-10 0,-6 3-8 15,-3 8-3-15,-6 1 0 16,-1 6-1-16,1 0-4 16,6 0-13-16,2 7-21 15,9 6-48-15,8 0-68 16,10-4-150-16</inkml:trace>
  <inkml:trace contextRef="#ctx0" brushRef="#br0" timeOffset="18802.179">13385 2300 392 0,'0'0'185'0,"0"0"-21"0,0 0 4 15,0 0-49-15,0 0-85 16,0 0-19-16,-58-43-8 16,24 50-7-16,2 13 0 15,7 2 0-15,4 3 1 16,11 0-1-16,8 2-5 15,2-1 2-15,3-4 3 16,21 2 8-16,2-3-8 16,9-1 2-16,-1-2-1 15,-1-1-1-15,-3-3 0 16,-7-2 1-16,-5-2-1 0,-8 0-1 16,-3 0 1-16,-5-2 1 15,-2 2 11-15,0-1 13 16,-3 2 8-16,-12-2 0 15,-4 1 3-15,-4-3 3 16,-7-1-8-16,-3 0-10 16,-5-1-4-16,-1-2-4 15,0-3-6-15,6 0 1 16,5 0-5-16,10 0 4 16,8-5-7-16,7-4-17 15,3 0-65-15,3-1-44 16,22-3-70-16,9 1-313 15</inkml:trace>
  <inkml:trace contextRef="#ctx0" brushRef="#br0" timeOffset="18978.117">13660 2505 727 0,'0'0'210'0,"0"0"-36"0,0 0-95 15,0 0-58-15,0 0-16 16,0 0-5-16,-3-6-62 16,3 12-184-16,10-4-387 15</inkml:trace>
  <inkml:trace contextRef="#ctx0" brushRef="#br0" timeOffset="19222.123">13928 2324 788 0,'0'0'105'15,"0"0"1"-15,0 0-67 16,0 0 6-16,0 0 8 16,-21 90 13-16,21-53-26 15,0 1-13-15,0-4-15 16,0-6-4-16,0-7-5 15,0-5-3-15,0-5-17 16,0-3-49-16,0-2-55 16,0-5-116-16,0-1-208 0</inkml:trace>
  <inkml:trace contextRef="#ctx0" brushRef="#br0" timeOffset="19486.798">13745 2601 6 0,'0'0'627'15,"0"0"-502"-15,0 0-34 16,0 0-54-16,0 0 4 16,94 0-22-16,-54 0-5 0,-1 0-6 15,0-3-2-15,0-3-4 16,-2 2 1-16,-6-2-2 15,-4 1 1-15,-8-3-2 16,-2 3-15-16,-8-1-25 16,-3-1-27-16,-3-1-42 15,-3-4-140-15</inkml:trace>
  <inkml:trace contextRef="#ctx0" brushRef="#br0" timeOffset="19725.661">13740 2167 737 0,'0'0'39'0,"0"0"7"15,0 0 4-15,115 13-5 16,-64-6-12-16,-2 0-23 15,2-2-2-15,-6 1-4 16,-5-3-4-16,-13-3-12 16,-9 0-165-16,-9 0-240 15</inkml:trace>
  <inkml:trace contextRef="#ctx0" brushRef="#br0" timeOffset="20468.271">14759 2276 491 0,'0'0'173'0,"0"0"-36"0,0 0 24 16,0 0-54-16,0 0-79 16,0 0-25-16,-19 44 19 15,10-8 14-15,5 6 21 16,2-5-24-16,2 1-12 0,0-4-6 16,0-7-6-16,3-3-1 15,6-7-6-15,0-4 5 16,3-6-3-16,1-3 1 15,4-4 4-15,0 0-4 16,2 0-4-16,0-12 0 16,2-6 3-16,-3-6-3 15,1-4 1-15,-2-1 0 16,-1-4-1-16,-7 5 0 16,-1 1 1-16,-4 9-1 15,-3 5-1-15,-1 1 2 16,0 10-2-16,2 0 0 15,-2 2-2-15,0 0-10 16,0 0 1-16,0 7 1 0,0 10 6 16,0 2 4-16,0 2 0 15,0-3 0-15,0 3 1 16,4-4 0-16,2 3 0 16,2-3-1-16,0-2 1 15,1-6 2-15,4-2-2 16,3-3-1-16,0-4-18 15,4 0-23-15,2 0-51 16,-1-11-21-16,1-6-82 16,-1-8-125-16</inkml:trace>
  <inkml:trace contextRef="#ctx0" brushRef="#br0" timeOffset="21172.678">15217 2318 573 0,'0'0'139'0,"0"0"-82"15,0 0-11-15,0 0 65 0,-4 72-44 16,1-38 3-16,1-2-19 16,1 0-12-16,-1-7-4 15,1-4-9-15,-1-3-15 16,-1-6-6-16,1-4 0 16,2-2-4-16,0-6-1 15,0 0 0-15,0 0-8 16,0-1-5-16,0-16-34 15,0-2-12-15,13-3 28 16,0-4 22-16,5-1 9 0,-3 7 2 16,2 2-2-16,-4 6 15 15,2 5 5-15,-2 7-6 16,4 0-11-16,-1 0-2 16,0 17 1-16,0-2-1 15,-3 3 0-15,-1-1 0 16,1 0 2-16,-4-3-2 15,0-4 4-15,-1-1-2 16,-1-4 0-16,-3 1 0 16,1-4 1-16,-2-2 0 15,2 0 2-15,1 0 3 16,2 0-5-16,4-11-4 0,2-1 1 16,1-5-1-16,4-4 3 15,1 3-5-15,0-1 5 16,0 1-1-16,-1-2-1 15,-4 3 2-15,-3 1-3 16,-1 3 5-16,-4 1-5 16,-3 5 1-16,-2 0-1 15,-2 4 1-15,0 3-2 16,0 0 0-16,0 0-18 16,-5 11-4-16,-8 7 22 15,3 9-1-15,2 2 1 16,1-1 0-16,5-3 1 15,2 1 0-15,0-5 0 0,0-3 1 16,12-4-1 0,0-4 3-16,9-5 1 0,1-1 1 15,1-4 1-15,2 0 1 16,2 0-5-16,-3-10-2 16,-1-5-17-16,-3-3-20 15,-4-4-87-15,-4-4-164 16,-4-6-320-16</inkml:trace>
  <inkml:trace contextRef="#ctx0" brushRef="#br0" timeOffset="21303.522">15775 2210 212 0,'0'0'309'0,"0"0"-262"0,0 0-37 0,0 0-10 16,0 0-272-16</inkml:trace>
  <inkml:trace contextRef="#ctx0" brushRef="#br0" timeOffset="21600.242">16136 2189 457 0,'0'0'266'15,"0"0"-203"-15,0 0 112 16,0 0-50-16,-17 92-47 15,14-60-14-15,3 3-19 0,0 1-11 16,0-1-5 0,0-3-7-16,0-7-9 0,0-2-6 15,0-2-3-15,0-7-1 16,0 1 0-16,0-5-1 16,0-2-1-16,0 2 1 15,8-6 1-15,3-2-1 16,3 0-2-16,3-2-17 15,2 0-8-15,0-2-31 16,1-6-16-16,-3-8-54 16,-2 1-102-16,-3-9-187 15</inkml:trace>
  <inkml:trace contextRef="#ctx0" brushRef="#br0" timeOffset="21758.009">16114 2324 711 0,'0'0'134'0,"0"0"4"16,0 0-109-16,0 0-26 15,104 0-3-15,-57-3-31 16,2 0-216-16,0-2-374 16</inkml:trace>
  <inkml:trace contextRef="#ctx0" brushRef="#br0" timeOffset="142880.304">4250 4577 275 0,'0'0'527'0,"0"0"-504"0,0 0 77 0,0 0-58 0,0 0 4 15,-12 72 22-15,2-29-20 16,7 7-1-16,-2-1 0 16,2-6-3-16,0 1-16 15,-3-6-5-15,5-2-7 16,-3-6-9-16,-1-3-1 15,2-4-3-15,0-6 3 16,0-6-5-16,3-5 3 16,0-2 1-16,0-4-5 15,0 0-15-15,0-4-49 16,0-13-166-16,0-10-429 0</inkml:trace>
  <inkml:trace contextRef="#ctx0" brushRef="#br0" timeOffset="144462.482">1948 4852 693 0,'0'0'71'0,"0"0"-10"0,5-81 50 0,-5 65-24 0,0 5-42 0,-3 5-5 16,-11 6-39-1,-10 0-2-15,-7 14 2 0,-3 11 34 16,-1 0-28-16,10 4-2 16,7-2-5-16,12-1 0 15,6-4 0-15,0-1 2 16,0-4-2-16,15-1 4 16,0-1-10-16,7-2 14 15,2-2 4-15,-3 3-5 16,0-1-1-16,-2 0-2 15,-7 0 3-15,-4-1-1 16,2 3 2-16,-7 0-2 16,-3-1 1-16,0 2 5 15,0-4 10-15,-18 5 4 16,-10-4-24-16,-6-1 23 0,-5 0-25 16,-2-7 0-16,6 2 6 15,5-5 0-15,6-2-6 16,3 0 0-16,5-6-29 15,10-11-19-15,6-3-49 16,3-7-123-16,25-9-266 16</inkml:trace>
  <inkml:trace contextRef="#ctx0" brushRef="#br0" timeOffset="145114.638">2251 4848 720 0,'0'0'141'0,"0"0"-98"0,0 0 8 0,0 0-5 0,0 0-18 0,0 0-11 15,-48 84-1-15,41-63-9 16,5-1 2-16,2-5-5 16,0 2-4-16,0-2-1 15,5-6 1-15,8-3-12 16,2-6-8-16,6 0 20 15,3-12 0-15,1-8 0 16,-4-4 6-16,3-1-6 16,-3-2 4-16,-11 0-1 15,-5 4 0-15,-5 0 3 0,0 6-1 16,-15 1 25 0,-6 5 18-16,-6 3-30 0,-4 4-10 15,1 4-4-15,3 0-2 16,6 0 2-16,11 0-4 15,7 0 0-15,3 0-7 16,1 0-48-16,22-5-49 16,17-9 29-16,6-8-41 15,4-8-21-15,-3-2 79 16,-8-7 31-16,-6 7 27 16,-9 0 6-16,-12 3 44 15,-8 5 60-15,-4 6 30 16,0 1-35-16,-4 6-28 0,-5 2-1 15,3 4-6-15,1 3 3 16,2 2-30-16,3 0-30 16,0 0-13-16,0 13-7 15,0 10 7-15,0 6 25 16,0 3 0-16,3 7 7 16,3 3-4-16,-1-1-7 15,1 0-10-15,-3-3-4 16,1-6-5-16,0 2 3 15,-2-8-3-15,4-4-2 16,-3-2-7-16,8-9-51 16,5-7-86-16,3-4-58 15,8-2-67-15,-3-20-576 16</inkml:trace>
  <inkml:trace contextRef="#ctx0" brushRef="#br0" timeOffset="145491.051">2748 4660 774 0,'0'0'120'0,"0"0"-104"0,0 0 87 16,-3 72-22-16,3-43-14 15,0 1-8-15,0-8-21 16,1 2-8-16,7-4-17 16,2-6-4-16,-2-4-8 0,-2-4 1 15,-3-4-2 1,0-2-3-16,1 0 3 15,2-16 0-15,-3-7-8 0,6-10-4 16,0-2-10-16,3-5 6 16,0 3-11-16,-3 5 17 15,4 11 10-15,-7 5 4 16,3 11 7-16,1 5 7 16,4 0-14-16,2 0 6 15,1 11-3-15,4 7 4 16,-1 4-2-16,-3 3 4 15,5-1-6-15,-5-3-4 16,1-1 1-16,-6 0-4 16,-9-2-16-16,-3 1-62 0,-3 4-79 15,-20-4-342-15</inkml:trace>
  <inkml:trace contextRef="#ctx0" brushRef="#br0" timeOffset="145834.73">1778 5403 160 0,'0'0'737'0,"0"0"-736"0,0 0 14 0,0 0 60 15,0 0-34-15,0 0-11 0,103-17 2 16,-12-10 1-16,19-5-2 16,7 1 0-16,2-5-17 15,-7 8 0-15,-9 1-5 16,-18 3-6-16,-19 9 0 16,-20 2 2-16,-22 5-5 15,-6 4 1-15,-12-1-2 16,-6 5-23-16,0 0-78 15,-17 5 2-15,-21 11 7 16,-18 5-139-16,-14 3-134 16</inkml:trace>
  <inkml:trace contextRef="#ctx0" brushRef="#br0" timeOffset="146158.079">1776 5561 538 0,'0'0'42'0,"0"0"-25"16,0 0 25-16,0 0 8 16,0 0 84-16,105 6-7 15,-32-25-50-15,14-2 4 16,2-6 4-16,10 1-41 16,5-1 0-16,2-2-11 15,-3 3-2-15,-9 4-8 16,-18 0-7-16,-13 6-4 0,-11 5 4 15,-12 0 2-15,-7 1-5 16,-5 3-1-16,-7 0-4 16,-9 2-4-16,-3 1 0 15,-5 3-2-15,-1-1-2 16,-3-1-1-16,3 3-31 16,-3-1-74-16,0-9-139 15,0-5-369-15</inkml:trace>
  <inkml:trace contextRef="#ctx0" brushRef="#br0" timeOffset="149564.605">5004 4662 531 0,'0'0'101'0,"0"0"-4"16,10-72 14-16,-7 54-33 0,-3 6-5 15,0 4-11-15,0 3-18 16,0 1-18-16,-6 2-3 15,-3 2-15-15,2 0 3 16,-4 0-10-16,-2 4-2 16,1 11 0-16,1 11 1 15,-2 2 1-15,7 5 5 16,0 2 11-16,3 4 1 16,3-2-1-16,0 2-2 15,0-4-3-15,0 0-5 16,0 0 3-16,0-5-1 15,0 2 5-15,3-4-4 16,-3 0 2-16,0-3-2 16,0-4-2-16,0-3-2 0,0-4-1 15,-3-4-4-15,-2-4 2 16,0 0-2-16,0-6 0 16,-5 0-1-16,-5 0-1 15,0-6-51-15,-6-10-32 16,0-7-82-16,-3-3-155 15,-3-3-311-15</inkml:trace>
  <inkml:trace contextRef="#ctx0" brushRef="#br0" timeOffset="149723.288">4768 4816 220 0,'0'0'269'0,"0"0"-259"0,0 0 82 0,106-13-62 16,-60 13-30-16,-6 0-9 16,2 14-210-16</inkml:trace>
  <inkml:trace contextRef="#ctx0" brushRef="#br0" timeOffset="150652.367">5262 4998 471 0,'0'0'240'15,"0"0"-166"-15,0 0 47 0,68-82-39 16,-47 63-38-16,-4 0-19 16,-3 2 3-16,-3 8 1 15,-8-3-8-15,2 6 4 16,-5 1-4-16,0 1-21 15,-5 4-10-15,-10 0 10 16,-7 0 9-16,-7 9-7 16,-2 7-1-16,7 2 0 15,3 3 0-15,3 6 1 16,9 0 9-16,3 0-1 16,6-4-5-16,0 2-1 15,3-1-4-15,14-7 2 0,7-1 5 16,4-3-1-16,3-7-1 15,5-3 0-15,0-3-5 16,3 0-15-16,4-6-17 16,-3-10 5-16,-1-5 3 15,4 3 18-15,-4-5 4 16,-6 2 2-16,-5-1 6 16,-10 1-1-16,-6-1 8 15,-3 5 7-15,-7 0 11 16,-2 5 10-16,0-1-14 15,0 6-23-15,-12 4-4 16,-2 3 0-16,-4 0 7 16,5 0-7-16,-5 15-1 0,4 4 1 15,-2 9-2-15,4-4 4 16,2 6-1-16,8-1-1 16,2 3 0-16,0-7-1 15,5 0 1-15,10-6-5 16,3-5-11-16,4-8-12 15,3-5-8-15,7-1 2 16,-1 0-6-16,8-14-1 16,1-9 6-16,-1-5 7 15,-2 0 19-15,-4-6 2 16,3 3 7-16,-6-4 1 16,-5 5 1-16,-6-1 0 15,-4 3 0-15,-10 2 4 0,-2 6 9 16,-3 5 5-1,0 3 1-15,0 6-3 0,0 0 9 16,-3 5-2-16,0 1-18 16,-2 0 5-16,-2 1-8 15,1 12 11-15,-1 3-1 16,-1 4 2-16,2 2 0 16,3 3-5-16,0 2 0 15,3-2 5-15,0 1-6 16,0 1 7-16,0-4-3 15,0 0-7-15,0-2-3 16,6-2 2-16,0-5-3 0,9-3 3 16,-3-2-6-1,0-6-2-15,7-3-3 0,-3 0-16 16,1 0-33-16,2-9-52 16,-2-7-27-16,-1-5-205 15</inkml:trace>
  <inkml:trace contextRef="#ctx0" brushRef="#br0" timeOffset="150839.917">5991 4867 831 0,'0'0'13'0,"0"0"67"0,0 0-55 0,0 0 5 0,84 0-30 16,-38-6-185-16,-4-3-322 16</inkml:trace>
  <inkml:trace contextRef="#ctx0" brushRef="#br0" timeOffset="151102.76">6809 4821 599 0,'0'0'134'0,"0"0"17"0,0 0-47 16,0 0-74-16,0 0 31 15,0 0-7-15,76 6-22 16,-42-6-21-16,-4 0-7 15,4 0-4-15,-4 0-12 16,-5 0-45-16,-2 0-36 16,-8 0-174-16,-8 0-129 15</inkml:trace>
  <inkml:trace contextRef="#ctx0" brushRef="#br0" timeOffset="151355.892">6806 5008 522 0,'0'0'110'15,"0"0"18"-15,0 0-22 16,0 0-34-16,0 0-12 16,0 0-9-16,76 28-18 15,-51-28-1-15,2 0-3 16,0 0-16-16,-2 0-7 15,-1 0-4-15,2-4-2 16,-4 4-20-16,-4-2-36 16,-6 1-58-16,-6-2-169 15,-6 0-282-15</inkml:trace>
  <inkml:trace contextRef="#ctx0" brushRef="#br0" timeOffset="168218.957">7808 4607 672 0,'0'0'158'0,"0"0"-95"15,0 0 8-15,0 0-44 16,0 0-17-16,0 0 15 0,0 80 62 16,0-40-16-16,0-3-18 15,0 1-15-15,0 0-10 16,0-5-5-16,0-3-13 16,0-4-6-16,-5-1 3 15,2-5-6-15,-2-6 3 16,5 0-4-16,-3-7-1 15,3-2-40-15,0-5-32 16,0 0-52-16,0 0-70 16,8-12-406-16</inkml:trace>
  <inkml:trace contextRef="#ctx0" brushRef="#br0" timeOffset="168721.121">8077 4625 690 0,'0'0'95'16,"0"0"-21"-16,0 0-4 16,82-23-10-16,-49 23-29 15,0 14-6-15,-8 8-4 16,-1 4-7-16,-9 2-10 15,-9 1 20-15,-6-2-23 16,0 4 4-16,-11-3 13 0,-17 0-6 16,-3-2-7-16,-4-3 1 15,1-4 1-15,-2-5-6 16,6-4-1-16,5-3-5 16,7-2 2-16,6-1 2 15,6-4 2-15,3 0 3 16,3 0 1-16,0 0 2 15,0-1-6-15,0-4 13 16,3 0-3-16,9 0-2 16,4 1-3-16,3 3-1 15,4 1 0-15,6 0 1 16,2 0-1-16,0 0-1 16,1 0 1-16,-7 5-5 0,-1 2 4 15,-6 1-2 1,0-3 1-16,-5-3-3 0,-4 2 0 15,1-3-6-15,-2-1-37 16,3 0-79-16,2 0-78 16,2-2-353-16</inkml:trace>
  <inkml:trace contextRef="#ctx0" brushRef="#br0" timeOffset="168984.418">8681 4662 570 0,'0'0'135'15,"0"0"39"-15,0 0-76 0,0 0-58 0,0 0-15 16,0 0 44-16,12 47-12 16,-7-24-5-16,-4 3-16 15,3 1-9-15,-4-5-13 16,0-2-7-16,0-3-1 15,0-4-5-15,-4-3-1 16,3 0-35-16,-4-6-61 16,1-3-60-16,1-1-66 15,0 0-257-15</inkml:trace>
  <inkml:trace contextRef="#ctx0" brushRef="#br0" timeOffset="169245.421">8726 4424 752 0,'0'0'146'15,"0"0"35"-15,0 0-72 16,0 0-65-16,0 0-36 16,0 0-6-16,9 5 29 15,-3 3 1-15,-3-2-6 16,-3 0-9-16,0 0-14 15,0-4-1-15,0 2 5 16,-12-1 6-16,-6-3-13 16,0 0-14-16,5 0-52 0,5 3-43 15,5-3-67-15,3 1-246 16</inkml:trace>
  <inkml:trace contextRef="#ctx0" brushRef="#br0" timeOffset="169697.036">8853 4662 477 0,'0'0'298'16,"0"0"-129"-16,0 0-18 16,0 0-32-16,10 85-61 0,-5-64-21 15,-2 0-12 1,1 0-13-16,-1-2-7 0,2-3-1 15,-4-1-1-15,3-4-2 16,-2-4-1-16,-1-3 0 16,1-4-12-16,1 0 2 15,0-5 3-15,8-15-10 16,2-6 3-16,5-7 4 16,3-1 4-16,1-3 3 15,-1 6 2-15,1 1 1 16,-1 6 0-16,-3 9 0 15,-3 2 0-15,-1 6 1 16,-3 7 0-16,-2 0 0 16,2 14-1-16,-1 7 5 0,-4 6 6 15,0 0 5-15,-4 0-7 16,-1 2 2-16,-1-6 2 16,0 0-8-16,3-4-4 15,0-1 0-15,-1-3-2 16,6-5-18-16,0-3-62 15,4-3-135-15,6-4-167 16</inkml:trace>
  <inkml:trace contextRef="#ctx0" brushRef="#br0" timeOffset="169958.131">9496 4630 777 0,'0'0'127'0,"0"0"19"0,0 0-68 15,0 0-17-15,-100 8-31 16,79 16 3-16,3 6-5 16,6 1-8-16,8-2-2 15,4 4 3-15,0-5-8 16,0-3-3-16,8-2-5 16,6-6-2-16,5-6-1 15,4-2-2-15,4-7-6 16,3-2-32-16,2 0-24 15,4-7-58-15,0-12-42 16,3-3-109-16,-2-13-189 16</inkml:trace>
  <inkml:trace contextRef="#ctx0" brushRef="#br0" timeOffset="170468.083">9813 4445 699 0,'0'0'157'16,"0"0"23"-16,0 0-81 15,0 0-30-15,0 0-43 16,0 0-6-16,-44 19 13 16,44 10 5-16,0 3-3 15,0 9-4-15,0 0 0 16,3 4-3-16,7-5-5 16,-7-7-3-16,3 0-3 0,-3-5-4 15,0-7-2-15,-1 1-5 16,1-7-2-16,0-4-2 15,-2-3 0-15,1-4-2 16,-2 0 2-16,4-4-2 16,-3 0 7-16,4-8-7 15,-2-10-4-15,8-9-3 16,0 0-9-16,3-6-2 16,-2 2 9-16,1 4-1 15,-2 5 0-15,2 3 5 16,-4 7-2-16,3 1 5 15,-2 6 0-15,1 1 1 16,-2 4-1-16,6 0 0 16,0 3 1-16,-4 9 0 0,5 6 0 15,-5 2 1-15,-2 3 4 16,-1-1 2-16,-1 0 2 16,-2 1 5-16,-5-2-1 15,0-2-4-15,0-2-4 16,0 0-3-16,0-4-1 15,0-3-9-15,-5 0-44 16,1-3-103-16,1-5-161 16,3-2-410-16</inkml:trace>
  <inkml:trace contextRef="#ctx0" brushRef="#br0" timeOffset="170874.48">10183 4813 635 0,'0'0'107'0,"0"0"70"0,81-49-43 16,-46 32-54-16,3-3-25 16,-2 2-15-16,-2-4-10 15,-4 4-1-15,-3 1 0 16,-9-3-9-16,-8 4-6 16,-2 0-7-16,-8 2-7 15,0 2 6-15,-15 4-1 16,-9 2-2-16,-3 2-1 15,-3 4-2-15,8 0 0 16,4 0-1-16,0 14-1 16,2 2 1-16,7 4 1 0,0 1 1 15,1 1 13-15,3 1 3 16,5 1 2-16,0-3-1 16,0 1 1-16,10 0-6 15,3-2-1-15,4-4-4 16,1-3-2-16,-2-2-5 15,1-3 0-15,0-6-2 16,4-1-7-16,-3-1-38 16,3 0-37-16,0 0-28 15,-2-1-94-15,5-13-145 16,1-1-268-16</inkml:trace>
  <inkml:trace contextRef="#ctx0" brushRef="#br0" timeOffset="171255.596">10852 4514 450 0,'0'0'219'0,"0"0"9"16,0 0-71-16,0 0-67 15,0 0-36-15,0 0-32 16,3-21-6-16,-18 21-6 16,1 13-6-16,0 2-3 15,5 3-1-15,7 3 1 16,2-1 0-16,0 0 2 15,5-1-2-15,11 0 4 16,5-2 1-16,4-2-3 16,-2 0 1-16,-4-2-4 15,2 2 0-15,-3-1 4 0,-3 0 4 16,-6 2 9-16,0-1 5 16,-6 0 11-16,-3 0 0 15,0-1-2-15,0-1-3 16,-12-1 0-16,-3 0 2 15,-6-4 0-15,-3 2-3 16,2-7-16-16,-5 0-4 16,-5-3-2-16,3 0-5 15,-4 0-25-15,-2 0-71 16,4-14-129-16,15-9-1006 0</inkml:trace>
  <inkml:trace contextRef="#ctx0" brushRef="#br0" timeOffset="172700.064">4195 6121 635 0,'0'0'127'0,"0"0"31"0,0 0-26 16,0 0-29-16,0 0-65 16,0 0-29-16,0 0-1 15,0 55 26-15,0-16-1 16,0-2-6-16,-3 0-1 0,-3-6-11 15,3-5-11-15,3-5 1 16,-2-7-1-16,2-7-4 16,0-4 0-16,0-3-13 15,0 0 8-15,0-3 3 16,5-12-7-16,4 0-4 16,4 1 4-16,-4 1 4 15,2 2 2-15,2 1 1 16,4 3 1-16,-1 3-2 15,5 1 1-15,0 3 1 16,-2 0-1-16,6 4 2 16,-5 7 2-16,2-1 4 0,-4 3-4 15,-3-1 8 1,-3 2 1-16,0-2-1 0,-6 0 0 16,0-1-3-16,-6-2-3 15,0 2 1-15,0 0 0 16,0-1 0-16,-6 0 4 15,-5 1-3-15,-8-1 7 16,-3 0-8-16,-1-1 3 16,-5 4-3-16,1-1-3 15,2-2-1-15,-2-2-1 16,6-1 2-16,0-2-1 16,3 0 0-16,0-1 0 15,2-2-1-15,4-2-22 16,-1 0-18-16,5 0-31 0,2-11-63 15,6-4-71-15,0-5-298 16</inkml:trace>
  <inkml:trace contextRef="#ctx0" brushRef="#br0" timeOffset="172931.183">4228 6145 635 0,'0'0'153'0,"0"0"-57"0,0 0-25 16,0 0-21-1,0 0 24-15,0 0-1 0,91 21-28 16,-51-19-13-16,3 2-15 16,1-4-9-16,3 0-8 15,-3 0-4-15,-3 0-74 16,-5-4-128-16,-6-5-270 15</inkml:trace>
  <inkml:trace contextRef="#ctx0" brushRef="#br0" timeOffset="173361.05">5108 5922 631 0,'0'0'223'0,"0"0"-75"0,0 0-37 16,0 0-86-16,0 0 1 16,0 0-7-16,-88-70-1 15,79 70-14-15,0 1-4 16,2 17-9-16,-2 5 7 16,4 5 2-16,2 2 7 15,3 1 5-15,0 0 3 16,0 0-1-16,8 0 4 15,-1 2 3-15,-2 0 2 16,1 0 1-16,2 1 0 16,-3-3-5-16,-5-3-3 0,3 0-8 15,-3-3 1-15,0 0-1 16,0-5-8-16,0-2 3 16,0-3-1-16,0-1-2 15,0-4 0-15,-6-1 0 16,-4-1 3-16,2-1 1 15,-2-2-4-15,-8-4-28 16,4-1-41-16,-8 0-21 16,0-4-48-16,-1-15-145 15,2-7-372-15</inkml:trace>
  <inkml:trace contextRef="#ctx0" brushRef="#br0" timeOffset="173525.671">4844 6173 705 0,'0'0'55'0,"0"0"47"16,0 0-11-16,0 0-39 15,103-48-39-15,-58 44-13 16,2 3-1-16,1 1-71 16,-6 0-100-16,-8 11-292 15</inkml:trace>
  <inkml:trace contextRef="#ctx0" brushRef="#br0" timeOffset="174244.952">5293 6307 549 0,'0'0'195'0,"0"0"-80"16,0 0 3-16,0 0-39 16,82-22-27-16,-64 10-11 15,4 0 4-15,-2-2-1 16,-1-3-15-16,-3-2-13 15,-5 0-3-15,0 0-5 16,-10 2-5-16,-1 3-1 16,0 1-2-16,-6 4 1 15,-12-1-1-15,-6 5-12 16,-1 3 7-16,-2 2-1 16,5 0-4-16,-1 17 6 15,5 4 1-15,2 6 2 16,1 7 0-16,6-1 1 0,6 3 8 15,3-5-3 1,0-2-2-16,6-4 4 0,8-8-6 16,5-2-1-16,3-7 8 15,5-7-5-15,-1-1-3 16,5 0-7-16,0-13-11 16,2-4-2-16,4-2-11 15,-3-1 7-15,1-1 19 16,-1 2 3-16,-4-1 2 15,-5 0 0-15,-5 2 2 16,-2 1 4-16,-8 1 2 16,-3 1 4-16,-7 4-8 0,0 2-4 15,0 0-9-15,0 8 4 16,-10-1 4-16,1 2-3 16,-3 0-4-16,2 0 3 15,1 9 2-15,0 4 2 16,-1 0 0-16,2 2 0 15,2 2 1-15,1 4 2 16,1 0-1-16,0 2 1 16,4-1-1-16,0-2-1 15,0-1 1-15,4-4 2 16,8-3-1-16,6-4-2 16,1-3 0-16,7-5 0 15,2 0-8-15,8 0 0 16,0-4-4-16,0-8-18 0,-1-1 2 15,2-3 9-15,-5-1-22 16,2-1-16-16,-4 0 2 16,-6-2-32-16,-6-1-92 15,1-1-55-15,-11 3-31 16</inkml:trace>
  <inkml:trace contextRef="#ctx0" brushRef="#br0" timeOffset="174557.312">6108 6145 119 0,'0'0'146'0,"0"0"-40"0,0 0 7 0,0 0-4 15,0 0-18-15,0 0 9 16,-8-40-14-16,8 34-21 16,0 3 1-16,0 0-26 15,0-1-2-15,0 4-1 0,0 0 0 16,0 0-16 0,0 0-17-16,0 4-3 0,0 12 24 15,-3 3 3-15,3 1 6 16,0 7 1-16,0-2 2 15,0-1-7-15,0 0-5 16,0-4-3-16,0 3-11 16,3-7 0-16,5-2-3 15,5-1-5-15,2-3-1 16,6-4 1-16,1-3 0 16,4-3-3-16,-1 0-17 15,3 0-25-15,-4-7-27 16,-5-5-33-16,-2-4-73 0,-8-3-206 15</inkml:trace>
  <inkml:trace contextRef="#ctx0" brushRef="#br0" timeOffset="174713.536">6118 6171 663 0,'0'0'117'15,"0"0"-63"-15,0 0-38 16,0 0-16-16,103-18-157 16</inkml:trace>
  <inkml:trace contextRef="#ctx0" brushRef="#br0" timeOffset="175032.232">6952 6121 746 0,'0'0'191'16,"0"0"-69"-16,0 0-23 0,0 0-41 15,0 0-36-15,0 0 3 16,66 0 7-16,-38 0-8 16,2 0-15-16,0 2-3 15,-2 2-5-15,-1-2-2 16,-6 0-38-16,-3-2-28 16,-8 0-81-16,-7 0-82 15,-3 0-216-15</inkml:trace>
  <inkml:trace contextRef="#ctx0" brushRef="#br0" timeOffset="175252.619">7000 6240 536 0,'0'0'104'16,"0"0"32"-16,0 0-24 0,0 0-30 15,0 0-21-15,0 0-16 16,49 44-4-16,-22-43-10 15,-2 2-5-15,1-2-12 16,2-1-7-16,0 0-5 16,4 0-2-16,1 0-24 15,-2-4-51-15,-3-2-85 16,-4-1-249-16</inkml:trace>
  <inkml:trace contextRef="#ctx0" brushRef="#br0" timeOffset="175910.38">8511 5809 539 0,'0'0'87'0,"0"0"115"0,0 0-62 0,0 0-30 16,0 0-14-16,0 0-27 16,0 0-23-16,-16-62-36 15,16 89 0-15,7 13 34 16,1 6-3-16,-5 5-2 15,1-1-8-15,-4-3-1 0,0-5-10 16,0-4-9-16,0-5-5 16,0-6-3-1,0-7-1-15,0-3-2 0,1-9-6 16,4-2-28-16,4-6-55 16,3 0-68-16,4-10-66 15,2-13-494-15</inkml:trace>
  <inkml:trace contextRef="#ctx0" brushRef="#br0" timeOffset="176380.952">8875 5823 502 0,'0'0'108'16,"0"0"4"-16,0 0 10 15,0 0-43-15,85-15-13 16,-71 38-2-16,-4 5-23 16,-4 4-8-16,-6 4-1 15,0-3-9-15,-15 0-10 16,-6-5-6-16,-6-3 1 16,-1-1-5-16,-2-8 3 15,2-3-5-15,4-2 3 16,6-4-3-16,6-3-1 15,8-2 0-15,2 0 0 16,2-2 0-16,0 0 1 0,0 0 0 16,8 0 12-16,11-3-7 15,2-3-4-15,3 1 1 16,1 1 0-16,2 1 0 16,-2 3 1-16,-1 0-3 15,-3 0 2-15,2 0-3 16,-3 3 0-16,0 3 1 15,2-1-1-15,-1-1 0 16,4 1 1-16,-2-3 1 16,-1-2-2-16,5 0-10 15,-2 0-44-15,1 0-59 16,-2 0-96-16,1-4-256 16</inkml:trace>
  <inkml:trace contextRef="#ctx0" brushRef="#br0" timeOffset="176644.426">9709 5874 638 0,'0'0'230'0,"0"0"-56"0,0 0-53 0,0 0-61 15,0 0-41-15,0 0 3 16,-36 31 25-16,20-4-4 0,-5 1-9 15,3 0-10 1,-1-3-10-16,1-2-8 0,-1-3-1 16,5-3-3-16,3-4-2 15,1-3-19-15,4-3-47 16,0-3-50-16,-1-4-104 16,2 0-204-16</inkml:trace>
  <inkml:trace contextRef="#ctx0" brushRef="#br0" timeOffset="176891.294">9548 5784 530 0,'0'0'188'0,"0"0"-99"0,0 0 28 15,0 0 2-15,18 86-35 16,0-52-15-16,4-3-15 15,-1-1-14-15,0-7-12 16,-3-1-11-16,-3-7-10 16,4-2-3-16,-5-4-4 15,-1-1 0-15,4-3-60 16,0-3-73-16,4-2-110 16,-1 0-415-16</inkml:trace>
  <inkml:trace contextRef="#ctx0" brushRef="#br0" timeOffset="177302.46">10285 5785 576 0,'0'0'44'0,"0"0"70"15,0 0-47-15,0 0-16 16,-80 12-10-16,75 11-10 15,5 2 10-15,0 0-7 16,5-1-5-16,14-1-5 16,5-5-7-16,2-3-9 15,4-4-5-15,0-1 0 16,-6-3-3-16,2 1-2 16,-6-1-6-16,-6 0 5 0,-1 0 3 15,-7 0 0-15,0 0 1 16,-3 0 11-16,-1 0 6 15,-2 1 9-15,0-1 11 16,0 2 5-16,0 2-8 16,-8-4 2-16,-8 2-1 15,-1-2-4-15,-3 2-9 16,0-6-3-16,-5 2-11 16,-4-2-7-16,-2-3-2 15,0 0-4-15,-2 0-58 16,3 0-94-16,5-11-120 15</inkml:trace>
  <inkml:trace contextRef="#ctx0" brushRef="#br0" timeOffset="177520.861">10239 5732 593 0,'0'0'232'0,"0"0"-86"0,0 0-26 0,86 0-24 16,-47 10-41-16,1 1-28 16,1-1-17-16,-2-3-6 15,-1 1-4-15,-5-5-3 0,-5-2-27 16,-5-1-72 0,1 0-99-16,-10 0-245 0</inkml:trace>
  <inkml:trace contextRef="#ctx0" brushRef="#br0" timeOffset="178324.933">11379 5875 36 0,'0'0'568'0,"0"0"-509"0,0 0 111 0,0 0-63 16,0 0-20-16,0 0-50 0,116 16-15 15,-71-16-14-15,-3 0-8 16,-5 0-5-16,-7 0-54 15,-11 0-112-15,-13 0-344 16</inkml:trace>
  <inkml:trace contextRef="#ctx0" brushRef="#br0" timeOffset="178523.652">11409 6033 217 0,'0'0'208'0,"0"0"-47"16,0 0 6-16,0 0-40 16,0 0-47-16,83 2-41 15,-50-2-25-15,4 0-11 16,2 0-3-16,0 0-66 16,-5-1-249-16,2-11-306 15</inkml:trace>
  <inkml:trace contextRef="#ctx0" brushRef="#br0" timeOffset="179067.289">12247 5552 640 0,'0'0'56'0,"0"0"108"15,0 0-60-15,0 0-63 16,0 0-14-16,0 0 14 16,-61 43 3-16,56-12 6 15,-2 3-14-15,5 3-2 16,1 2-10-16,1 3-5 16,0 0-11-16,0-3-4 15,0-4-3-15,0-4 3 16,1-3-1-16,8-5-1 15,3-6-1-15,3-2 1 16,8-6-4-16,2-4-5 16,6-5 0-16,4 0-15 0,-4 0 9 15,-1-6-1 1,-2-7 4-16,-4-2 10 0,-6 0 3 16,-2-2-2-16,-5 0 1 15,-5-1-1-15,-2-1 5 16,-4 1 2-16,0 1-5 15,0 2-1-15,-10-1 1 16,-1 6-3-16,-7 0 1 16,-3 5-1-16,-6 2 1 15,-4 3 0-15,0 0-1 0,-5 0 4 16,2 6-4 0,4 5 1-16,6 0-1 0,5-1 0 15,10 1-3-15,4-3-56 16,5 1-52-16,0-5-140 15,12-4-297-15</inkml:trace>
  <inkml:trace contextRef="#ctx0" brushRef="#br0" timeOffset="179483.501">12624 5752 642 0,'0'0'153'0,"0"0"36"0,0 0-97 0,0 0-73 16,0 0-3-16,0 0-1 16,-47 73-5-1,39-44 3-15,4 2-7 0,4-4-1 16,0-4-4-16,0-5-1 16,6-4-5-16,10-5-16 15,1-7 3-15,5-2 0 16,3 0 11-16,0-5 2 15,1-11 4-15,1 2 1 16,1-6 0-16,-7 1 1 16,1-5 4-16,-5-2-3 15,-5-2 11-15,-3 2 16 16,-6 4 15-16,-3 1-7 16,0 6-11-16,0 2-4 0,-12 4-9 15,-9 2-7-15,-3 3-2 16,-4 4-4-16,-4 0 2 15,-2 0-2-15,4 6-1 16,2 6 0-16,8 4-20 16,7 0-102-16,2-4-35 15,5-4-291-15</inkml:trace>
  <inkml:trace contextRef="#ctx0" brushRef="#br0" timeOffset="179996.877">13636 5609 504 0,'0'0'139'0,"0"0"68"0,0 0-71 0,0 0-38 16,0 0-51-16,0 0-35 16,3 18 52-16,-3 9-14 15,0 7-3-15,0-2-5 16,0 0-18-16,0-5-13 15,1 0-10-15,-1-7 5 16,2-4-6-16,-2-5-3 0,3-5-32 16,0-5-39-16,0-1-55 15,-2 0-27-15,1-11-188 16</inkml:trace>
  <inkml:trace contextRef="#ctx0" brushRef="#br0" timeOffset="180242.925">13692 5431 624 0,'0'0'90'15,"0"0"81"-15,0 0-65 16,0 0-43-16,0 0-11 0,0 0 38 16,72 33-40-1,-63-13-17-15,-4-2-10 0,-5-4-5 16,0-2-9-16,0-2-8 15,-9-4 9-15,-10-2-10 16,2-2-3-16,-2-2-62 16,3 0-41-16,9 0-55 15,4-2-113-15,3-8-457 16</inkml:trace>
  <inkml:trace contextRef="#ctx0" brushRef="#br0" timeOffset="180692.268">13981 5545 580 0,'0'0'102'15,"0"0"139"-15,0 0-83 16,22 87-44-16,-15-59-52 16,1-4-19-16,-2-3-14 15,1 0-12-15,-4-5-12 16,-3-4-2-16,0-6-2 15,0 0-1-15,0-6-11 16,0 0-14-16,0 0 11 16,0-12-16-16,3-7-6 15,5-7-17-15,4 1 5 0,1-5 5 16,5 5 21 0,0-1 5-16,0 5 1 0,-2 4 14 15,0 4 2-15,0 5 4 16,-3 4 11-16,-1 4 4 15,0 0-1-15,0 1 2 16,-2 13 8-16,-1 1 11 16,-2 7 4-16,-1 1-16 15,-1 1-1-15,-2 1-3 16,-1-1-2-16,-1-3-4 16,2 0-4-16,-1-5-10 15,-2-3-3-15,1-6-1 16,1-2-39-16,-2-1-57 15,1-4-147-15,2 0-306 16</inkml:trace>
  <inkml:trace contextRef="#ctx0" brushRef="#br0" timeOffset="181000.856">14553 5528 499 0,'0'0'200'0,"0"0"-2"0,0 0-75 0,0 0-59 16,0 0 5-16,0 0-5 15,8 61-9-15,-7-33-6 16,2-1-5-16,-1 0-16 15,-1-5-17-15,2-2-7 16,-3-6-4-16,0-2-1 16,0-6-27-16,0-5-66 15,0-1-103-15,0-1 24 16,-1-17-288-16</inkml:trace>
  <inkml:trace contextRef="#ctx0" brushRef="#br0" timeOffset="181149.949">14548 5332 609 0,'0'0'80'0,"0"0"26"16,0 0-106-16,0 0-3 16,0 0-64-16,0 0-227 15</inkml:trace>
  <inkml:trace contextRef="#ctx0" brushRef="#br0" timeOffset="181430.308">14901 5447 654 0,'0'0'140'16,"0"0"5"0,0 0-6-16,0 0-63 0,0 0-54 15,0 0 8-15,-52 29 0 16,30 0-8-16,3 4-8 15,5-3 12-15,8 4-7 16,4-5-7-16,2-3-6 16,0-5-3-16,5-6-1 15,12-5 0-15,3-4 2 16,10-6-4-16,1 0-37 16,5 0-13-16,-3-11-29 15,2-6-14-15,-2-4-57 16,-4-7-75-16,-1-2-135 15</inkml:trace>
  <inkml:trace contextRef="#ctx0" brushRef="#br0" timeOffset="181900.158">15169 5393 428 0,'0'0'186'0,"0"0"49"16,0 0-62-16,0 0-50 16,0 0-78-16,0 0-37 15,0 9 29-15,0 16 9 16,0 6-5-16,0 6-2 15,0-1-12-15,0 0-5 16,2-4-1-16,-1-4-6 16,1-5-1-16,1-3-10 15,-2-6 0-15,3-6-1 16,-3-3-2-16,2-4 2 0,3-1-3 16,4 0 1-1,2-1-3-15,5-14-1 0,-1-3-11 16,2-6 2-16,3 1-11 15,1-2 5-15,2 1 3 16,-3 6 6-16,-4 0 2 16,-3 7 6-16,-2 3-3 15,-1 4 1-15,1 4 1 16,-2 0 1-16,1 0 0 16,0 8-4-16,2 6 5 15,-3 3 3-15,-1 0-1 16,-2 0 7-16,-2 0 1 0,-1 0 3 15,-2-2-5-15,1-2 3 16,1 0-1-16,-4-4-2 16,2-2-3-16,-1-3-3 15,-1-3-2-15,2-1-1 16,-2 0-20-16,0 0-55 16,0 0-100-16,-9 0-245 15</inkml:trace>
  <inkml:trace contextRef="#ctx0" brushRef="#br0" timeOffset="183549.85">14770 5397 441 0,'0'0'116'0,"0"0"11"0,0 0-19 0,0 0-25 15,0 0-29-15,0 0-25 16,-43-7-17-16,19 27 8 15,-6 8 16-15,-1 6-9 16,-1 1 1-16,-1 3-2 16,7-5 1-16,3-1-10 15,8-4-2-15,12-6-3 0,3-4-7 16,9-5-2-16,23-6 6 16,14-7-9-16,12 0-5 15,8-1-107-15,2-17-97 16,-5-7-254-16</inkml:trace>
  <inkml:trace contextRef="#ctx0" brushRef="#br0" timeOffset="184503.404">15759 5632 667 0,'0'0'95'0,"0"0"68"0,0 0-64 0,101-54-57 16,-75 40-22-16,-4 0-6 15,-8-2-3-15,-5 5-4 16,-6-5 4-16,-3 5-7 16,-2 0 0-16,-19 4 8 15,-7 3-2-15,-8 4-9 16,-4 0 1-16,2 0 2 16,4 11-3-16,7 6 2 15,8 2 16-15,8 5 1 16,10-1 5-16,1 1-1 15,9-1 4-15,19-6-16 16,8 0 0-16,6-3-7 0,3-7-5 16,2-6-5-16,0-1-46 15,0 0-61-15,0-5-57 16,-3-12-240-16</inkml:trace>
  <inkml:trace contextRef="#ctx0" brushRef="#br0" timeOffset="184863.631">16334 5410 700 0,'0'0'175'0,"0"0"-8"15,0 0-66-15,0 0-70 16,0 0-23-16,0 0 6 0,-91-7-3 16,74 25-4-16,8-1-4 15,5 6-3-15,4-2 5 16,1-1-4-16,17-4 4 15,3 4 2-15,1-8-5 16,2 0 2-16,-3-2-3 16,-6-3 0-16,-2 2-1 15,-5-2 2-15,-4 2-2 16,-1-2 13-16,-3 2 4 16,0-3 3-16,-3-1 7 0,-10 3 7 15,-8-4-3 1,-6-3-8-16,-1 2-8 15,-4-3-8-15,1 0-1 16,6 0-6-16,5 0 0 16,13-4-16-16,7-7-54 0,0 2-101 15,18-5-193-15</inkml:trace>
  <inkml:trace contextRef="#ctx0" brushRef="#br0" timeOffset="184998.128">16547 5513 856 0,'0'0'111'16,"0"0"0"-16,0 0-19 15,0 0-92-15,0 0-19 0,0 0-229 16</inkml:trace>
  <inkml:trace contextRef="#ctx0" brushRef="#br0" timeOffset="206472.489">2703 7868 345 0,'0'0'75'0,"0"0"4"0,0 0 71 0,0 0 6 15,0 0-33-15,0 0-31 16,0 0-53-16,12-44-30 16,-12 69 11-16,-9 3 24 15,1 2 3-15,-2-1-24 16,1-2-12-16,0-5 0 16,2-3 0-16,4-1-6 15,-2-8-3-15,2-4 4 16,3-6-5-16,0 0 3 15,0 0-2-15,0-2-2 16,8-8-17-16,10-3-16 16,1 1 16-16,-1 3 4 0,9-2 13 15,-5 5-4-15,5 3 4 16,-3 3-3-16,1 0 2 16,-1 3 1-16,-2 10 4 15,-5 1 0-15,2 2 3 16,-5 2 1-16,-4 0 2 15,-2 0 3-15,-2 2 1 16,-6-1-8-16,0-1 2 16,0 0 12-16,-21 1 2 15,4-2-3-15,-11-2 6 16,1 1-10-16,-3-4-6 16,-1-2-4-16,-2-3-1 15,3-1 0-15,-1-3-1 16,7-1-2-16,3 0 0 0,3-2-1 15,9 0-17-15,3 0-37 16,4-7-40-16,2-7-80 16,0-8-208-16</inkml:trace>
  <inkml:trace contextRef="#ctx0" brushRef="#br0" timeOffset="206683.638">2701 7783 707 0,'0'0'107'0,"0"0"54"0,0 0-86 0,0 0-24 16,83-29-10-16,-37 25-15 16,0-1-13-16,5 2 0 15,-4 3-13-15,0 0-7 16,-1 0-111-16,-10 0-228 15</inkml:trace>
  <inkml:trace contextRef="#ctx0" brushRef="#br0" timeOffset="207132.521">3734 7632 761 0,'0'0'31'16,"0"0"104"-16,0 0-61 15,0 0-27-15,0 0-25 16,-79-46-16-16,61 46-4 16,1 7 1-16,1 9 0 15,4 4 0-15,5 9 3 16,2 2 13-16,5 2-1 15,0 6 12-15,0 2-6 16,0 0 1-16,0-1-3 16,0-1-2-16,2-4 4 0,1 0-1 15,1-1-5-15,-1 0 6 16,-3-2-5-16,0-4-7 16,0-5 7-16,0-2-9 15,0-4-2-15,-7-2-1 16,-1-4-2-16,-4-4-4 15,-4-1 3-15,4-4 2 16,-7-2-2-16,2 0-4 16,-2-1-5-16,-5-13-34 15,6-7-39-15,0-5-61 16,3-7-89-16,5-2-257 16</inkml:trace>
  <inkml:trace contextRef="#ctx0" brushRef="#br0" timeOffset="207282.581">3483 7892 477 0,'0'0'156'15,"0"0"-127"-15,0 0 42 16,112-34-49-16,-73 34-22 16,-2 0-13-16,-2 0-172 15,-7 10-133-15</inkml:trace>
  <inkml:trace contextRef="#ctx0" brushRef="#br0" timeOffset="208181.057">3889 7961 475 0,'0'0'128'16,"0"0"-34"-16,0 0 49 0,81-34-48 15,-58 24-32-15,2-1-23 16,-5 2 4-16,-5 0-6 15,-1 2-5-15,-8 1 4 16,-5 1-5-16,-1-1-10 16,0 3 2-16,-7 1-15 15,-11 2-9-15,-5 0 1 16,-5 0-1-16,0 11 0 16,2 4-2-16,4 4 2 15,7 3 0-15,3 5 0 0,8-1 3 16,4 1-2-1,0-1 0-15,11-4 2 0,9-4-2 16,4-4-1 0,4-8 1-16,-1-4 3 0,10-2-4 15,-1-2-1-15,3-13-12 16,-2-2-3-16,-1-4 2 16,3-2 7-16,-8 1-3 15,-4-1 8-15,-2 2 2 16,-8 0-2-16,-2-1 2 15,-8 3 4-15,-7 5 1 16,0-1 4-16,0 5 7 16,-7 1-11-16,-11 5-1 0,1 4-4 15,-2 0-4 1,4 6 4-16,-1 9-2 0,2 5 0 16,1 0 2-16,8 8 0 15,2-3 0-15,3 2 0 16,0-2-1-16,6-3 1 15,12-4 1-15,0-6-1 16,11-6 1-16,2-5-1 16,6-1-7-16,5-4-12 15,1-14-29-15,2-8-26 16,-3 1 5-16,-3-5-11 16,-1 1 5-16,-4-3-14 0,-4 2 25 15,-7-1 50-15,-2 4 14 16,-7 3 11-1,-9 4 74-15,-4 5 59 0,-1 3-27 16,0 4-25-16,0 3-44 16,0 2-16-16,-1 3-5 15,-4 0-19-15,0 6-5 16,-3 10 4-16,4 7 7 16,-1 3 6-16,-1 2-6 15,3 5 1-15,-1-1 2 16,4-1-1-16,0 1 1 15,0-4 0-15,0-2-7 16,0-3 3-16,4-3-7 16,4-5-3-16,-1-2-1 15,4-3-1-15,2-4 3 0,-1-4-2 16,6-2-2 0,-3 0 0-16,4 0-1 0,0-15-17 15,-2-2-36-15,-5-3-51 16,1-7-68-16,-7 0-143 15</inkml:trace>
  <inkml:trace contextRef="#ctx0" brushRef="#br0" timeOffset="208331.062">4681 7857 171 0,'0'0'651'0,"0"0"-633"0,0 0 27 0,0 0-15 15,87-11-30 1,-53 1-14-16,5-2-228 0</inkml:trace>
  <inkml:trace contextRef="#ctx0" brushRef="#br0" timeOffset="209463.773">5735 7695 634 0,'0'0'109'0,"0"0"73"15,0 0-85-15,0 0-24 0,0 0-38 16,0 0-23-16,-5-10-7 16,5 10 2-16,0 0-7 15,0 3 4-15,2-1-3 16,-2 1-1-16,0 0 0 16,3-3-1-16,-3 0-4 15,1 0 4-15,-1 0-2 16,3 5 3-16,3 0 0 15,0 0 0-15,0 5 1 16,3 0 2-16,-3 1-3 16,-2 1 0-16,1-2 1 15,-5 0-1-15,0-2 1 0,0-2-1 16,0-5 0-16,-12-1-3 16,0 0-12-16,1 0 1 15,0-11 2-15,0-2 9 16,2 0 3-16,2 3 0 15,4 3 1-15,3 6 12 16,0 1 11-16,0 0-16 16,0 6-4-16,0 8 1 15,3-1-4-15,7 2 2 16,-2-4-2-16,-4-1-1 16,-4-4 2-16,2-4-2 15,-2 0 1-15,0-2-2 16,0 0 1-16,0-6-3 0,-2-6-2 15,1-5 5-15,1-4-1 16,3 2 1-16,19 0-2 16,5 3 1-16,-2 3 2 15,2 6 2-15,-3 5 3 16,-2 2-1-16,-5 5-5 16,-1 17 0-16,-8 6 1 15,-7 6-1-15,-1 2 1 16,0 0 0-16,-13-1 2 15,-10-3 2-15,-2-2 11 16,-2-5-6-16,-4-4-3 16,1-4-1-16,0-7-2 0,6-6-1 15,-1-4-1-15,7 0 0 16,3 0 1-16,5-13-1 16,4-1 0-16,6-3-1 15,0-2-1-15,3 5 3 16,16 1-3-16,3 2 0 15,-2 3-1-15,2 4 1 16,2 4-2-16,1 0 2 16,-5 0-3-16,1 6 3 15,-4 7 0-15,-3 1-1 16,0 3 1-16,-4 2 0 16,-1 1 0-16,-3-4 0 15,4 0 0-15,-2-2 1 16,-1-3-1-16,2-3 0 15,3-4 0-15,0-2-58 0,7-2-57 16,1 0-115-16,1-12-300 16</inkml:trace>
  <inkml:trace contextRef="#ctx0" brushRef="#br0" timeOffset="209692.436">6273 7754 589 0,'0'0'97'0,"0"0"68"0,0 0-35 16,0 0-74-16,0 0-40 15,0 0 33-15,20 43-5 0,-19-16 4 16,2-1-11-16,-3-1-18 16,0-4-12-16,0-2-6 15,0-5-1-15,-3-3-35 16,-1-5-64-16,-1-6-78 15,-1 0-194-15</inkml:trace>
  <inkml:trace contextRef="#ctx0" brushRef="#br0" timeOffset="209837.831">6281 7567 781 0,'0'0'34'0,"0"0"20"0,0 0-9 15,0 0-45-15,0 0-6 16,0 0-155-16,31 42-457 16</inkml:trace>
  <inkml:trace contextRef="#ctx0" brushRef="#br0" timeOffset="210252.52">6557 7725 798 0,'0'0'95'16,"0"0"72"-16,0 0-58 0,0 84-46 15,0-62-36-15,0-2-8 16,0-1-4-16,0-6-7 16,0-4-4-16,0-4 0 15,0-1-4-15,0-4-11 16,0 0-17-16,0 0 11 15,0-16-29-15,3-5 1 16,6-1 20-16,4-6 10 16,2 3 15-16,4 1-2 15,-5 3 6-15,5 5-1 16,-4 3 1-16,-3 5 3 16,0 7 8-16,3 1 1 0,-6 0-1 15,1 8-4-15,-1 10 5 16,-6 4 4-1,3 2 0-15,-3 2-11 0,-1 1 4 16,-2-1-8-16,1-2-5 16,2-8 0-16,2 0-17 15,5-5-89-15,2-9-136 16,9-2-377-16</inkml:trace>
  <inkml:trace contextRef="#ctx0" brushRef="#br0" timeOffset="210498.105">7097 7678 814 0,'0'0'116'15,"0"0"-11"-15,0 0-51 0,0 0 4 16,0 0-22 0,-97 83-12-16,85-49 6 0,6-2-7 15,6 0-7-15,0-3-6 16,0-5-5-16,4-6-3 15,7-5-1-15,2-7-2 16,4-5-14-16,2-1-29 16,9 0-48-16,-1-15-20 15,6-7-49-15,0-8-65 16,3-6-89-16</inkml:trace>
  <inkml:trace contextRef="#ctx0" brushRef="#br0" timeOffset="210933.366">7401 7596 566 0,'0'0'222'15,"0"0"26"-15,0 0-105 16,0 0-71-16,0 0-42 16,0 0-2-16,-42 18 18 15,35 12-9-15,-2 2-5 16,5 6-4-16,2 2-5 16,-1-1-4-16,3 1-5 15,0-6 1-15,0-4-8 16,0-3-3-16,0-9-2 15,0-4 0-15,6-7 0 16,0-3-1-16,-2-4 1 16,5 0-2-16,2-11 0 0,4-10-9 15,0-5-11-15,1-2-3 16,8-4-1-16,-3-1 1 16,3 5 0-16,-4 7 10 15,-3 5 4-15,-4 5 5 16,-5 6 4-16,-2 2 0 15,-2 3-1-15,1 0-1 16,-1 10 2-16,-1 9 1 16,-3 5 4-16,0 4 0 15,0 1 2-15,0-3-3 16,-3-2-1-16,-1 1-1 16,4-6-1-16,-3-3 0 15,3-7-1-15,0-3-45 16,0-3-107-16,0-3-101 0,7 0-155 15</inkml:trace>
  <inkml:trace contextRef="#ctx0" brushRef="#br0" timeOffset="211255.565">7732 7883 541 0,'0'0'173'0,"0"0"38"0,81-34-52 0,-53 21-64 15,2-2-41-15,0 1-17 16,-6 0 4-16,1 0-15 15,-4 0-4-15,-7 0-9 16,-6 1-9-16,-8 0 4 16,0 3-1-16,-7 2-7 15,-13 3-3-15,0 4-9 0,-1 1 3 16,4 0 5-16,3 7 3 16,-2 7 0-16,3 2 0 15,1 3 1-15,3 2 0 16,2 2-1-16,1-3 1 15,6 3 0-15,0-4-1 16,0-5 3-16,15-3-3 16,-2-3 1-16,5-3-34 15,0-5-55-15,3 0-94 16,4 0-150-16,2-6-243 16</inkml:trace>
  <inkml:trace contextRef="#ctx0" brushRef="#br0" timeOffset="211603.486">8368 7628 149 0,'0'0'561'0,"0"0"-429"15,0 0-45-15,0 0-44 16,0 0-34-16,0 0-6 16,-57-26 0-16,41 41-2 15,4 3 2-15,3 1 1 16,2 3 12-16,4-2-3 15,3-1-4-15,0 0 0 16,0-1 2-16,7-3 10 16,3 0 2-16,2-2 9 0,2 1 5 15,-4-2-9 1,-1 3 3-16,0 3-7 0,-5-2 5 16,-2-4 2-16,-2 1-1 15,0-2-2-15,0-2-8 16,-9 0-5-16,-9-4-12 15,-4-1 4-15,-5-1-6 16,-4 0-1-16,-2-3-48 16,6 0-88-16,9 0-157 15</inkml:trace>
  <inkml:trace contextRef="#ctx0" brushRef="#br0" timeOffset="212030.003">9274 7678 676 0,'0'0'138'0,"0"0"-30"0,0 0-4 16,0 0 1-16,0 0-56 16,81 41-21-16,-42-35-16 15,0-1-6-15,0-3-4 16,-12 0-2-16,-2-2-31 0,-12 0-92 16,-8 0-135-1,-5 0-395-15</inkml:trace>
  <inkml:trace contextRef="#ctx0" brushRef="#br0" timeOffset="212231.065">9227 7913 593 0,'0'0'148'0,"0"0"9"0,0 0-53 15,0 0-47-15,94 22-21 16,-60-21-9-16,4-1-16 15,-4 0-4-15,-1 0-6 16,-3 0-1-16,-5 0-11 16,-4 0-71-16,-3 0-129 0,1-4-399 15</inkml:trace>
  <inkml:trace contextRef="#ctx0" brushRef="#br0" timeOffset="212952.271">10556 7268 580 0,'0'0'52'0,"0"0"77"0,0 0-38 0,-89 63-2 0,68-24-41 16,3 4 1-16,3 3-9 16,5 2-15-16,0 1-5 15,4-3-3-15,6-3-9 16,0-3-4-16,0-5-1 15,0-5-2-15,10-6-1 16,8-8-1-16,1-2-13 16,5-7 4-16,6-5-10 15,1-2 8-15,5 0 9 16,0-9 3-16,0-5 2 16,-2-2-2-16,-4-4 1 15,-6-3-1-15,-1 0 3 0,-9 1 3 16,-5 1 14-1,-3 1 1-15,-6 3-1 0,0 4 3 16,-7 2-4-16,-12 4-3 16,-7 3-15-16,-7 4 3 15,-5 0-4-15,-3 0 0 16,-1 4 0-16,2 7 0 16,-2 3 0-16,8 2-1 15,4 0 1-15,2 2 0 16,11-2 0-16,4-2 0 15,10-5-73-15,3-1-92 16,4-7-236-16</inkml:trace>
  <inkml:trace contextRef="#ctx0" brushRef="#br0" timeOffset="213454.758">11047 7474 708 0,'0'0'124'0,"0"0"-15"0,0 0-14 0,0 0-37 16,0 0-16-16,80-11-15 15,-52 27-1-15,-3 2-6 16,-4 5-5-16,-7-1-12 0,-7 1-2 15,-7 3 1-15,0-3-2 16,-15-2 2-16,-9 0 2 16,-12-3-2-16,-3-4-1 15,-4-3-1-15,3-3 0 16,4-4-8-16,11 4-1 16,10-5 7-16,5-1 2 15,7-1-1-15,3 1-3 16,0-2 2-16,1 1 1 15,17-1-1-15,3 3 3 16,7-2-1-16,2 1 0 16,3 0 0-16,0 0 1 15,5 2 1-15,1-2-1 0,-1 4-1 16,-1-2 2 0,0 1-2-16,0 1 2 0,-1-1 3 15,-3-3-4-15,-3 1 0 16,-5-3-1-16,-10 0 0 15,-2 0-29-15,-10 0-95 16,-3 0-164-16</inkml:trace>
  <inkml:trace contextRef="#ctx0" brushRef="#br0" timeOffset="213921.107">12395 7386 368 0,'0'0'51'0,"0"0"112"0,0 0 6 0,0 0 2 0,0 0-58 16,0 0-65-16,13 0-15 15,-13 25 53-15,0 3-40 16,0 3-3-16,0 3-6 16,0 0-13-16,0-2-5 15,0-2-8-15,0-5-5 16,0-5-2-16,3-4-4 16,-1-5 0-16,-2-4-37 15,3-3-62-15,-3-4-68 0,0 0-162 16</inkml:trace>
  <inkml:trace contextRef="#ctx0" brushRef="#br0" timeOffset="214184.516">12260 7734 459 0,'0'0'60'0,"0"0"66"16,0 0-38-16,112 0-16 16,-76 0-29-16,1 0-15 15,5 0 0-15,-5-3-3 0,-1-3-9 16,-6 1-10-16,-3-1-2 16,-8 0-3-16,-2 0-1 15,-8 0-29-15,-3-1-45 16,-5 0-98-16,-1-1-154 15</inkml:trace>
  <inkml:trace contextRef="#ctx0" brushRef="#br0" timeOffset="214392.662">12341 7427 634 0,'0'0'79'0,"0"0"107"16,0 0-99-16,0 0-53 16,0 0-30-16,91-6-1 15,-43 6-3-15,4 0-25 16,0 0-60-16,-4 0-63 16,-8-3-158-16</inkml:trace>
  <inkml:trace contextRef="#ctx0" brushRef="#br0" timeOffset="-214675.53">12773 7411 429 0,'0'0'132'0,"0"0"64"16,0 0-46-16,0 0-43 0,0 97-28 15,0-70-9 1,0 1-26-16,0 0-6 0,0 0-12 16,0-6-5-16,0 2-12 15,0-6-1-15,0-5-7 16,-3-1 1-16,3-5 0 15,0-3-2-15,0-4-19 16,0 0 4-16,0-2 11 16,0-13-16-16,5-4 2 15,10-3 3-15,1-4 1 16,1 0 11-16,4 2 2 16,-4-1 1-16,3 5 1 15,-2 4 0-15,-3 1-1 16,3 5 6-16,-5 2 0 0,2 3 5 15,2 5-7-15,-3 0-3 16,1 3 2-16,-1 12-3 16,-4 5 0-16,1 1 7 15,-1 1-3-15,-4 1 7 16,0 0-8-16,-3-2 1 16,0-1-1-16,0-3-1 15,0-3-1-15,0-4-1 16,1-3-29-16,2-5-99 15,5-2-126-15,7 0-285 16</inkml:trace>
  <inkml:trace contextRef="#ctx0" brushRef="#br0" timeOffset="-214415.867">13409 7467 616 0,'0'0'145'0,"0"0"77"0,0 0-102 0,0 0-51 15,0 0-45-15,0 0-4 16,-95 1-6-16,75 27-4 16,2 3 3-16,11 1 4 15,2 0-8-15,5-3-3 16,0-4-4-16,0-5 1 16,11-4-1-16,8-7 2 15,1-4-4-15,5-5-7 16,5 0-22-16,3 0-23 15,3-9-50-15,5-5-14 0,0-6-83 16,2-4-146-16</inkml:trace>
  <inkml:trace contextRef="#ctx0" brushRef="#br0" timeOffset="-213964.478">13779 7377 734 0,'0'0'172'15,"0"0"-39"-15,0 0-58 16,0 0-54-16,0 0 8 16,0 0 10-16,-29 72-5 15,29-40-7-15,0 1-7 0,0 1 0 16,0-3-5-16,0-2-3 16,0-3 1-16,0-6-5 15,0-3-4-15,0-7 0 16,0-5-4-16,0-3 2 15,0-2-1-15,8 0-1 16,1-6-6-16,2-7-22 16,2-4-10-16,1-3 4 15,2-3 4-15,2 0-1 16,4 2 18-16,-4 4 6 16,-1 1 6-16,-3 5 2 15,-5 3 1-15,2 2-1 0,-1 3 5 16,-1 3 9-16,0 0-5 15,1 9-1-15,-2 5-1 16,-3 4-3-16,-4 2 5 16,1 0-3-16,-2 1-2 15,0-3 1-15,0-3-6 16,0 0 2-16,0-5-4 16,0-5-46-16,0-2-118 15,0-3-304-15</inkml:trace>
  <inkml:trace contextRef="#ctx0" brushRef="#br0" timeOffset="-213603.198">14224 7600 656 0,'0'0'112'0,"0"0"79"0,86-44-69 0,-53 28-50 0,-3 1-37 16,1-1-7-16,-6 0 5 15,-8-1-10-15,-6 1-9 16,-7 1-5-16,-4-1-5 16,0 5-4-16,-18 2-3 15,0 4-9-15,0 4 4 16,-1 1 1-16,-1 0 6 16,-4 5 0-16,-1 12 1 15,1 3 0-15,2 2-1 16,4 4 2-16,5 0 3 0,4-2 1 15,3 0-5-15,4-2 1 16,2-3 1-16,0-3-2 16,2-5 3-16,10 0-3 15,2-5-11-15,5-2-50 16,3-4-70-16,2 0-90 16,4 0-253-16</inkml:trace>
  <inkml:trace contextRef="#ctx0" brushRef="#br0" timeOffset="-213193.092">14838 7428 604 0,'0'0'106'0,"0"0"15"16,0 0-85-16,0 0-13 15,0 0-17-15,-82-31-4 16,60 41-1-16,4 8 0 15,5 3 0-15,1 1-1 16,6 1 0-16,1-1 2 16,5-4-4-16,0-3 2 15,2-2 0-15,10-3 0 16,7-3 0-16,1 0 3 16,2-1-2-16,2-2-1 15,-2 2 1-15,-4 1 0 16,-2 0-1-16,-4 1 5 0,-2 0 29 15,-2 4 19-15,-3-1 2 16,-5 1-11-16,0-1-9 16,0 0 2-16,-15-1-2 15,-6 1-4-15,-8-3-6 16,-2-1-6-16,-5-1-14 16,-2 0 1-16,-3-4-6 15,5 2-21-15,8-4-115 16,10 0-145-16,15 0-529 15</inkml:trace>
  <inkml:trace contextRef="#ctx0" brushRef="#br0" timeOffset="-213039.559">15101 7532 619 0,'0'0'17'0,"0"0"-17"0,0 0-223 0</inkml:trace>
  <inkml:trace contextRef="#ctx0" brushRef="#br0" timeOffset="-203444.525">3858 4031 458 0,'0'0'40'0,"0"0"-19"0,0 0 32 0,0 0-1 15,0 0-26-15,0 0-22 16,0 0 17-16,0 0 3 0,-50 122-4 16,47-58 39-1,2 11-24-15,1 6 8 0,0 3-14 16,0 2-17-16,0-2-1 16,0-1-4-16,4-6-2 15,1-6 4-15,1-9-1 16,-3-5 3-16,5-4-3 15,-5-4 3-15,1 0-3 16,-1-6-5-16,-2-4-1 16,2-4-1-16,0-6 0 15,-1-3 3-15,-1-5-4 16,1 0 1-16,-1-1 0 0,-1 0 1 16,0-2-1-1,0 0 0-15,0 0-1 16,2-4 0-16,-2 0 1 0,0-2-1 15,1-3 1-15,-1-2 1 16,0-3-2-16,2-1 0 16,-2 0 2-16,3-3-1 15,4 1 2-15,-1-1 0 16,5 2-1-16,3-2 3 16,-3 2-4-16,7-2-1 15,-2 6 0-15,2-2-2 16,0 2 2-16,3 3 0 15,4 0 0-15,2-3 0 16,-1-1 0-16,8 0-3 16,-3-4 3-16,8 1 2 0,4-2-1 15,8 0-1-15,1 0 0 16,7 0 0-16,2 0 2 16,-6 0-2-16,0 0 0 15,-3-3-1-15,-1 1-1 16,3 1-2-16,-2-3 4 15,3 4 0-15,-1 0 0 16,-2 0 1-16,5 0-2 16,-4-2 2-16,1 1-2 15,1 1 2-15,5 0-1 16,-2 0 0-16,-3 0 0 16,-5 0 4-16,0 0-4 15,-2 0 0-15,-3 0 0 0,5 0 1 16,3 0-1-16,-1 0 1 15,6 0-3-15,-4 0 2 16,-2 0 0-16,-1 0 0 16,4 0 0-16,0 0-3 15,1 0 3-15,2-2 2 16,0-1-2-16,0 1 0 16,3 0 1-16,-1 2-1 15,1-4 1-15,3 4-1 16,-1-2 0-16,-2 2 1 15,-1 0 0-15,-2 0-1 16,-2 0 0-16,6 0-1 16,2 0 1-16,3 0 0 15,2 0 0-15,-2 2 0 0,6-2 0 16,-3 0-2-16,3 0 2 16,2 0 1-16,-2 0-1 15,-2 0 0-15,-2 0 0 16,0 0 1-16,-1 0-1 15,2 0 0-15,-3 0 1 16,1 0 0-16,0 0 0 16,4 0-1-16,1 0 0 15,2 0 0-15,-4 0 0 16,-4-2-1-16,-1 1 1 16,3 1-1-16,1 0 0 15,3-3 2-15,-3 3-1 16,0 0 0-16,-4-1 0 0,4-2 0 15,-6 2 0 1,0 1 0-16,0-6 0 0,-1 5 3 16,0-4-3-16,1 1 0 15,5-1 0-15,-3 2 0 16,-3-1-3-16,0 0-8 16,-6-2 7-16,1 0 3 15,0 1-3-15,0-1 4 16,0 0-1-16,-3-2-1 15,-1 2 2-15,0 0-2 16,4 2 1-16,2 0 1 16,-2-1 0-16,2 3 0 0,-1-2-1 15,-5-1-2-15,0 2-2 16,0-3 3-16,-1 0 1 16,2 3-10-16,-2 0 5 15,0-2 6-15,-1-1 2 16,-5 2-2-16,-4 0-1 15,-6 1-2-15,-4-2 3 16,3 0 0-16,-5 0 0 16,7 3 0-16,-5-1 0 15,4 0-10-15,-3-1-29 16,2 3 16-16,-2-4 17 16,1 4 6-16,-4-4 0 15,-1 1 0-15,-2-1 1 0,0 1 2 16,-2-2-3-1,0 0 0-15,-1 2-2 0,-3-3-11 16,0 1-1-16,-1 1 14 16,-3-2 0-16,0 1 2 15,-3 0-2-15,1-4 1 16,-4 0 1-16,1 3 4 16,-2-2 8-16,-5-2 8 15,2-2 4-15,-1-2-6 16,-1 0-11-16,-2-2-4 15,1-3-4-15,2-3 1 16,1-2-1-16,1-4 2 0,-2-2 4 16,-1-6 1-1,3 3-8-15,-3-3 6 0,0-1-2 16,2-3-3-16,-2 0 1 16,1-4 3-16,-1-3-4 15,0 0-1-15,1 0 0 16,4 2 2-16,-5 5-2 15,-3 0 2-15,-2 1-2 16,2-2 2-16,-1 0-2 16,-1-1 4-16,1 1-3 15,-1 0 2-15,1-1-2 16,-2 1-2-16,0 0 2 16,0-2-1-16,0 1 0 15,3 2 0-15,-2-1 0 16,2 7 0-16,-3 1 1 0,0 3-1 15,0 3 0-15,0 5 1 16,0 1-1-16,-4 1-1 16,-2 3 1-16,-2 4 1 15,5 2-1-15,-3 2 0 16,-1 1-1-16,4 4 0 16,-2 2 0-16,-1 3-3 15,-1 0 3-15,-6 0 1 16,2 0 0-16,-7 0-1 15,-1 0 2-15,-4 0-2 16,-5 5 1-16,1 1-3 16,-4 1 6-16,-3 0-3 0,-4 1 0 15,-1-1 1 1,-4 0-1-16,-2 1 0 0,-1 1 0 16,-5-1 0-16,-2 0 0 15,-1 2 0-15,-3-1 0 16,5-1 0-16,0 1 0 15,1-2 1-15,5-1-1 16,0-2 0-16,1 0-2 16,-4-1 2-16,2 3 0 15,-2-2 0-15,4 0-2 16,1 0 2-16,5 0 2 16,3 0 0-16,0 1-1 15,5 0-1-15,-2-1 0 0,-6 1 1 16,5-1-1-1,-3 0 0-15,-2 1 2 0,-6-3-2 16,2 3 0-16,-5-1 0 16,5 2 2-16,-2-2-1 15,0 5 0-15,2-4 1 16,-5 1-2-16,1-1 0 16,0 1-2-16,0-1 2 15,2 0 0-15,1-1 2 16,1-3-2-16,3 2 0 15,-6-3 1-15,1 0 2 16,-1 3 4-16,-4-3-1 16,0 0-6-16,5 0 2 15,-6 0 1-15,-2 0-2 0,-7 0 0 16,-6-6 1-16,-4-1-2 16,-6 1 4-16,6-2-2 15,0 3-2-15,3-1 2 16,2 5-2-16,4-2 0 15,2 0-2-15,-1 0-2 16,3-1 4-16,-2 1 4 16,-4 0-4-16,-1-1 1 15,0 2-1-15,4 0 0 16,2-3-4-16,9 3 1 16,-1-1 0-16,-2 0 0 15,0 0 0-15,-2-1-1 0,-1 1-2 16,1-1 6-16,-1 1-1 15,-4-1-2-15,-1-1 1 16,1 3-3-16,0-1 3 16,-4 2 1-16,5-1 1 15,-3 1 0-15,6-1 0 16,1 1 1-16,-1 1-1 16,1 0 1-16,-1 0-1 15,-3 0-2-15,-2 0 2 16,3-1-1-16,-1-1-2 15,-1 1 2-15,-1-2-2 16,0-2 3-16,-2 3 1 16,-1-1 2-16,-3 0-3 0,2 2 0 15,1-1-4-15,-1 1 4 16,0-2 0-16,7 2 1 16,-1-1 2-16,7 2-3 15,-2-1 0-15,-4 1 0 16,-6 0 0-16,-2 0 0 15,2 0-3-15,3 0-2 16,5 0 4-16,5 0 0 16,-3 0-4-16,-2 0 0 15,-5 0 4-15,1 0-1 16,-1 4 1-16,5 2-3 16,1-2 4-16,-1 1-2 0,1 1 1 15,-1 0 1 1,4 1-2-16,2-2 1 15,4 2 1-15,-1 2 0 0,1-1 0 16,-1 1 2-16,1 0 1 16,-1-2-3-16,1 0 1 15,-1 0-1-15,1-3-1 16,2 2 0-16,4-3 1 16,5 2 0-16,4-2-1 15,3 0 1-15,-1-1 1 16,-2 1-1-16,3 1 0 15,-4-1 0-15,7 0-1 16,0 0 1-16,0-3 0 16,2 4 1-16,2-3 0 15,-5 2 3-15,3 0-3 0,-2-1 0 16,4-1 1-16,-2 0 1 16,3 2-1-16,-1-1-1 15,5-1 4-15,3 1-4 16,3 0 0-16,-4 1-1 15,7 0 1-15,-5 3-1 16,0 1 4-16,2 1-1 16,-2 4 0-16,4 1 3 15,4 3 0-15,-2 0-4 16,5 1-2-16,0 1 0 16,0 1-1-16,0-1 2 15,15 1-2-15,5 0-40 16,5-1-65-16,3-7-185 0</inkml:trace>
  <inkml:trace contextRef="#ctx0" brushRef="#br0" timeOffset="-202385.662">3797 9590 746 0,'0'0'52'0,"0"0"57"0,0 0 7 16,0 0-39-16,0 0-12 16,0 0-65-16,0 0-5 0,0 0 5 15,-6 49 12-15,0-14 12 16,1-1-5-16,2-2 4 16,0 0-15-16,-1-4-3 15,-1-4-1-15,2-6-1 16,0-5-1-16,2-2 1 15,-1-6-3-15,1-4-12 16,-1 2-50-16,-1-3-49 16,-7 0-71-16,-2 0-65 15,-6 0-285-15</inkml:trace>
  <inkml:trace contextRef="#ctx0" brushRef="#br0" timeOffset="-202018.789">3488 9935 441 0,'0'0'78'0,"0"0"-5"15,0 0 3-15,0 0-1 16,0 0-28-16,0 0-24 15,21 9 34-15,2-8 21 16,7 1-22-16,3-1-17 16,6-1-6-16,0 2-11 15,5-2-5-15,0 0-6 16,0 0-3-16,-5 0-1 16,-4 0-3-16,-7 0-1 0,-6 0-2 15,-7 0 1-15,-4 0-1 16,-4 0 2-16,-4-3 1 15,0-2-4-15,-3-2-24 16,0 0-25-16,0-3-57 16,-9-3-92-16,-12-3-128 15</inkml:trace>
  <inkml:trace contextRef="#ctx0" brushRef="#br0" timeOffset="-201773.051">3552 9540 539 0,'0'0'63'16,"0"0"24"-16,0 0-34 16,0 0 21-16,0 0 1 15,104-18-37-15,-53 7-14 16,4-2-8-16,2-1-8 15,-5 1-5-15,1 2-3 16,-12 2-21-16,-5 3-124 16,-12 4-138-16,-12-1-248 15</inkml:trace>
  <inkml:trace contextRef="#ctx0" brushRef="#br0" timeOffset="-201276.754">4092 9587 28 0,'0'0'352'15,"0"0"-180"-15,17 82-21 16,-12-54-12-16,1-3-54 16,-1-2-21-16,1-1-19 15,-2-4-17-15,-2-3-10 16,1-3-6-16,1-5-5 0,-4-2-4 15,3-3 0-15,-3-2-2 16,0 0 6-16,0 0 5 16,0-1 3-16,0-13-6 15,0-3-8-15,0-4 1 16,0-6-2-16,8 3-5 16,2-3-2-16,3 3-1 15,1 3 4-15,2 2-1 16,1 5-1-16,2 2 6 15,-2 8 0-15,-1 1-1 16,-1 3 0-16,-2 0-1 16,1 10 2-16,2 6 1 0,-2 3 9 15,2 2-5 1,-4 1 6-16,1-1 2 0,-2-2-6 16,-2 0 4-16,-3 1-4 15,1-5-2-15,-4-2-5 16,-3-1 1-16,3-3 2 15,-1-2-3-15,-2-3-48 16,3-1-68-16,1-3-128 16,5 0-230-16</inkml:trace>
  <inkml:trace contextRef="#ctx0" brushRef="#br0" timeOffset="-200968.746">4729 9549 293 0,'0'0'135'0,"0"0"30"0,0 0-35 0,0 0-94 16,0 0-9-16,0 0-3 15,-82 38 0-15,66-13-2 16,2 5 8-16,5-1-1 15,2 3-5-15,7-4 1 16,0-2-8-16,0 0-6 16,7-6-2-16,11-5-4 15,3-4 2-15,3-4 2 0,0-5-9 16,3-2-50 0,4 0-62-16,-1-6-87 0,1-9-161 15</inkml:trace>
  <inkml:trace contextRef="#ctx0" brushRef="#br0" timeOffset="-200436.766">5011 9426 510 0,'0'0'97'15,"0"0"45"-15,0 0-74 0,0 0-52 16,0 0 19-16,0 0 14 15,-18 73 5-15,18-34 4 16,6-2-3 0,3 3-7-16,-5-2-16 0,-2-2-1 15,1-6-9-15,-3-3-8 16,0-1-7-16,0-8-3 16,0-3-2-16,0-5-1 15,0-2 0-15,0-3 1 16,0-4 0-16,0 1 0 15,0-2-2-15,6 0 5 16,5-6-5-16,-1-11-7 0,5-1-2 16,-2-3-2-1,4-3-2-15,-1 3 3 0,1 1-8 16,-1 3 2-16,-1 2 12 16,0 6 2-1,-2 2 1-15,-1 2-2 0,3 5 3 16,-2 0-1-16,1 0-1 15,-2 2 2-15,3 11 0 16,-2 4 4-16,-1 1 5 16,0 0 4-16,-4 5-1 15,0-3 0-15,-3 3 7 16,-4-5-3-16,-1 0-3 16,0-3-5-16,0-3-6 15,0 1 0-15,-3 1-2 16,-8-6-20-16,-6-1-104 0,2-3-167 15</inkml:trace>
  <inkml:trace contextRef="#ctx0" brushRef="#br0" timeOffset="-200016.643">5554 9746 505 0,'0'0'94'0,"0"0"48"0,106-59-15 0,-73 38-52 0,0-2-30 0,-7 4-6 16,-6-1-2 0,-4 3 1-16,-8 0-3 0,-5 3-10 15,-3 1-11-15,0 2-7 16,-9 1-7-16,-13 6-2 15,-5 4 0-15,-3 0-22 16,3 0 18-16,1 14-3 16,6 4 1-16,-1 4 4 15,7 3 4-15,4 2 1 16,0 0 0-16,8 0 7 16,2-2-1-16,0-2 2 15,0 0 3-15,10-5-2 16,7 0-2-16,2-6-1 15,6-3-3-15,-2-4-4 0,2-2-1 16,2-3-48-16,3 0-37 16,4 0-150-16,-4-2-283 15</inkml:trace>
  <inkml:trace contextRef="#ctx0" brushRef="#br0" timeOffset="-199626.67">6281 9451 583 0,'0'0'103'0,"0"0"14"15,0 0-44-15,0 0-53 16,0 0-9-16,0 0-6 0,-90 16-5 16,81 6 5-16,3 2-4 15,6 1 1-15,0-2 1 16,9-1-1-16,6-4 1 15,3-4-1-15,1-1 2 16,-1-2 0-16,0 1 12 16,2 0 9-16,-4-1 3 15,-1 4 2-15,-3-1-7 16,-3 1-4-16,-2 0 8 16,-5 4 2-16,-2-2 7 15,0-1 5-15,-9-1 1 16,-6-1-9-16,-8 0-1 0,-3-3-5 15,-6-1-10-15,-5 1-11 16,-3-8-1-16,-5 2-5 16,-7-2-2-16,7-2-56 15,-3-1-83-15,8 0-214 16</inkml:trace>
  <inkml:trace contextRef="#ctx0" brushRef="#br0" timeOffset="-198748.941">2900 9769 114 0,'0'0'336'0,"0"0"-224"0,0 0 55 0,0 0-47 16,0 0-8-16,0 0-17 16,6-20-32-16,4 6-28 15,4-3 0-15,2-4-9 16,2-4-11-16,0 0-6 16,-6 4 0-16,3 0 0 15,-8 6-1-15,-2 5-1 16,-5 4-1-16,0 2-2 0,0 4 2 15,0 0-6-15,0 0-8 16,0 13-5-16,0 8 13 16,3 6 0-16,-3 3 5 15,1 2 5-15,1-1 0 16,-2 2 2-16,0-1 2 16,0-3-1-16,0 1-3 15,0-3-2-15,0 1-2 16,0-3-3-16,0-3-1 15,0-3-1-15,0-3 1 16,0-4-1-16,0-1-1 16,0-3-34-16,-2-4-39 15,-7-1-71-15,-5-3-126 0,-3 0-415 16</inkml:trace>
  <inkml:trace contextRef="#ctx0" brushRef="#br0" timeOffset="-198516.444">2789 10020 757 0,'0'0'94'0,"0"0"38"0,0 0-60 15,0 0 15-15,0 0-37 16,114 3-32-16,-74-3 0 0,5 0-13 15,-3-3-2-15,7-6-3 16,-4 3-11-16,-2 1-71 16,2-3-65-16,1-3-251 15</inkml:trace>
  <inkml:trace contextRef="#ctx0" brushRef="#br0" timeOffset="-197812.397">6995 9617 629 0,'0'0'93'0,"0"0"42"0,0 0-41 16,0 0-32-16,102 7-19 16,-64-7-14-16,6 0-12 15,2 0-1-15,-3-7-10 16,-4 2-3-16,-6-2-2 16,-8 3-1-16,-5 0-5 15,-10 0-34-15,-4 4-40 0,-6-3-82 16,0 3-80-1,-10 0-84-15</inkml:trace>
  <inkml:trace contextRef="#ctx0" brushRef="#br0" timeOffset="-197504.26">7082 9731 278 0,'0'0'89'0,"0"0"98"16,0 0-62-16,0 0-31 0,0 0-16 16,103 18-28-16,-73-18 9 15,1 0-9-15,-1 0-7 16,3 0-3-16,-2 0-9 15,-1 0-19-15,0-3-5 16,-5-1-4-16,0 0-3 16,-8 1 0-16,-4 1-24 15,-8-2-66-15,-5 1-139 16</inkml:trace>
  <inkml:trace contextRef="#ctx0" brushRef="#br0" timeOffset="-194484.164">8195 9455 536 0,'0'0'49'0,"0"0"58"0,61-76 36 0,-33 60-62 16,2 3-8-16,0 8-18 15,-2 5-19-15,-1 2-16 16,-6 16 4-16,-6 9-3 16,-3 3-8-16,-10 6-6 15,-2 1 0-15,0 1 0 16,-19 1 0-16,-3-3-2 16,-5-2 1-16,-2-5-2 15,-1-5 1-15,-3-4-5 16,-3-6 0-16,2-5-3 15,-2-5-5-15,6-4-1 0,8 0 3 16,8 0 4-16,5-4 2 16,8-3 3-16,1-2-3 15,1 0-2-15,20 3 2 16,4 2 1-16,4 4-1 16,-1 0 1-16,0 0 6 15,-2 8 6-15,-2 3-5 16,0 5 2-16,-4-1-1 15,-3-1 1-15,-1-1-5 16,-4 0-4-16,-1-1 3 16,-2-5-3-16,-3-1-1 15,0 0-20-15,1-5-47 16,3-1-79-16,1 0-169 0,0-6-177 16</inkml:trace>
  <inkml:trace contextRef="#ctx0" brushRef="#br0" timeOffset="-194251.207">8717 9549 467 0,'0'0'318'0,"0"0"-241"0,0 0 0 0,0 0 17 0,0 0-32 15,0 0-14-15,6 48-21 16,-6-33 7-16,0-3-9 15,-9-1-11-15,-6-4-4 16,0-3-3-16,-1-3-7 0,7-1-2 16,3 0-50-16,6 0-46 15,0-12-92-15,12-8-218 16</inkml:trace>
  <inkml:trace contextRef="#ctx0" brushRef="#br0" timeOffset="-193793.258">9051 9395 706 0,'0'0'29'0,"0"0"84"16,0 0 38-16,0 0-54 16,-19 93-33-16,19-66-31 0,0 0-17 15,0-5-5 1,0-1-5-16,6-5-1 0,0-5-1 15,0-2-2-15,-2-6-2 16,4-1 0-16,2-2-11 16,2 0 11-16,6 0-1 15,1-9 1-15,2 2 0 16,1 1 1-16,0 0-1 16,-2 5 1-16,1 1-1 15,-3 0 1-15,0 1 2 16,-4 9 2-16,-3 3 7 15,0 1-4-15,-5 1-2 16,-6 2 3-16,0 0 3 16,0 2 0-16,0-3 2 0,0 3-5 15,-17-4-1 1,-2 1-3-16,-2-5-1 0,-7 1-2 16,0-4-1-16,-5-1 0 15,0-4-1-15,5-3-10 16,2 0-28-16,4 0-29 15,4-7-55-15,10-9-76 16,5-9-323-16</inkml:trace>
  <inkml:trace contextRef="#ctx0" brushRef="#br0" timeOffset="-193588.94">9163 9428 727 0,'0'0'104'0,"0"0"-5"0,0 0-11 15,103-2-41-15,-55 2-28 16,6 0-9-16,1 0-10 16,0 0-35-16,0 0-107 15,-6 0-189-15</inkml:trace>
  <inkml:trace contextRef="#ctx0" brushRef="#br0" timeOffset="-193178.856">9741 9347 566 0,'0'0'97'16,"0"0"67"-16,0 0-69 16,0 0-10-16,0 0-40 15,0 0-15-15,-44 103 5 16,38-66 1-16,-1 1-14 15,-1 0-6-15,-2-4-10 16,1-3 1-16,-3-3-6 16,0-6-1-16,2-7-14 15,-1-4-26-15,2-5-22 16,0-4-8-16,2-2 15 16,4 0 17-16,1 0 25 0,2 0 1 15,0-1 11-15,0-3 1 16,0 0 20-16,0 1 16 15,3 0 7-15,6 1-10 16,3 2-8-16,5 0 1 16,2 0-10-16,3 0 1 15,4 0 3-15,-1 0-8 16,8 0-5-16,-2 0 1 16,5 0-5-16,-3 0-2 15,0-2-1-15,-5-1 0 16,-3 2-56-16,-4-4-66 15,-6-1-155-15,-7-5-341 16</inkml:trace>
  <inkml:trace contextRef="#ctx0" brushRef="#br0" timeOffset="-192905.897">9884 9458 641 0,'0'0'66'0,"0"0"97"0,0 0-101 16,0 0-32-16,0 0 41 16,0 0-25-16,26 91 1 15,-15-57 15-15,-5 0-5 16,-4-1-11-16,-2 1-10 0,0-1-15 16,0-5-10-1,0-4-6-15,0-1-1 0,0-7-2 16,0-1-2-16,0-7-6 15,0-1-49-15,0-3-57 16,11-4-75-16,6 0-205 16</inkml:trace>
  <inkml:trace contextRef="#ctx0" brushRef="#br0" timeOffset="-192649.508">10601 9383 664 0,'0'0'26'0,"0"0"70"0,0 0 21 16,-61 80-46-16,45-41-25 16,-4 2-6-16,4 0-11 15,-2-4-7-15,0-5-3 16,0-4-13-16,0-5-1 15,5-8-5-15,0-1-4 16,-1-9-71-16,5-5-101 16,0 0-187-16</inkml:trace>
  <inkml:trace contextRef="#ctx0" brushRef="#br0" timeOffset="-192412.476">10424 9495 679 0,'0'0'25'16,"0"0"114"-16,0 0-16 15,54 83-29-15,-37-56-22 16,0 0 0-16,2-2-6 16,2-4-14-16,-3-4-24 15,3-4-17-15,-3-3-6 16,1-4-1-16,-1-4-4 15,0 1-38-15,-3-3-66 0,-5 0-105 16,-5-5-336 0</inkml:trace>
  <inkml:trace contextRef="#ctx0" brushRef="#br0" timeOffset="-189548.653">11185 9428 594 0,'0'0'102'0,"0"0"70"15,0 0-44-15,0 0-39 16,0 0-45-16,0 0-37 16,13 33 35-16,-13 11 6 15,0 4-4-15,0-3-5 16,-4 0-8-16,1-4-19 16,0-7-6-16,3-6-4 0,0-5 0 15,0-7-2-15,0-6-15 16,4-6-65-16,16-4-56 15,5-2-98-15,2-17-287 16</inkml:trace>
  <inkml:trace contextRef="#ctx0" brushRef="#br0" timeOffset="-189158.413">11417 9515 599 0,'0'0'12'15,"0"0"60"-15,-13 75 17 0,13-44 4 16,0-1-33 0,0-2-2-16,12-3-2 0,3-7-16 15,7-2-16-15,5-5-8 16,3-3-7-16,4-8-6 16,-1 0-3-16,0 0-1 15,-5 0-11-15,-6-11 9 16,-3-2 3-16,-3-3 0 15,-7-4 1-15,-2-3 0 16,-2 0 4-16,-1-2 1 16,-4 0 9-16,0 4-2 15,-9 2 18-15,-6 3-2 16,-7 4-1-16,-5 8-10 16,-6 1-3-16,-1 3-10 15,0 0-5-15,1 0 1 0,6 7 2 16,6 0-3-16,11-2-6 15,4 0-30-15,6-5-67 16,0 0-74-16,6 0-208 16</inkml:trace>
  <inkml:trace contextRef="#ctx0" brushRef="#br0" timeOffset="-188864.278">11662 9134 611 0,'0'0'41'0,"0"0"56"0,0 0 32 0,0 0-23 15,0 0-22-15,0 0-17 16,81 71-20-16,-38-71-17 15,3 0-8-15,6 0-15 16,-7 0 1-16,-5-6-6 16,-11 0-2-16,-11 5-19 15,-7-2-55-15,-3 2-68 16,-7-4-132-16,1-1-291 16</inkml:trace>
  <inkml:trace contextRef="#ctx0" brushRef="#br0" timeOffset="-188437.908">12171 8957 293 0,'0'0'333'0,"0"0"-228"16,0 0 16-16,0 0-44 15,82-31-36-15,-58 34-18 0,-5 15-5 16,-1 5 3 0,-10 4 3-16,-7 2-9 0,-1 5-2 15,-6-2-9-15,-18-2 2 16,-3 3-2-16,-1-7-1 16,2-2-1-16,3-5-2 15,2-6 1-15,12-3 1 16,3-6-2-16,4 0 0 15,2-4-2-15,0 0 2 16,0 0 5-16,8 0 13 16,10 3 10-16,7-3-5 15,5 0-6-15,1 0-1 16,5 0-3-16,0 2-8 16,0-2-3-16,-2 3-1 15,-1-1-1-15,0 2-56 0,-5 1-50 16,2-1-163-16,-8 0-368 15</inkml:trace>
  <inkml:trace contextRef="#ctx0" brushRef="#br0" timeOffset="-187613.403">12726 9439 826 0,'0'0'44'0,"0"0"139"0,0 0-46 0,0 0-46 16,-3 72-39-16,9-50-9 16,6 0-12-16,-6-3-2 15,-3-3-18-15,0-1-5 16,-3 1-1-16,0-5-2 15,-3 0-3-15,-15-3 0 16,6-3-10-16,-2-5-19 16,3 0-10-16,6 0 13 15,5-13-2-15,0 1 1 16,0-7 19-16,12 4 6 16,6 1 2-16,0 1-1 0,3 3 1 15,-2 3 5 1,5 4 3-16,-6 3 1 0,6 0-1 15,-4 1 2-15,-1 11-3 16,-2 0 1-16,-3 3 0 16,-4-1-2-16,-2-1-1 15,-5-2-3-15,-2 0 1 16,-1-3-1-16,0 0 0 16,0-6-1-16,0-2-1 15,0 0 0-15,-3 0-7 16,0-2 0-16,0-11 1 15,3-5-1-15,0-2 5 16,3 0 0-16,11-1 2 0,2 2 0 16,2 3-2-16,1 3 2 15,2 0 0-15,-3 6-2 16,0 2 2-16,4 3-5 16,-5 2 3-16,1 0 1 15,-6 0 1-15,-2 4 1 16,2 6 7-16,-4 3-5 15,1 1 7-15,-1 1-4 16,-3-1 2-16,-1 0-6 16,-2 1 4-16,-2-1-2 15,0-3-1-15,0 3 6 16,0-1 0-16,0-2 1 16,0-1-2-16,-2-1-2 15,2 0 1-15,0-3-2 0,0 0 0 16,0 1-1-16,11-1 1 15,5-3 1-15,4-2 0 16,4 0-6-16,2-1 1 16,4 0 5-16,2 0-6 15,0-7-5-15,3-5-43 16,-2-7-98-16,-2-9-366 16</inkml:trace>
  <inkml:trace contextRef="#ctx0" brushRef="#br0" timeOffset="-165688.886">4180 11564 677 0,'0'0'17'0,"0"0"49"0,0 0-2 0,0 0-26 16,-85 34-6-16,69 1-8 16,7 6 7-16,1 7 12 15,2 4-8-15,6 0-17 16,0 2-6-16,0-2-5 0,0-4-4 15,0-4 1 1,0-6-2-16,11-7 1 0,-1-4 0 16,8-9-1-16,3-7-1 15,3-5 5-15,4-6 0 16,4 0-1-16,-4-14-2 16,3-7-1-16,-7-5 1 15,-5-3-1-15,-7-1 1 16,-4 0-1-16,-8 1-1 15,0 2 1-15,0 3 0 16,-17 6 2-16,-11 4 1 16,-3 8 3-16,-7 6 0 15,0 0-3-15,-1 6-1 0,3 6-1 16,3 4 5 0,5-1-8-16,7 1 0 0,6-2 0 15,7 0-5-15,4-1-58 16,4-3-98-16,0-4-194 15</inkml:trace>
  <inkml:trace contextRef="#ctx0" brushRef="#br0" timeOffset="-164745.623">4707 11694 137 0,'0'0'401'0,"0"0"-377"0,0 0 97 0,0 0-39 16,0 0-31-16,0 0-35 15,0 4-8-15,0-4 1 16,0 0 12-16,0 0 28 15,0-9-42-15,0-2-1 16,0 1 8-16,0 3 10 16,0 5 12-16,0 2 12 15,0 0-28-15,3 0-17 16,0 13 7-16,0 3 2 16,3 2-7-16,-3-1 0 0,1 1-2 15,-1-4-1-15,-3-1-1 16,0-5 0-16,0-2 2 15,0-4-3-15,0-2 1 16,0 0 5-16,-12-8-6 16,0-7-11-16,-1 2 11 15,7 1 0-15,3 4 1 16,1 5 5-16,1 1 7 16,1 2-11-16,0 0 1 0,0 9-3 15,0 2 5 1,0 3-4-16,0-1-1 15,0-5 2-15,0 1-1 0,0-5-1 16,-2-4 0-16,-1 0 1 16,-1 0 7-16,1-9-8 15,-3-8-2-15,5-4 1 16,1 2-2-16,0 0 2 16,0 4 2-16,0 6 2 15,13 3 1-15,-1 6 4 16,7 0-5-16,-2 18-3 15,-1 9 2-15,2 6 2 16,-9 4-1-16,0 4-2 16,-6-2-1-16,-3 0 1 15,0-2 0-15,-5-1-1 16,-15-3 0-16,-5-3-3 0,-3-5-14 16,-3-7-12-16,-2-6-19 15,0-8 3-15,3-4 30 16,3 0 12-16,4-2 3 15,2-10 1-15,12 0 0 16,0 0 4-16,3 0 12 16,6-1 10-16,0 5-2 15,13-2-12-15,8 2-9 16,3 4 6-16,0 3-2 16,7 1 3-16,-1 0 7 15,-3 0-4-15,1 5 1 16,-4 8 1-16,0 0-3 15,-3 3-7-15,-2-2-2 0,-7-1-2 16,-4-1-1-16,-1-2-1 16,1-2-44-16,-2-3-25 15,3-3-32-15,2-2-129 16,6 0-199-16</inkml:trace>
  <inkml:trace contextRef="#ctx0" brushRef="#br0" timeOffset="-164474.251">5262 11764 685 0,'0'0'75'0,"0"0"-13"0,0 0 24 0,0 0-7 0,0 77-30 16,0-44 4-16,-8 0-9 15,4-4-6-15,1 1-19 16,0-3-9-16,1-4-7 16,-1-4 1-16,0-5-4 15,2-5-15-15,-1-2-49 16,-1-6-45-16,3-1-66 16,-3-4-28-16,-1-14-299 15</inkml:trace>
  <inkml:trace contextRef="#ctx0" brushRef="#br0" timeOffset="-164337.737">5184 11619 598 0,'0'0'18'16,"0"0"27"-16,0 0-37 16,0 0-8-16,0 0-79 15,84 35-286-15</inkml:trace>
  <inkml:trace contextRef="#ctx0" brushRef="#br0" timeOffset="-163904.332">5448 11810 712 0,'0'0'60'0,"0"0"123"0,0 0-62 15,0 0-33-15,11 94-37 16,-8-70-10-16,0 1-15 15,1-2-14-15,-3-2-9 16,1-3 1-16,-2-1-3 16,0-7 1-16,0-1-2 15,0-5-17-15,0-4-9 16,0 0 1-16,0-9 14 16,0-9-38-16,0-5 20 15,0-2 11-15,0-2 6 0,3 2 7 16,9 2 5-16,0 5 0 15,1 4 3-15,-2 5 8 16,2 4 0-16,1 5 1 16,-1 0 1-16,2 0 11 15,1 12-8-15,-4 6 7 16,-1 2-2-16,-1 0-6 16,-4 1-6-16,2 1-3 15,-2-1-1-15,-1-3-4 16,-3-1 0-16,1-3-1 15,-2-4-33-15,4-4-71 16,4-2-38-16,6-4-131 16,3 0-123-16</inkml:trace>
  <inkml:trace contextRef="#ctx0" brushRef="#br0" timeOffset="-163664.219">5879 11791 716 0,'0'0'162'0,"0"0"18"0,0 0-119 0,0 0-39 16,0 0-12-16,0 0 6 16,-62 50-2-16,57-18 3 15,5 0-5-15,0-1 0 16,0-1-6-16,2-5-2 16,5-6-2-16,5-4 2 15,3-6-1-15,2-5-3 16,3-4-13-16,10 0-46 15,0-10-28-15,4-8-59 16,-1-9-84-16,-3-7-138 0</inkml:trace>
  <inkml:trace contextRef="#ctx0" brushRef="#br0" timeOffset="-163147.52">6108 11649 711 0,'0'0'40'0,"0"0"105"15,0 0-101-15,0 0-6 16,0 0-10-16,0 0 17 16,-15 83 1-16,16-48 11 15,7 5-9-15,1 0 0 0,-2 0-11 16,-3-2-3-16,1 1-5 16,-2-9-8-16,0-2-4 15,0-6-5-15,-1-4-6 16,1-7-1-16,-2-1-3 15,3-6-1-15,-4-2 3 16,0-2-4-16,0 0 3 16,2 0 8-16,-2-6-11 15,3-10-8-15,3-5-5 16,1 1-3-16,1-3-2 16,5-1 3-16,-1 1 5 15,1-1 0-15,-2 6 4 0,3 2 3 16,-1 2-1-1,-1 4 3-15,1 2-2 0,4 3 1 16,-3 4-2-16,0 1 1 16,2 0-1-16,-2 7 2 15,-1 8 1-15,1 1-1 16,-5 5 2-16,1 1 3 16,-1 1 5-16,-3 0 5 15,0-1 5-15,-1-3-4 16,-3-1-8-16,0-2-1 15,-2-2-1-15,0-3-3 16,0 0-1-16,0-4-35 16,0-1-112-16,-2-5-173 15</inkml:trace>
  <inkml:trace contextRef="#ctx0" brushRef="#br0" timeOffset="-162756.697">6721 11987 613 0,'0'0'62'0,"0"0"53"0,0 0-2 16,0 0-32-16,77-86-33 15,-62 67-12-15,-7-2-13 16,1 3-10-16,-8 0 0 0,-1 1-5 15,0 3-6-15,-13 2-1 16,-1 5-1-16,-6 5-2 16,-3 2-10-16,-4 0-4 15,6 3 6-15,2 12 6 16,4 5-1-16,3 4 4 16,5 2 1-16,4 2 2 15,3-2 1-15,0 2 2 16,1-2 6-16,12-2-6 15,4-5 3-15,2-2-1 16,1-4-2-16,4-1-5 16,-2-8-13-16,2 0-60 15,-6-4-133-15,4 0-265 0</inkml:trace>
  <inkml:trace contextRef="#ctx0" brushRef="#br0" timeOffset="-162388.716">7135 11746 729 0,'0'0'17'15,"0"0"48"-15,0 0-55 16,0 0-8-16,0 0-1 16,-91 38-1-16,75-11 0 15,10 1-3-15,6-1 0 0,0 0 3 16,0-4 3-1,12-3-2-15,3 0-1 16,-1-3-1-16,0-4-1 0,0-1 2 16,-4 1 0-16,-1 0 3 15,-3-2 5-15,-3 3 36 16,-3-1 23-16,0-2-9 16,0 3 21-16,-7-3-23 15,-11 0-3-15,-2-5-5 16,-5 1-16-16,0-2-9 15,-1-5-5-15,1 0-11 16,10 0-7-16,0 0-3 16,6-7-64-16,5-4-69 15,4-8-154-15</inkml:trace>
  <inkml:trace contextRef="#ctx0" brushRef="#br0" timeOffset="-162057.772">7865 11791 552 0,'0'0'33'0,"0"0"136"0,0 0-69 0,0 0-39 0,85 28-15 16,-55-22-16-16,0-2-13 16,0 0-13-16,-2-1-1 15,-1 0-3-15,-5-1-67 16,-7 3-66-16,-9-2-75 15,-4-1-185-15</inkml:trace>
  <inkml:trace contextRef="#ctx0" brushRef="#br0" timeOffset="-161788.628">7823 12001 461 0,'0'0'48'16,"0"0"83"-16,0 0 1 15,0 0-44-15,0 0-28 16,87 34-4-16,-56-34-3 16,2 0-3-16,0 0-18 15,3 0-7-15,0 0-14 16,-2 0-8-16,3 0-3 0,-7 0-1 15,-2 0-67-15,-7 0-107 16,-8 0-248-16</inkml:trace>
  <inkml:trace contextRef="#ctx0" brushRef="#br0" timeOffset="-160472.192">10208 11173 691 0,'0'0'17'15,"0"0"30"-15,0 0 16 0,-86-17-19 0,64 41-15 16,1 10-4-16,9 4 15 0,-1 4 6 16,7 8-15-16,3-1-5 15,0-1-2-15,3-3-13 16,0-5-6-16,0-5-1 16,12-5-1-16,3-6 0 15,4-4 5-15,2-4-5 16,6-5 1-16,3-1-1 15,1-4 0-15,0-6-3 16,-1 0 1-16,0 0 1 16,-6-10-1-16,-9-4 2 15,4 2 0-15,-8-7-1 16,-4 1-1-16,-4-2 4 16,-3 0-5-16,0 1 3 15,-12 3-3-15,-7 5 4 0,-8 2-1 16,-6 3 0-16,-7 3-1 15,4 3 0-15,-4 0-1 16,2 0-1-16,1 9 1 16,12-2-1-16,7-3 2 15,12 1-2-15,6-1-3 16,0-1-26-16,6-2-70 16,21-1-118-16,12 0-110 15</inkml:trace>
  <inkml:trace contextRef="#ctx0" brushRef="#br0" timeOffset="-159558.678">10691 11339 686 0,'0'0'34'0,"0"0"29"0,0 0-19 0,0 0 20 16,0 0-11-16,0 0-27 16,40 30-7-16,-34-20-4 15,-5-3-7-15,-1-1-3 16,0-2-3-16,0-3 2 16,-3-1 4-16,-8 0 2 0,2-4-3 15,1-9 2-15,5 1-3 16,3 2-2-16,0 3 17 15,0 4 4-15,0 3-7 16,6 0-8-16,6 3-6 16,1 12-4-16,-5 5 3 15,1-2-3-15,-3 4 0 16,-3-4 1-16,-3-1-2 16,0-5 1-16,0-5-3 15,-6-1 2-15,-6-5-3 16,0-1 1-16,0 0-2 15,0-8 2-15,2-9 2 16,2-1 1-16,2 0 0 0,3 7 0 16,0 0 3-16,3 10 8 15,0 1-1-15,0 0-10 16,0 0 0-16,0 4 0 16,0 4 0-16,0 0 1 15,3-5-1-15,-3-3 0 16,2 0 1-16,-2 0 0 15,0 0 6-15,0-2-7 16,0-11 0-16,0-2-6 16,3-3-5-16,9 1 7 15,3 2 3-15,3 4-3 16,1 7 4-16,0 4 0 16,-1 1 1-16,2 21-1 15,-4 7 1-15,-1 8 1 16,-3 1 0-16,-9 3-2 0,3-3-2 15,-6 1 2-15,0-1 2 16,0-6-2-16,-12-6 1 16,-3-4 0-16,-6-2-2 15,-3-6-17-15,-4-7-27 16,0-5-23-16,-2-2-7 16,4 0 36-16,2-12 0 15,2-5 17-15,7 0 20 16,3-2 2-16,6 4 11 15,6-2 44-15,0 3-13 0,0 3-15 16,14 2-5 0,10 6 0-16,3 3-16 0,2 0-1 15,3 3-2 1,-4 13 1-16,0 1-3 0,-2 3-1 16,-3-1 2-16,-1 1-1 15,-3-1-1-15,-4-1-1 16,4-5-11-16,2-2-89 15,2-6-155-15</inkml:trace>
  <inkml:trace contextRef="#ctx0" brushRef="#br0" timeOffset="-159286.572">11434 11420 495 0,'0'0'54'0,"0"0"8"0,0 0-39 15,0 0 74-15,0 0-46 16,12 83-3-16,-8-53 16 16,1-1-10-16,-5-2-19 15,0-2-24-15,0-6-1 16,0-4-7-16,0-2-3 15,0-6-19-15,0-3-72 0,0-4-88 16,0 0-128-16</inkml:trace>
  <inkml:trace contextRef="#ctx0" brushRef="#br0" timeOffset="-159146.729">11455 11233 29 0,'0'0'498'16,"0"0"-449"-16,0 0-28 16,0 0-21-16,0 0-206 15</inkml:trace>
  <inkml:trace contextRef="#ctx0" brushRef="#br0" timeOffset="-158577.48">11659 11383 270 0,'0'0'321'0,"0"0"-223"15,0 75 52-15,0-44-39 16,0-1-53-16,0-1-28 15,0-4-16-15,0-4-8 16,0-3 0-16,0-5-4 16,0-5 0-16,0-5 0 15,0-3-2-15,0 0-11 16,0-1 10-16,0-15-32 0,0-7 12 16,0-4 11-16,7-2 6 15,4-1 0-15,4 0 4 16,-3 5 1-16,4 5 16 15,-1 8 5-15,0 4 11 16,0 8-4-16,3 0-10 16,-2 16-10-16,2 8 4 15,-4 0 0-15,-1 1-5 16,-1 1-4-16,-4 1-3 16,3-4-1-16,-2-1-3 15,0-4-58-15,5-5-83 16,-2-4-231-16</inkml:trace>
  <inkml:trace contextRef="#ctx0" brushRef="#br0" timeOffset="-158335.475">12147 11354 808 0,'0'0'62'15,"0"0"62"-15,0 0-68 16,0 0 0-16,-95 49-30 15,81-9-13-15,9 3-10 16,5-3 4-16,0-2 6 16,5-4-1-16,12-6-7 15,0-7-1-15,-3-6-4 16,10-5-23-16,-2-8-36 16,5-2-50-16,0 0-63 0,4-6-63 15,-1-14-91-15</inkml:trace>
  <inkml:trace contextRef="#ctx0" brushRef="#br0" timeOffset="-157606.671">12411 11351 744 0,'0'0'110'0,"0"0"55"16,0 0-100-16,0 0-27 15,0 0-24-15,0 0 11 16,-21 63 9-16,21-30 2 15,0 6 10-15,0-4-7 0,2 4-6 16,1-6-13 0,2-1-6-16,-2-4-5 0,-1-5-5 15,1-5-3-15,2-3 0 16,-2-7 1-16,0-2-1 16,3-6-1-16,2 0-9 15,1-1 8-15,8-15-2 16,-5-5-14-16,0-7 2 15,2-1-7-15,2-3 9 16,0 3 9-16,-1 6 2 16,-2 2 2-16,-2 8-1 15,-2 4 1-15,-2 5-1 16,-1 4-1-16,6 0-2 16,-2 4-2-16,-2 12 3 15,-1 1 1-15,-2 6-1 0,-2 0 3 16,0 3 3-1,-3-3 1-15,3-1 0 0,1-4-1 16,-1-2-2 0,2-3 0-16,2-6 0 0,4-4-1 15,5-3 1-15,3 0-1 16,4 0 0-16,7-12 0 16,1 0 0-16,2-5 1 15,5-2-2-15,-5 0 2 16,0-2-1-16,-5-2 3 15,-3 2 0-15,-3-2 11 16,-7 1 3-16,-5-1 0 0,-4 0-4 16,-6 5-2-16,0 1-10 15,0 5-1-15,-16 6-4 16,-7 6 2-16,-2 0 1 16,4 15-4-16,6 5-1 15,2 4 3-15,-1 3 2 16,4 0 1-16,0 2-1 15,5-2-2-15,4-4 3 16,1-3 0-16,0-4 0 16,1-3 0-16,12-5-4 15,2-1-24-15,6-1-22 16,3-6-69-16,2 0-75 16,2 0-176-16</inkml:trace>
  <inkml:trace contextRef="#ctx0" brushRef="#br0" timeOffset="-157301.022">13341 11414 677 0,'0'0'179'0,"0"0"-48"0,0 0-70 0,0 0-46 16,0 0-14-16,0 0-2 15,-29 37 2-15,29-9 0 16,0-1-1-16,0 0 1 15,2 1 1-15,9-6-2 0,0 0 0 16,3-1 2-16,-1-3 0 16,-1-1-1-16,-3 0 21 15,-3-4 13-15,-3-2 14 16,-3-1-9-16,0-1-14 16,0-4-1-16,-21 1 3 15,-9-1-10-15,-7 0-14 16,-14 1-4-16,-4 3-16 15,-7-2-136-15,3-1-369 16</inkml:trace>
  <inkml:trace contextRef="#ctx0" brushRef="#br0" timeOffset="-149761.104">16864 8629 141 0,'0'0'472'0,"0"0"-433"0,-105-37 29 0,64 33-6 0,-3-1-22 16,-1 4-2-16,-4 1-7 15,7 0-13-15,-3 1 3 16,0 8-11-16,0 2-2 16,2 3-3-16,6 2-1 15,6 0-3-15,5-1 0 16,8 4 0-16,2 1 0 15,7-1 0-15,4 6 1 16,5 3 3-16,0 1 1 0,0 10 3 16,6 2 3-16,8 2 2 15,-1 4-2-15,1 3-1 16,-1 3-2-16,-1 4 6 16,-3 4 0-16,0-1-1 15,-5-1 7-15,-1-1-3 16,-1-1 9-16,-2 2-3 15,0 2-2-15,0 2 2 16,0-1-6-16,0-1 3 16,0 1-4-16,0-4-5 15,0-3-4-15,4-2-1 16,1-5-1-16,-2-5-6 16,-2-7 2-16,-1-4 1 0,0-1-2 15,0-6 0-15,0-1 0 16,-1-3 2-16,-5-5-2 15,3-4 1-15,0-3-2 16,1-4 0-16,2-3 0 16,0-2 0-16,0 0 4 15,0 0 0-15,3 0 3 16,13-9-7-16,4 0 0 16,6 0 1-16,2 2 0 15,8-1 1-15,7 2-2 16,8-1 1-16,5 3-1 15,1-1 1-15,-3 3 0 16,0 2-1-16,-5-2 1 16,-3 2 0-16,-6 0-1 0,-9 0 2 15,-5 0 5-15,-13 0-1 16,-7 0 4-16,-1 0 10 16,-5 0-1-16,0 0 5 15,0 0-3-15,0 0-10 16,0 0-2-16,0-1-6 15,0-1 0-15,0-1-3 16,-5-2-1-16,-4-4-20 16,-4-2-62-16,-2-4-90 15,2-8-149-15</inkml:trace>
  <inkml:trace contextRef="#ctx0" brushRef="#br0" timeOffset="-148967.65">17085 9192 694 0,'0'0'75'0,"0"0"91"16,0 0-56-16,0 0-15 0,0 0-40 15,0 0-47-15,2-7-7 16,-2 35 45-1,6 3 2-15,-3 3 4 0,-2 2-15 16,4 0-3-16,-1-1-18 16,5 2 1-16,-1-4-13 15,1-4-3-15,1-7 0 16,2-2 4-16,2-8-5 16,3-7 0-16,4-5 0 15,-1 0-18-15,3-10-5 16,0-12 1-16,-4-4-8 15,-2-3 5-15,-4 2 5 0,0-2 12 16,-5 3 1 0,-2 6 7-16,-3 5 0 0,-3 5 0 15,2 2-1-15,-2 6 1 16,0 2-2-16,0 0-10 16,0 5 12-16,0 10 6 15,0 2 7-15,2-1 9 16,7 4 1-16,2-2-3 15,2 0-4-15,1-2-4 16,3 0-5-16,5-4-3 16,0 0-1-16,-2-4 1 15,7-5-4-15,-2 0-8 16,3-3-42-16,-3 0-37 16,-1-4-59-16,-2-15-119 15,-4-5-212-15</inkml:trace>
  <inkml:trace contextRef="#ctx0" brushRef="#br0" timeOffset="-148526.855">17737 9215 760 0,'0'0'155'0,"0"0"-40"0,0 0-67 0,0 0 12 16,0 0 16-16,0 0-14 15,0 95-1-15,-1-66-19 16,1-4-13-16,-2-4-6 15,2 0-11-15,-1-5-7 16,-2-2-2-16,3-6-1 0,0-1-2 16,0-7-8-16,0 0-2 15,0 0 2-15,0-12-18 16,4-8-22-16,8-4 12 16,9-3-1-16,0-1 11 15,-2 1 6-15,2 3 16 16,-3 3 3-16,0 4 2 15,0 6 1-15,-3 6 11 16,-2 4-3-16,1 1-1 16,-1 0 2-16,1 10 2 15,-4 9 3-15,-2 0 6 16,2 2 0-16,-4 2-5 16,-2 4 1-16,1-4-11 0,-2 1 1 15,-1-2-3-15,-2-4 0 16,0 0-4-16,4-5-1 15,-4-2-15-15,1-5-41 16,-1-2-34-16,5-4-88 16,-4 0-115-16</inkml:trace>
  <inkml:trace contextRef="#ctx0" brushRef="#br0" timeOffset="-148293.271">18091 9107 764 0,'0'0'2'0,"0"0"68"0,0 0 49 0,6 74-30 0,0-50-33 16,-2-2-6-16,2-5-5 16,-1-1-16-16,-2-5-19 15,2-3-9-15,-5-4-1 16,0-4-15-16,0 0-74 15,0 0-23-15,0-4-129 16,0-11-202-16</inkml:trace>
  <inkml:trace contextRef="#ctx0" brushRef="#br0" timeOffset="-147977.81">18311 9035 389 0,'0'0'142'0,"0"0"54"16,0 93-29-16,0-55-11 16,2 1-45-16,-1 3-52 15,1-4-1-15,1-2-11 16,3 0-23-16,0-8-9 16,4 2-6-16,-1-9-3 15,8-1-2-15,2-4-2 16,3-3 0-16,1-4 3 15,4-1-2-15,-2-4-2 16,-1 0 1-16,-3-3-2 0,-1-1-1 16,-3 0-8-16,-5 0-19 15,0-9-23-15,-4-3-26 16,-7-3-86 0,-1-2-153-16,0-6-301 0</inkml:trace>
  <inkml:trace contextRef="#ctx0" brushRef="#br0" timeOffset="-147835.847">18419 9276 527 0,'0'0'279'15,"0"0"-94"-15,0 0-93 16,0 0-49-16,0 0-35 16,84-54-8-16,-50 47-34 15,2 2-120-15,-2-6-253 16</inkml:trace>
  <inkml:trace contextRef="#ctx0" brushRef="#br0" timeOffset="-147318.72">19730 8814 201 0,'0'0'308'16,"0"0"-189"-16,0 0 11 16,0 0-25-16,-94-56-11 15,72 56-14-15,3 7-10 16,4 16-24-16,0 7 5 0,10 9 5 16,4 7-4-1,1 3-16-15,0 3-7 0,0 4-7 16,6 2-2-16,6 1 5 15,-3 1-12-15,-2-8-4 16,-1-7 0-16,0-7-5 16,-5-5-3-16,-1-9 4 15,0-3-4-15,0-4-1 16,0-8-14-16,0-1-9 16,0-5-25-16,0-3-20 15,0 0-8-15,0-9-59 16,-5-11-96-16,-1-6-163 15</inkml:trace>
  <inkml:trace contextRef="#ctx0" brushRef="#br0" timeOffset="-146792.445">19443 9248 720 0,'0'0'71'0,"0"0"-44"16,0 0 3-16,127-8-22 15,-69 8-8-15,4 0-20 16,0-3-67-16,-7 1-40 16,-6-2-72-16,-13-5 18 15,-11 1 78-15,-10-1 103 16,-10-3 42-16,-5 2 203 16,0 1-33-16,-11 3-81 0,-11 4 0 15,-1 2-13-15,-5 5-22 16,4 17-16-16,0 7-15 15,7 3-16-15,4 1-6 16,7-3-21-16,6 0-7 16,0-5-7-16,0-5-3 15,12-6 0-15,6-5-3 16,-1-6-2-16,3-3-5 16,0 0-19-16,-1-8-10 15,-1-10 3-15,3 0-4 16,-5-3 1-16,2-2 13 15,-4 6 14-15,-5 3 7 0,-2 4 2 16,-5 4 17-16,-1 5 26 16,-1 1-1-16,2 0-32 15,-2 5-11-15,1 11 18 16,1 5 1-16,1-1-2 16,1 0-10-16,1-3-5 15,6-3-1-15,0-3-2 16,4-5-20-16,4-2-55 15,2-4-57-15,7 0-92 16,2-4-174-16</inkml:trace>
  <inkml:trace contextRef="#ctx0" brushRef="#br0" timeOffset="-146559.858">20381 9117 752 0,'0'0'187'0,"0"0"-25"0,0 0-103 0,0 0-13 15,0 0-17-15,-97 44-2 16,81-12 5-16,7 5-5 16,4 0 0-16,5-4-9 15,0-3-5-15,0-4-7 16,5-8-1-16,8-7-4 16,9-4-1-16,5-7-36 15,3 0-35-15,7 0-38 16,1-16-28-16,2-6-84 0,-1-11-171 15</inkml:trace>
  <inkml:trace contextRef="#ctx0" brushRef="#br0" timeOffset="-146312.086">20718 9001 830 0,'0'0'102'0,"0"0"60"15,0 0-87-15,0 0-40 16,0 0-9-16,0 0 28 15,-44 85-2-15,44-43-11 16,0 4-9-16,0-5 10 16,0-1-21-16,0-2 5 15,1-10-14-15,-1-4-7 16,2-5-3-16,-1-7-2 16,6-5 0-16,-2-2-23 0,-1-5-22 15,2 0-40-15,-1 0-16 16,2-12-98-16,-6-8-188 15</inkml:trace>
  <inkml:trace contextRef="#ctx0" brushRef="#br0" timeOffset="-145847.831">20614 9230 698 0,'0'0'151'15,"0"0"-9"-15,0 0-79 16,0 0-45-16,91-15-9 15,-44 11-7-15,-2 0 2 0,-2-3-4 16,-4 0 0 0,-7 2 1-16,-7-2-1 0,-11 3 5 15,-8 4-5-15,-2 0 31 16,-4 0 39-16,0 0-32 16,0 16-29-16,-9 5 13 15,4 2 10-15,5 4 1 16,0-2-17-16,0-1-6 15,4 0-5-15,9-7-2 16,0-3 2-16,8-8 0 16,3-4-5-16,0-2-3 15,1 0-7-15,-2 0 0 16,-4-12 1-16,-4-3 5 16,-4-4 4-16,0-1 1 15,-8 0-1-15,2 1 2 0,-5 2 4 16,0 0 8-16,0 4 7 15,-12 0 4-15,-3 5-5 16,-6 0-11-16,-1 6-3 16,-2 2-6-16,2 0 2 15,3 0-2-15,3 0-7 16,9 10-48-16,5-2-57 16,2-1-92-16,0-4-208 15</inkml:trace>
  <inkml:trace contextRef="#ctx0" brushRef="#br0" timeOffset="-145526.57">21364 9134 743 0,'0'0'63'0,"0"0"57"0,0 0 0 15,0 0-20-15,20 74-26 16,-13-45-15-16,-3 1-9 15,2-7-12-15,-1-3-6 16,-2-9-20-16,-3-2-7 16,0-3-2-16,0-5-3 15,0-1-11-15,0 0-5 16,-3-8 11-16,-2-11-5 16,5-1 7-16,0-10-4 15,8-5-2-15,13-2 5 16,2 3-14-16,3 2 11 0,1 9 4 15,0 3-22-15,0 4-20 16,-4 8-29-16,-7 1-77 16,-5 7-161-16</inkml:trace>
  <inkml:trace contextRef="#ctx0" brushRef="#br0" timeOffset="-144656.51">20290 9773 138 0,'0'0'680'0,"0"0"-542"0,0 0-26 0,0 0-77 15,0 0 31-15,0 0 8 16,24 65-19-16,-14-37 3 16,-2-1-13-16,-4 1-8 15,-4-2-21-15,0-4-7 16,0-2-5-16,0-4-2 15,-6-5 1-15,-3-3-3 16,0-4-2-16,-1-4-7 0,7 0 0 16,0-4 7-16,3-12-11 15,0 0 12-15,4-1 1 16,10 2 0-16,4 2 0 16,1 3 3-16,1 4 0 15,4 3 1-15,1 3-3 16,0 0-1-16,-3 3 2 15,0 8-2-15,-5 4 0 16,-5-1 1-16,-2 0-1 16,-3 1-2-16,-6-4 2 15,-1 2 0-15,0-3-8 16,0-4-10-16,-6 0-7 16,-6-6-10-16,6 0-2 0,6 0 12 15,0-16 8 1,0-6-3-16,12 3 13 0,8 1 6 15,2 1 1-15,2 3 1 16,4 2 6-16,1 5-3 16,-1 3 0-16,0 4 1 15,-2 0-2-15,-6 0-2 16,-1 13 6-16,-8 4-2 16,-6 4 4-16,-4 0 8 15,-1-2-4-15,0 1-5 16,-1-2 0-16,-7-6-8 15,1-3-3-15,7-3-48 0,0-6-74 16,3 0-88 0,15-2-280-16</inkml:trace>
  <inkml:trace contextRef="#ctx0" brushRef="#br0" timeOffset="-144428.893">20979 9831 844 0,'0'0'134'0,"0"0"-23"0,0 0-73 0,0 0-32 0,0 0 17 16,0 75 8-16,2-41 1 15,-2 1 4-15,0-3-3 16,0-3-5-16,0-4-16 0,0-5-8 16,0-8-4-1,0-3-2-15,0-8-45 0,0 2-45 16,0-3-67-16,0 0-109 15,0-10-307-15</inkml:trace>
  <inkml:trace contextRef="#ctx0" brushRef="#br0" timeOffset="-144286.686">20926 9948 495 0,'0'0'194'15,"0"0"-50"-15,0 0-87 16,0 0-41-16,0 0-16 15,0 0-3-15,113-6-90 16,-70 12-82-16,5-3-179 0</inkml:trace>
  <inkml:trace contextRef="#ctx0" brushRef="#br0" timeOffset="-143852.138">21424 9915 12 0,'0'0'595'0,"0"0"-356"15,0 0-56-15,0 0-64 16,0 0-31-16,0 0-16 15,-111-22-36-15,85 46-17 16,6 4-12-16,2 3-3 16,8 1-3-16,4-2 0 15,6-5 1-15,0-3-2 16,0-8-24-16,10-7-22 16,8-6-10-16,3-1-22 0,3-1 0 15,-2-15-25-15,-1-7-34 16,2-8-14-16,-1-8 31 15,-7 2-32-15,1-5 57 16,-2 6 95-16,-5 3 11 16,-2 10 169-16,-7 8 19 15,0 5 21-15,0 4-55 16,0 6-74-16,0 0-57 16,0 11-26-16,0 12 14 15,0 11 12-15,0 6 16 16,-6 4 0-16,2-2-6 15,-2 0-9-15,1-4-14 16,2-4-9-16,3-4-8 16,0-6 1-16,0-6-5 0,12-5-8 15,5-5-30-15,1-6-33 16,2-2-82-16,1-2-125 16,0-23-567-16</inkml:trace>
  <inkml:trace contextRef="#ctx0" brushRef="#br0" timeOffset="-143059.69">21916 8669 514 0,'0'0'36'0,"0"0"-4"16,0 0 7-16,114-49-14 15,-70 41-11-15,1 3-8 0,-3 5 4 16,-6 0 13-16,-11 12 7 16,-7 14-21-16,-12 12-2 15,-6 12 3-15,-6 6-1 16,-21 8-5-16,-3-2 3 16,1 2-2-16,6-3-3 15,7 0 0-15,7-1 4 16,9-7 6-16,0-4 3 15,7-12-5-15,12-11-2 16,4-8-2-16,2-9-6 16,4-8-9-16,-1-1-24 15,0-3 1-15,-2-8 10 16,-7-5-7-16,-3 2 13 16,-5 4 8-16,-4 2 1 0,-4 3 0 15,-3 5-5 1,0 0 3-16,0 6 18 0,-11 15-5 15,0 5 11-15,-2 10-9 16,1 6-6-16,-2 3 8 16,1 8 8-16,2 2 14 15,5 6 17-15,5 2 11 16,-2-1 21-16,3 0-3 16,0 1-26-16,0-5-4 15,0-2-5-15,0-2 4 16,0-8-4-16,-7-9 3 15,-1-3-3-15,0-11-6 0,-2-5-5 16,1-4-16 0,2-5-2-16,1-4 0 0,-6-1 3 15,0-1 1-15,-6-3 1 16,1 0-13-16,0 0 4 16,3 0-8-16,-2-4 1 15,4-9-1-15,-3-2-18 16,1-7-51-16,-2-6-77 15,6-10-161-15</inkml:trace>
  <inkml:trace contextRef="#ctx0" brushRef="#br0" timeOffset="-142593.041">23353 8950 457 0,'0'0'127'0,"0"0"67"0,0 0-36 0,0 0-57 0,93 16-39 0,-43-16-16 16,2 0-10-16,-4 0-25 15,-6 0-6-15,-9-6-5 16,-14 3-3-16,-7 2-56 16,-12 1-59-16,0 0-150 0,-15 0-247 15</inkml:trace>
  <inkml:trace contextRef="#ctx0" brushRef="#br0" timeOffset="-142398.676">23447 9063 196 0,'0'0'286'16,"0"0"-65"-16,0 0-75 16,0 0-46-16,0 0-34 15,118 20-10-15,-75-20-21 16,0 0-8-16,-7-4-17 15,-3 0-5-15,-11-1-5 0,-7-2 0 16,-7 4-47 0,-4-5-106-16,-4-1-414 0</inkml:trace>
  <inkml:trace contextRef="#ctx0" brushRef="#br0" timeOffset="-139798.678">25245 8369 270 0,'0'0'295'0,"0"0"-277"0,98-38 75 0,-67 38-46 15,-5 0-25-15,-7 22-8 16,-7 7-4-16,-6 4 6 16,-6 4 0-16,0-1 2 0,-10-3 5 15,-10 0-3 1,-3-5-7-16,-6-4-7 0,2-3-1 16,2-5-1-16,-1-5 1 15,4-4-4-15,7-4-1 16,8 0-5-16,4-1 5 15,3-2 10-15,0 0 2 16,0 0 14-16,0 0 6 16,10 0 0-16,13 0-32 15,4 0 5-15,8 0 5 16,0 0 4-16,2 0-4 16,-3 0-3-16,-1 5-2 0,-3 2-4 15,-3-1 2 1,-6-1-3-16,0-4-28 0,-4-1-106 15,-3 0-93-15,1 0-442 16</inkml:trace>
  <inkml:trace contextRef="#ctx0" brushRef="#br0" timeOffset="-139562.301">25776 8506 765 0,'0'0'80'0,"0"0"-71"16,0 0 30-16,0 0 58 16,0 0-57-16,0 0 1 15,0 82-15-15,-2-68-8 0,-4-4-9 16,-2-2-4-16,0-2 0 16,-1-5-5-16,-2-1-3 15,3 0-41-15,6-5-63 16,2-14-154-16,2-5-372 15</inkml:trace>
  <inkml:trace contextRef="#ctx0" brushRef="#br0" timeOffset="-139122.194">26146 8307 760 0,'0'0'25'0,"0"0"104"0,0 0-31 16,-41 97-25-16,41-66-24 16,0 1-16-16,0-6-10 15,11-2-8-15,3-4-5 16,2-4-2-16,-1-8-2 16,4-2-1-16,3-3 0 15,4-3 0-15,0 0-4 16,3 0 0-16,0 0 4 15,-4-3-5-15,-1 1 0 16,-2 1 0-16,-7 1 1 16,-2 0 0-16,-4 0 5 15,-3 6 0-15,-3 5-1 0,-1 1 8 16,-2 5 3-16,0-3 3 16,-3 2-1-16,-11 0-2 15,-3-1 0-15,-7 1-1 16,-5-2-5-16,-2-2-5 15,0-3-2-15,-4 2-1 16,3-5-2-16,3-3-2 16,8-3-40-16,8 0-25 15,5 0-55-15,8-13-88 16,0-8-318-16</inkml:trace>
  <inkml:trace contextRef="#ctx0" brushRef="#br0" timeOffset="-138935.847">26241 8322 749 0,'0'0'48'0,"0"0"50"0,0 0-7 0,123-16-33 0,-70 16-34 16,4 0-13-16,-3 0-8 15,0 0-3-15,-5 0-27 16,-3 0-78-16,-3 0-154 15,-4-3-242-15</inkml:trace>
  <inkml:trace contextRef="#ctx0" brushRef="#br0" timeOffset="-138530.446">26942 8262 293 0,'0'0'88'0,"0"0"35"15,0 0 12-15,-28 76-36 16,21-43-22-16,-2 0 6 16,0 2-20-16,-3-2-20 15,-1-2-20-15,-1-4-10 16,2-4-7-16,2-5-2 0,1-4-1 16,3-7-3-1,3-2-12-15,0-5-21 0,3 3-4 16,0-3 37-16,0 0 3 15,0 0 1-15,0 0 0 16,0 0-2-16,3 0 1 16,9-3 6-16,4 3 0 15,4 0 6-15,0 0 1 16,4 0-1-16,-1 0-2 16,5 6-5-16,2-2 0 15,1 1-1-15,2-1-6 16,0 0 0-16,-2 0-2 15,-1-1 1-15,-5 0-31 16,-2-1-51-16,-7-2-142 16,-3 0-186-16</inkml:trace>
  <inkml:trace contextRef="#ctx0" brushRef="#br0" timeOffset="-138259.807">27135 8368 55 0,'0'0'720'0,"0"0"-720"0,0 0 65 0,0 0 35 16,-4 99-27-16,13-60-15 16,-2-2-3-16,0-3-1 0,-2 1-11 15,-2-3-8 1,-3-2-15-16,0-5-12 0,0-2-3 15,0-3-1-15,-5-4-4 16,1-4-8-16,4-7-50 16,0-2-101-16,0-3-165 15,9-1-346-15</inkml:trace>
  <inkml:trace contextRef="#ctx0" brushRef="#br0" timeOffset="-138012.331">27830 8354 875 0,'0'0'61'0,"0"0"44"16,0 0-43-16,0 0-14 16,-88 53-10-16,70-18-10 15,0-1-8-15,-1 1-12 16,-2-3-5-16,-1-3 0 15,1-4 1-15,-3-6-4 16,2-5-19-16,1-2-51 16,3-9-61-16,3-3-68 15,3 0-189-15</inkml:trace>
  <inkml:trace contextRef="#ctx0" brushRef="#br0" timeOffset="-137769.642">27547 8414 698 0,'0'0'105'0,"0"0"-48"16,0 0 30-16,0 0 14 15,0 0-46-15,76 87-11 16,-46-55 6-16,3-2-8 16,-1-4-9-16,0-2-9 15,-5-4-15-15,-7-6-3 16,-3-3-3-16,-2-5-3 15,-3-6-15-15,0 0-34 16,1 0-35-16,-1 0-57 16,3-15-125-16,-2-5-261 0</inkml:trace>
  <inkml:trace contextRef="#ctx0" brushRef="#br0" timeOffset="-137554.542">28093 8262 730 0,'0'0'64'16,"0"0"103"-16,0 0-112 16,0 0-45-16,0 0 73 15,12 89-19-15,-9-50-3 16,0 1-14-16,-2-3-7 16,1-4-19-16,-2-6-13 15,0-4-5-15,1-6-3 0,2-5-14 16,2-3-63-16,4-5-85 15,4-4-145-15</inkml:trace>
  <inkml:trace contextRef="#ctx0" brushRef="#br0" timeOffset="-137171.177">28432 8400 686 0,'0'0'68'0,"0"0"24"15,0 0 16-15,-36 93-47 16,36-66-16-16,1-1-10 16,17-5-3-16,0-5-18 15,4-3-6-15,4-6-3 0,0-4 1 16,3-3 0-16,2 0-3 16,-4 0-1-16,0-14 0 15,-3-1-2-15,-3-1 3 16,-5-2 1-16,0-4-2 15,-5 1 1-15,-1-2-1 16,-5 0-1-16,-5 4-1 16,0 1 0-16,-2 5 4 15,-15 4 31-15,-6 2-12 16,-1 2-11-16,-6 4-7 0,-1 1-2 16,-6 0-2-16,7 0 4 15,-1 7-5-15,7 3-21 16,6-3-27-16,6-2-42 15,5-2-89-15,7-3-193 16</inkml:trace>
  <inkml:trace contextRef="#ctx0" brushRef="#br0" timeOffset="-136918.68">28734 7946 905 0,'0'0'61'0,"0"0"61"0,0 0-82 0,0 0 14 0,94 11-19 15,-48-7-21-15,1-2-9 16,-1-1-3-16,-4-1-2 15,-5 0-44-15,-5 0-105 16,-7 0-170-16</inkml:trace>
  <inkml:trace contextRef="#ctx0" brushRef="#br0" timeOffset="-136558.853">29195 7646 700 0,'0'0'113'16,"0"0"50"-16,0 0-95 15,0 0-35-15,82-27-22 16,-55 33-5-16,-10 14-2 16,-8 4-1-16,-9 6 0 15,0 2 0-15,-14 1 3 16,-11-2-2-16,-2-5-3 15,-3 0 5-15,4-5-4 16,4-4 3-16,6-1 2 0,5-5 7 16,8-4-1-1,3 0-6-15,0-3 3 0,19 1 8 16,9 0 12-16,9-3-18 16,6-2-8-16,-1 0-1 15,3 0-3-15,-2-2-20 16,-4 1-68-16,-6-2-102 15,-9 3-433-15</inkml:trace>
  <inkml:trace contextRef="#ctx0" brushRef="#br0" timeOffset="-135875.53">29525 8385 840 0,'0'0'51'0,"0"0"26"0,0 0 38 16,12 82-18-16,3-56-42 15,0 0-4-15,0-2-9 16,-3-6-18-16,-6-3-9 15,-2-2-10-15,-2-6-3 16,-1-1-1-16,-1-5 3 16,0 2-4-16,0-3-10 0,0 0 6 15,0-10-13-15,0-10-3 16,0-3 20-16,3-3-2 16,9 0 2-16,2 4 0 15,-1 5-1-15,0 6 1 16,2 8 3-16,-3 3-1 15,4 0 0-15,0 11-1 16,-3 7-1-16,-1 2 2 16,-2 2-1-16,1-4 3 15,-5-2-4-15,-2-5 2 16,-1-3 0-16,-1-4 0 16,-1-4-2-16,-1 0-1 0,2 0-2 15,1 0 1 1,3-12-27-16,5-5 1 0,5-4 5 15,3-2 13-15,2-1 5 16,0 3 5-16,0 5 1 16,-1 4-1-16,2 6 2 15,-3 6-2-15,0 0 2 16,-4 3 0-16,0 15 3 16,-3 4 2-16,-3 3 14 15,-1 0-6-15,-1 0 8 16,-3-3-1-16,-1-3-4 15,0-2 0-15,0-4-2 16,-1-4-10-16,1-2-5 0,-2-2-1 16,-1 0-2-1,0-1-58-15,0-2-80 0,-13-2-174 16</inkml:trace>
  <inkml:trace contextRef="#ctx0" brushRef="#br0" timeOffset="-135072.531">25310 9015 579 0,'0'0'1'0,"91"-5"-1"0,-31 3 12 0,6 2 2 15,11 0-10-15,8 0 2 16,9 0-2-16,9 6-3 16,9 1 3-16,11 1 20 15,14 0 12-15,15-2-15 0,7-1-1 16,13 3 15-16,9-1 2 15,4 2-8-15,3-2 14 16,-2 0 3-16,5-1-9 16,-9-5-10-16,0-1-4 15,-6 0-7-15,-10 0 0 16,-4 0-5-16,-15-3 2 16,-9-4 7-16,-14-1 7 15,-11 1 17-15,-16 1 2 16,-12 0 7-16,-11 0-4 15,-10-1-8-15,-3 6-3 16,-3-2-15-16,-3 3-7 16,-4 0-7-16,-6 0-4 0,-8 0-4 15,-4 0 0-15,-9 0-1 16,-10 0 0-16,-3 0 0 16,-9 0-25-16,-2 0-48 15,-5 3-106-15,-20-2-51 16,-18-1-534-16</inkml:trace>
  <inkml:trace contextRef="#ctx0" brushRef="#br0" timeOffset="-134591.362">27033 9706 603 0,'0'0'72'0,"0"0"99"0,0 0-51 15,0 0-102-15,0 0-14 16,0 0 56-16,-6 81-24 15,5-45-4-15,-2 1-5 16,2-3-2-16,-1 0-7 16,1-4-7-16,1-6-10 15,0-1 2-15,0-8-3 16,0-1-12-16,4-5-60 16,2-5-54-16,0-4-151 0,-5 0-241 15</inkml:trace>
  <inkml:trace contextRef="#ctx0" brushRef="#br0" timeOffset="-134320.397">26828 10030 415 0,'0'0'54'0,"0"0"168"15,97 8-129-15,-45-8-18 16,6 0-20-16,-1 0-26 16,-6 0-15-16,-8 0 1 15,-14-4-8-15,-3-2-4 0,-13-2-2 16,-4 2 3-16,-4-1 1 16,-3 0-5-16,-2-1-24 15,0-2-96-15,-2 0-83 16,-10-1-129-16</inkml:trace>
  <inkml:trace contextRef="#ctx0" brushRef="#br0" timeOffset="-134156.801">27029 9756 119 0,'0'0'545'0,"0"0"-483"0,0 0 21 16,0 0-78-16,103-18-1 15,-52 18-4-15,1 0-17 16,-1-3-127-16,-2-1-156 16</inkml:trace>
  <inkml:trace contextRef="#ctx0" brushRef="#br0" timeOffset="-133728.428">27444 9729 351 0,'0'0'136'15,"0"0"69"-15,0 0-35 16,0 0-36-16,0 0-41 15,0 0-12-15,31 78-21 16,-19-61-12-16,-3 1-14 16,-3 0-6-16,-1 1-12 0,-2-4-9 15,-3 1-3-15,0-1-3 16,0-2 2-16,0-1-3 16,0-5-2-16,0-2-14 15,-3-5-6-15,-2 0 1 16,5-1 16-16,0-15-28 15,0-4 14-15,0 0 7 16,5-2-9-16,8 0 7 16,0 3 12-16,4 1 2 15,-1 2 0-15,2 5 0 16,0 3 3-16,1 2 2 16,-2 3 0-16,2 3 0 15,-1 0 0-15,-4 5-3 16,0 7 2-16,-2 3-1 0,-3 2-1 15,-1 2 1-15,-1 1-3 16,-4-2 2-16,-1-1-2 16,-2-2 1-16,0-3-1 15,0-2-2-15,0-2-44 16,3-4-104-16,3-4-110 16,3 0-248-16</inkml:trace>
  <inkml:trace contextRef="#ctx0" brushRef="#br0" timeOffset="-133078.708">28035 9757 612 0,'0'0'191'0,"0"0"-27"0,0 0-64 16,0 0-69-16,0 0-13 15,0 0 3-15,-61 50-3 16,55-25-8-16,1 3-3 15,5-5-1-15,0 2 2 16,0-5-3-16,12-6-1 16,6-5 2-16,4-5-6 15,2-4-4-15,5 0-42 16,-1-5-13-16,0-11-13 0,1-6-31 16,2-1-32-16,-3-10-8 15,-2 1-63-15,-3-5 41 16,-8 2 130-16,-3 5 35 15,-7 5 138-15,-5 7 82 16,0 6-14-16,0 5-23 16,0 3-36-16,0 4-62 15,-5 0-58-15,-1 8-25 16,2 12 28-16,4 6-6 16,0 2-4-16,0 6 14 15,0 0-11-15,8-2-2 16,2-2-4-16,-4-4-8 15,-2-6-1-15,1-4-1 16,-4-6-4-16,1-6-2 16,-1-3-1-16,1-1-11 0,3 0 6 15,1-7-17-15,4-10-17 16,0-3 12-16,3-3 14 16,1-3-1-16,2 5 2 15,-2 2 12-15,-4 7 0 16,1 5 1-16,-4 4 14 15,3 3 2-15,1 0-13 16,1 11-1-16,0 6 1 16,-3 3-2-16,-2 2 1 15,1-3-3-15,-3 3 1 16,1-3-1-16,1-4-3 16,-3-3-39-16,2-5-86 0,3-3-70 15,-2-4-135 1,2 0-253-16</inkml:trace>
  <inkml:trace contextRef="#ctx0" brushRef="#br0" timeOffset="-132784.448">28698 9883 426 0,'0'0'186'0,"0"0"50"0,88-35-82 16,-56 22-53-16,-1 2-30 16,-3-2-13-16,-6-1-27 15,0-3-6-15,-10-1-5 16,-3-2-8-16,-8 2-6 15,-1 2-2-15,-1 5-4 16,-19 4-3-16,-3 7 2 0,-3 0-2 16,1 7 1-1,2 14 1-15,6 6 0 0,5 7 1 16,5-2 3-16,6-1 3 16,1-2-3-16,0-6-1 15,12-2 2-15,9-5-1 16,6-7-3-16,4-4-24 15,6-5-37-15,4 0-60 16,0 0-65-16,0-5-162 16</inkml:trace>
  <inkml:trace contextRef="#ctx0" brushRef="#br0" timeOffset="-132477.701">29324 9731 563 0,'0'0'172'16,"0"0"71"-16,0 0-126 15,0 0-54-15,0 0-39 16,0 0-12-16,-22-48-12 16,12 52-1-16,4 15 1 15,3 1 0-15,2 3 1 16,1 1 1-16,0 3-1 16,3-3 0-16,7 0 2 15,1-1-3-15,-1-4 1 16,-1 1-1-16,-3 0 0 15,-2-5 7-15,-4 0 23 16,0-3 19-16,-7-2 1 16,-14 0-4-16,-6-5-9 0,-7 3-21 15,-11-6-13-15,-11-1-3 16,-11-1-46-16,-21 0-84 16,-18-3-199-16</inkml:trace>
  <inkml:trace contextRef="#ctx0" brushRef="#br0" timeOffset="-131741.569">25200 7662 504 0,'0'0'24'0,"0"0"62"0,0 0 39 0,0 0-18 15,0 0-79-15,-106-35-12 16,61 32-8-16,-1 1 10 15,-8 2-4-15,-4 0-4 16,0 13-9-16,0 13-1 16,4 8 0-16,6 13 3 15,8 7 0-15,7 14 9 16,8 11 5-16,4 7-9 0,9 11 3 16,6 3 0-1,6 5-5-15,0 2-2 0,3 1-1 16,5-4-3-16,-1-1 4 15,-4-7-3-15,-3 4-2 16,0 6 2-16,0 1 20 16,0 5 30-16,-3 2-4 15,3-3-9-15,0 2-18 16,19-6 10-16,8-5-9 16,6-9-3-16,0-10 7 15,0-6-8-15,1-9 0 16,0-11-5-16,2-9 7 15,1-5-4-15,2-9-10 0,5-15-1 16,8-11 0 0,6-8-4-16,4 0-9 0,6-18-40 15,-1-5-18-15,-1-9-64 16,-2-7-247-16</inkml:trace>
  <inkml:trace contextRef="#ctx0" brushRef="#br0" timeOffset="-130884.34">30483 7546 603 0,'0'0'9'0,"0"0"22"16,0 0 60-16,0 0-58 16,0 0 8-16,0 0-27 15,137 17-5-15,-64-1-6 16,-7 2-1-16,-7 2-2 15,-14 2 3-15,-10 5-3 16,-16 3-3-16,-11 5 1 0,-8 8 0 16,0 3 2-16,-6 9 16 15,-9 6 13-15,4 11 0 16,4 6-6-16,4 7-1 16,3 4-5-16,0 0 2 15,0 1-4-15,0 2 5 16,0 3-6-16,-3-2 2 15,-6 3 4-15,-2-3 3 16,-2 2-9-16,-5-1-3 16,0 2-1-16,-1 0 12 15,1-4-8-15,0-4 7 0,-3-2 7 16,-3-6-13-16,-4-4 0 16,-2-4-2-16,2-10-1 15,1-8-6-15,0-8 8 16,2-10 1-16,2-9-11 15,1-7-3-15,7-12 2 16,-4-8-3-16,-4 0-26 16,-7-5-47-16,-13-15-77 15,-13-9-244-15</inkml:trace>
  <inkml:trace contextRef="#ctx0" brushRef="#br0" timeOffset="-129679.773">14808 11272 585 0,'0'0'33'0,"0"0"76"15,0 0 10-15,0 0-45 16,0 0-46-16,-84 14 0 16,52 21 8-16,-1 6-11 0,2 0-5 15,-2-1 0-15,2-1-9 16,3-2-3-16,1-3-7 16,0-1 1-16,6-4-2 15,-5-4-11-15,4-3-33 16,3-2-73-16,4-8-82 15,2-8-236-15</inkml:trace>
  <inkml:trace contextRef="#ctx0" brushRef="#br0" timeOffset="-129262.208">14380 11255 276 0,'0'0'181'16,"0"0"-166"-16,0 0 20 15,0 0 40-15,84 77-12 16,-57-47-4-16,-2-3 12 16,1-1-6-16,-1 2-8 15,-1-4 1-15,-1 0-15 16,-1-1-12-16,1 0-9 15,0 2 24-15,-2-2-18 16,1 0-5-16,-1-2 9 0,-3-2-2 16,-3 0-5-1,-5-2-7-15,0-3-3 0,-4-1 4 16,-3-3-8-16,1-3 1 16,-4-3-7-16,0-1 6 15,0-2 5-15,0-1 18 16,0 0 2-16,0 0-12 15,0 0-14-15,0-3-10 16,0-4-3-16,-4 0-35 16,-3 0-50-16,-6-3-86 15,-4-4-277-15</inkml:trace>
  <inkml:trace contextRef="#ctx0" brushRef="#br0" timeOffset="-127995.557">15934 11373 727 0,'0'0'14'0,"0"0"17"0,0 0 48 15,95-36-17-15,-61 43-31 16,-4 11 4-16,-6 5-4 16,-8 1-13-16,-7 1-6 15,-7-1-4-15,-2 3-3 0,-2-3-2 16,-20 0-1 0,-12 0 5-16,-10-2 4 0,-3-1-10 15,-1-2-1-15,5-3-6 16,4-5-20-16,6-3 11 15,6-5 15-15,8-3 1 16,2 0-1-16,10 0 7 16,4-3 18-16,3-4 0 15,0-1-6-15,0 2-10 16,16 3-3-16,5 3-5 16,3 0 0-16,0 0-1 15,-2 12 5-15,4 5-1 16,-4 2 3-16,-2 2 6 0,-1 1 0 15,-3-4 5 1,-4-2-13-16,-1-1-2 0,-3-3-1 16,0-3 4-16,0-6-6 15,5 1-51-15,3-4-83 16,5-4-275-16</inkml:trace>
  <inkml:trace contextRef="#ctx0" brushRef="#br0" timeOffset="-127774.361">16348 11509 736 0,'0'0'144'0,"0"0"-91"0,0 0 15 0,0 0 3 16,0 0-28-16,0 0-12 0,-9 44-8 15,5-33-4-15,1-2-13 16,-2-2 1-16,1-1-7 15,4-3 0-15,-2-1-39 16,2-2-59-16,0 0-47 16,11-8-277-16</inkml:trace>
  <inkml:trace contextRef="#ctx0" brushRef="#br0" timeOffset="-127364.511">16621 11337 594 0,'0'0'140'16,"0"0"-93"-16,0 0 62 0,0 0-5 16,0 0-40-16,-4 86-18 15,4-60-9-15,4 3-4 16,10-6-12-16,0-3-11 16,-1-1-9-16,-1-6 2 15,-1-1-1-15,0-4 3 16,1-1-1-16,-3-2-2 15,0-1 2-15,1 0-3 16,5-1 0-16,4 0 2 16,2 0-1-16,5 1-2 15,-1 0 0-15,-1 5 0 0,-3 0 0 16,-3 2 2 0,-9 1-1-16,-3 4 0 0,-2 1 0 15,-4 3 0-15,0-2 3 16,-12 1 5-16,-7-1 3 15,-5-3-3-15,-3-2 1 16,-4-1-5-16,-4-4-2 16,2-4-3-16,2-1 0 15,4-3-33-15,10 0-54 16,6-6-76-16,9-12-181 16</inkml:trace>
  <inkml:trace contextRef="#ctx0" brushRef="#br0" timeOffset="-127195.641">16705 11315 632 0,'0'0'53'0,"0"0"-17"0,0 0 2 0,115-18-20 15,-59 18-18-15,4 0-24 16,-2 0-258-16</inkml:trace>
  <inkml:trace contextRef="#ctx0" brushRef="#br0" timeOffset="-126778.313">17234 11301 452 0,'0'0'181'0,"0"0"-52"15,0 0 15-15,-37 90-32 0,31-55-56 16,3 10-5-16,-1-2-14 15,1-2-12-15,0 0-3 16,-2-2-9-16,4-6-8 16,-5-2-3-16,3-5 1 15,-3-5-3-15,3-7-16 16,-3-3-11-16,3-6-8 16,-4-1 5-16,5-4 18 15,-1 0 9-15,0 0 3 16,-1-2 0-16,2-8 5 15,1-1-5-15,1 0 1 16,0 0 11-16,0-2 4 16,4 3 3-16,7 0 2 0,6 2-6 15,3 5-4 1,1 3-6-16,3 0 1 0,4 0-3 16,-3 0 0-16,5 3-1 15,-3 2-1-15,-2 2-1 16,2-1 0-16,-1-1 0 15,-1 0-26-15,-3-4-37 16,-2-1-52-16,-5 0-91 16,-5-7-150-16</inkml:trace>
  <inkml:trace contextRef="#ctx0" brushRef="#br0" timeOffset="-126516.723">17382 11351 696 0,'0'0'138'0,"0"0"-33"0,0 0-69 16,0 0-35-16,0 0 68 15,-13 83-25-15,13-38 7 16,0 2-6-16,10 5 11 16,0 0-5-16,-2 2-8 15,-3-2-20-15,-5-1-11 16,0-3-5-16,0-9-4 15,0-4-3-15,0-8 0 16,0-6-28-16,0-5-42 16,0-4-42-16,4-8-83 0,12-4-141 15</inkml:trace>
  <inkml:trace contextRef="#ctx0" brushRef="#br0" timeOffset="-126259.912">18064 11426 710 0,'0'0'51'16,"0"0"-10"-16,0 0 61 0,0 0-2 16,-65 107-46-16,51-62 0 15,-2-1-15-15,-1-4-9 16,-2 0-9-16,2-1-15 15,-1-7-2-15,3-6-4 16,1-3-11-16,3-8-60 16,-1-6-75-16,3-9-162 15,2 0-281-15</inkml:trace>
  <inkml:trace contextRef="#ctx0" brushRef="#br0" timeOffset="-126019.616">17885 11403 691 0,'0'0'89'0,"0"0"-51"15,0 0 57-15,39 75-3 16,-17-34-18-16,1 2-3 16,4-2-2-16,-4-1-23 15,0-5-11-15,-5-4-6 16,-4-4-24-16,-1-6-2 15,-6-4-3-15,-1-4-14 16,-2-6-59-16,-1-3-68 16,3-4-132-16,3 0-279 15</inkml:trace>
  <inkml:trace contextRef="#ctx0" brushRef="#br0" timeOffset="-125788.916">18376 11354 361 0,'0'0'377'16,"0"0"-332"-16,0 0 61 15,-17 89 8-15,17-39-32 16,0-2-15-16,0 0-4 16,2-4 1-16,6-8-27 15,-1 1-17-15,-3-8-11 16,1-7-8-16,-1-5-1 15,-2-7-51-15,2 0-72 16,6-10-91-16,4 0-225 0</inkml:trace>
  <inkml:trace contextRef="#ctx0" brushRef="#br0" timeOffset="-125405.706">18601 11537 683 0,'0'0'103'0,"0"0"-79"15,0 0 62-15,0 0-8 16,-14 88-29-16,14-54-19 16,0-1-7-16,5-2 0 15,9-4-2-15,3-4 0 16,2-9-7-16,3-7-2 0,0-3-3 16,2-4-1-1,-1 0-3-15,-3-16-2 0,2-2 1 16,-8-7 0-16,1-3 0 15,-6-4-2-15,-3 2 0 16,-6 3 0-16,0 4-2 16,0 3 0-16,-3 3 29 15,-13 3 0-15,-1 6-8 16,-7 2-1-16,2 5-9 16,-2 1-6-16,-6 0-3 15,3 0 0-15,0 8-1 16,-1-3-1-16,4 2 0 15,9 0-38-15,1-3-20 0,9-3-69 16,5-1-112 0,0 0-237-16</inkml:trace>
  <inkml:trace contextRef="#ctx0" brushRef="#br0" timeOffset="-125164.449">18703 11164 417 0,'0'0'357'0,"0"0"-269"0,0 0 11 0,0 0-36 16,0 0 31-16,0 0-28 16,74 20-41-16,-34-15-12 15,5-4-6-15,-2-1-2 16,-2 0-5-16,-7 0-30 15,-9 0-62-15,-2-6-117 16,-11-5-173-16</inkml:trace>
  <inkml:trace contextRef="#ctx0" brushRef="#br0" timeOffset="-124754.064">19144 10814 545 0,'0'0'81'0,"0"0"36"0,0 0-44 15,0 0-5-15,0 0-36 16,94-34-21-16,-74 46 1 16,-6 8-1-16,-5 8 5 15,-6 3 4-15,-3 0 2 16,-7 0-4-16,-15-2-2 15,-8-2-8-15,-3-1-1 16,3-5 2-16,0 0-2 16,9-4 3-16,2-3-4 15,11-3-2-15,5 1-1 16,3-4 10-16,0 1 7 0,6-2 12 16,18 2 13-16,7-4 3 15,4 2-20-15,2-6-13 16,1 2-3-16,-1 1-7 15,3 1-3-15,-3-1-1 16,-1 3-1-16,-7-3-15 16,-6 1-42-16,-9-2-55 15,-8-1-87-15,-6 0-419 16</inkml:trace>
  <inkml:trace contextRef="#ctx0" brushRef="#br0" timeOffset="-123846.52">19610 11270 94 0,'0'0'589'0,"0"0"-490"0,0 0-54 15,0 0 78-15,0 0-44 16,-4 85-10-16,4-51-22 16,0 0-9-16,0 1-5 15,7-4-8-15,-3-6-5 16,-1-6-10-16,-3-1-9 0,0-7 3 15,0-1 0 1,0-4-4-16,0-5-1 0,0-1-7 16,0 0 8-16,0-7-2 15,0-10 0-15,0-5-2 16,6-1 4-16,4 2 1 16,7 1 0-16,1 5-1 15,4 4 0-15,2 3 0 16,4 8 3-16,-2 0-1 15,1 0 4-15,-8 16-3 16,2 4 3-16,-3 2-1 16,-6 1 1-16,-3 1-1 0,-4-4-2 15,-5-1-2 1,0-4 1-16,0-3 0 0,0-2-1 16,0-6-1-16,0-1 0 15,0-3-8-15,0 0 8 16,3-8-1-16,5-13-10 15,3-4 5-15,6-4-7 16,0-2 6-16,2 0 3 16,-1 2 2-16,-1 3-3 15,-1 6 3-15,-1 8 1 16,1 2 0-16,-1 8 0 16,3 2-1-16,-1 1 0 15,-1 15 2-15,2 11 4 16,-2 1 5-16,-2 1 6 15,-2 2 3-15,-2-1 0 0,3-2-3 16,-4-5 2 0,-1-1 3-16,0-7-6 0,-4-4-9 15,0-3-1-15,-1-2-4 16,-1-1-1-16,-2-3-54 16,0-1-75-16,0 4-207 15</inkml:trace>
  <inkml:trace contextRef="#ctx0" brushRef="#br0" timeOffset="-122856.615">15522 12272 483 0,'0'0'41'0,"0"0"0"0,0 0 34 16,0 0-3-16,100-18-32 15,-45 17-9-15,12-3-11 16,12 3-1-16,10 1 0 16,15 0 24-16,15 0 9 15,14 0-19-15,8-1-19 16,4 0-6-16,3 1-3 16,3 0 1-16,-5 0-1 15,0 0-5-15,0 1 1 16,-1 5 1-16,6-1-1 15,-5-2 1-15,-9 0-1 0,2-1-1 16,-11 3 2 0,-9-1 0-16,1-1-1 0,-5 2 0 15,0-1-1-15,1 1-1 16,2-4 1-16,-1-1 1 16,0 0-1-16,-1 0 3 15,2 0-2-15,-2 0 2 16,-2-1-3-16,-2-5 1 15,-3 2 1-15,0 1-2 16,-2-1 0-16,2 1 0 16,-3-2 0-16,-9 2 1 15,-6-1 3-15,-7 1 17 0,-5 0 12 16,-8 3-2 0,2 0 0-16,-9 0 7 0,-2 0-4 15,-13 0-9-15,-7 0-2 16,-10 0-1-16,-6 1-6 15,-10 1-4-15,-1-1 1 16,-7-1-5-16,-5 2 2 16,-2-2-5-16,-1 1-1 15,0 0-4-15,0-1-16 16,-18 0-74-16,-16 0-88 16,-15 0-237-16</inkml:trace>
  <inkml:trace contextRef="#ctx0" brushRef="#br0" timeOffset="-122134.13">17256 13044 494 0,'0'0'167'0,"0"0"14"0,0 0-33 0,0 0-60 15,0 0-12-15,0 0-55 0,-11-28-13 16,11 51 20-16,0 3 0 16,0 2 2-16,0 1-2 15,0-4-12-15,0-3-6 16,0-2-4-16,0-2-3 15,0-6-3-15,0-3-3 16,0-3-50-16,0-3-52 16,0 0-52-16,0-3-179 15,-8 0-301-15</inkml:trace>
  <inkml:trace contextRef="#ctx0" brushRef="#br0" timeOffset="-121886.628">17054 13288 277 0,'0'0'175'0,"0"0"-44"16,0 0 28-16,79 0-65 16,-49 0-34-16,1-1-13 15,2-2-12-15,6-1-15 16,-2 4-5-16,-3 0-4 15,-4 0-7-15,-8-2 0 16,-9 2-4-16,-3-3-29 16,-4 1-51-16,-6-3-75 15,0-3-209-15</inkml:trace>
  <inkml:trace contextRef="#ctx0" brushRef="#br0" timeOffset="-121722">17172 13033 490 0,'0'0'27'0,"0"0"10"15,0 0-4-15,0 0-26 16,100-17-7-16,-55 13-21 16,5 2-146-16,-3-2-170 15</inkml:trace>
  <inkml:trace contextRef="#ctx0" brushRef="#br0" timeOffset="-121318.7">17554 12971 403 0,'0'0'135'0,"0"0"-19"0,0 0 58 15,0 0-40-15,0 0-46 16,-27 79-22-16,27-52-1 16,0-1-19-16,0 1-20 15,6-2 2-15,1-3-13 16,-4-4-10-16,2-2-3 15,-2-5 2-15,-2-3-4 16,1-3 0-16,-2-3-10 16,0-2-15-16,0 0 3 15,0 0 15-15,0-9-28 0,0-10 3 16,0-2 10-16,6-2 1 16,5 3 16-16,2-2 4 15,3 4 1-15,2 2 2 16,3 6 4-16,-2 4 5 15,4 5-1-15,-4 1 2 16,1 0-8-16,-3 13 0 16,-2 7 2-16,-1 3 3 15,-5-1 3-15,-2 2-3 16,-1-3-5-16,-3-2 0 16,-2-3-1-16,2-5-3 15,0-2-37-15,5-4-87 16,4-5-165-16,9 0-227 15</inkml:trace>
  <inkml:trace contextRef="#ctx0" brushRef="#br0" timeOffset="-121071.137">18060 13016 357 0,'0'0'307'0,"0"0"-66"0,0 0-96 0,0 0-86 0,0 0-33 16,0 0-5-16,-86 35-1 15,75-6 2-15,5 6 8 16,6-4-5-16,0-3 0 16,0-4-11-16,6-6-9 15,8-5 5-15,1-7-10 16,6-4-3-16,3-2-29 0,3 0-43 16,3-5-22-16,-2-11-31 15,6-5-60-15,-1-2-17 16,-7-8-77-16</inkml:trace>
  <inkml:trace contextRef="#ctx0" brushRef="#br0" timeOffset="-120028.744">18273 12962 202 0,'0'0'279'0,"0"0"-53"15,0 0-13-15,0 0-44 16,0 0-66-16,0 0-61 16,0-45-41-16,0 68 16 15,0 8 13-15,0 4 0 16,0 3 11-16,2 1-3 15,-2-2-9-15,4-4-4 0,-3-4-13 16,4-4 0 0,-4-4-8-16,2-8-3 0,-1-4 0 15,-2-4 2-15,4-5-3 16,1 0-9-16,-1 0 0 16,8-4 5-16,3-12-12 15,0-4 0-15,0-6-12 16,6-2 7-16,-1 0 8 15,5 4 10-15,-3 3 3 16,-1 6-2-16,-3 10-2 16,-3 5 3-16,1 0 0 15,-3 4 2-15,-4 14 0 0,2 4 6 16,-4 6-2 0,-4 0 0-16,-3-2-3 0,0-2 0 15,3-5 3 1,-3 1-5-16,3-6-15 0,0-5-54 15,3-2-77-15,4-6-27 16,3-1-27-16,-1 0 63 16,8-1 42-16,1-13 66 15,3-4 29-15,5 0 24 16,1-1 78-16,1-4 38 16,2 3-9-16,1-1-26 15,-3-1-39-15,3 0-5 16,-5 2-11-16,-7 2-10 0,-4-1-5 15,-7-1-9 1,-10 1-8-16,-1 2-12 0,0 4-6 16,-12 4-1-16,-13 7 1 15,-5 2 0-15,0 0 0 16,3 16-2-16,5 7 2 16,1 4 4-16,6 2 10 15,6-1 5-15,8 2-1 16,1-3-9-16,1-5-2 15,15-2-3-15,7-6 1 16,4-2 0-16,0-6-3 16,1-4-2-16,5-2-26 15,0 0-31-15,1 0-26 16,0-2-56-16,3-10-52 0,4-3-47 16,-1-5-26-16,5-3 96 15,-3-6 158-15,0-6 10 16,-4-3 100-16,-5 3 61 15,-9 4-4-15,-8 7 44 16,-10 3-49-16,-6 9-44 16,0 3-36-16,-1 3-33 15,-13 5-22-15,-5 1-17 16,0 0 0-16,1 11-1 16,3 9 0-16,7 0 1 15,7 5 0-15,1-5 0 16,1 2 1-16,17-5 5 15,5 0-3-15,4-2-1 0,4-2 3 16,2 1-4 0,-2 2 0-16,-3-1-1 0,-8 2 0 15,-3 3 1-15,-9-3-1 16,-2 3 15-16,-6-2 15 16,0-4 15-16,0-1-6 15,-14-3-4-15,0-5-3 16,-9 0-8-16,-2-2-11 15,-8-2-7-15,-3-1-6 16,-1 0-31-16,4 0-111 16,0 0-215-16</inkml:trace>
  <inkml:trace contextRef="#ctx0" brushRef="#br0" timeOffset="-119115.802">11689 10658 518 0,'0'0'10'0,"0"0"-10"0,0 0 21 0,0 0 22 16,0 0-35-16,0 0 23 16,46 82 38-16,8-23-9 15,8 11-10-15,10 10-8 16,7 6-6-16,5 5-6 15,13 8 12-15,4 4 12 16,4 0-14-16,2-1-1 16,-5-5 2-16,-5-8 8 15,-8-9-4-15,-12-6-7 0,-9-15-2 16,-12-6-3 0,-11-14-3-16,-6-8-2 0,-9-10-9 15,-5-8 3-15,-4-6-4 16,-6-5 0-16,0-2-3 15,-5 0-2-15,5-4-6 16,-3-7-3-16,-1-1-3 16,-1-3-1-16,-4 1-14 15,3 0-33-15,-1-3-72 16,-1-3-111-16,6-5-476 16</inkml:trace>
  <inkml:trace contextRef="#ctx0" brushRef="#br0" timeOffset="-118207.705">18430 12670 430 0,'0'0'12'0,"0"0"20"0,0 0 33 0,-80-18-5 0,76 18 16 16,4 0-35-16,0 12-21 15,12 17 24-15,21 14 28 16,16 12-8-16,18 11-8 16,18 9 1-16,11 5-10 15,5 0-15-15,5 2 5 16,-8-2-6-16,-10-2 4 0,-8-7-2 16,-13-2-8-16,-6-7 1 15,-7-3-2-15,-7-4 2 16,-6-3 7-16,-9-11-12 15,-8-10 0-15,-7-7-9 16,-6-10-1-16,-6-6-3 16,-2-4 0-16,-1-4 1 15,-2 0 7-15,0 0 0 16,6-2-2-16,1-6-14 16,0-4-7-16,-7 1-51 15,-3-6-135-15,-24-8-364 16</inkml:trace>
  <inkml:trace contextRef="#ctx0" brushRef="#br0" timeOffset="-111366.318">2751 14598 530 0,'0'0'49'0,"0"0"36"0,0 0 26 0,22-77-44 16,5 68 6-16,6 9-34 15,-2 3-16-15,2 19 11 16,-2 9 4-16,-5 6-5 16,-3 3-12-16,-9 4-6 15,-11 4-3-15,-3 2-4 16,0-3-2-16,-6-4-3 16,-18-5 0-16,-4-8 0 15,0-5-2-15,-4-4-1 0,1-7 5 16,-5-5-5-1,3-5 2-15,-1-4-2 0,1 0 0 16,8-6-1-16,1-8 1 16,13-1 1-16,7-2 2 15,4-1-3-15,1 2 1 16,20 3-1-16,3 5 0 16,9 4 1-16,-3 4 2 15,7 0-1-15,-4 0 5 16,-2 4 2-16,-3 7-2 15,-3-2 2-15,-5 1-3 16,-5-3-5-16,2 1 0 16,-7-2 0-16,0 0-2 15,-2-4 1-15,-2-2-68 0,6 0-80 16,-2-1-207-16</inkml:trace>
  <inkml:trace contextRef="#ctx0" brushRef="#br0" timeOffset="-111149.582">3248 14613 698 0,'0'0'78'0,"0"0"-24"0,0 0 51 0,0 0 2 16,0 0-41-16,0 0-31 15,8 57-5-15,-8-41-8 16,-1-4-9-16,-12-1-2 15,-1-2-1-15,-2-2-10 0,13-5-9 16,1-2-66-16,2 0-74 16,5-4-240-16</inkml:trace>
  <inkml:trace contextRef="#ctx0" brushRef="#br0" timeOffset="-110782.57">3494 14418 688 0,'0'0'33'0,"0"0"36"16,0 0 101-16,0 0-64 0,-57 85-41 15,57-59-21-15,6-3-5 16,18 0-2-16,0-7-13 16,7-2-10-16,-1-6-7 15,0-1-7-15,-3-6 5 16,-2 3-1-16,-1-4 0 15,-6 0-3-15,3 0 0 16,-4 0 0-16,0 0-1 16,-1 0 1-16,-2 0-2 15,-5 4 1-15,1 4 0 16,-7 3-2-16,-3 5 2 16,0 1 3-16,-9 0 5 15,-13 4-2-15,-8-1-1 16,-3-1-2-16,-1-3-2 15,1-4-1-15,3-5-46 0,5-7-52 16,4 0-62-16,12-6-245 16</inkml:trace>
  <inkml:trace contextRef="#ctx0" brushRef="#br0" timeOffset="-110347.829">3554 14426 694 0,'0'0'42'16,"0"0"49"-16,0 0 4 0,0 0-50 16,99-53-30-16,-51 42-11 15,0 2-4-15,-5 0-24 16,-4-1-72-16,-6-2-44 16,-3 3-30-16,-11-2 6 15,-10 2 94-15,-7 0 70 16,-2 1 5-16,0 2 85 15,0 2 40-15,-8 3 17 16,-1 1 0-16,3 0-40 16,0 15-30-16,5 10-14 15,1 10-3-15,0 2-7 16,0 4-16-16,0 2-7 16,0-4-5-16,5-3-7 15,3-6-8-15,1-5-5 16,3-8-1-16,-2-7-2 0,4-3 3 15,5-6-1 1,2-1 3-16,2 0-3 0,-1-6-4 16,0-5-1-16,-2-2-6 15,-4 0-17-15,2-1-15 16,-6 0-26-16,-2 0-69 16,-1-2-82-16,-6-4-138 15</inkml:trace>
  <inkml:trace contextRef="#ctx0" brushRef="#br0" timeOffset="-110114.314">4095 14369 584 0,'0'0'66'0,"0"0"92"0,0 0-23 0,-6 82-27 0,6-47-28 0,0 0-2 15,0 5-14-15,6 0-5 16,-3-4-24-16,3 4-11 15,0-3-8-15,0-4-13 16,0-6 2-16,-2-3-5 16,2-9-5-16,2-8-58 15,7-7-40-15,0 0-60 16,4-13-140-16,5-16-298 16</inkml:trace>
  <inkml:trace contextRef="#ctx0" brushRef="#br0" timeOffset="-109903.232">4502 14168 619 0,'0'0'112'15,"0"0"-41"-15,0 0-10 16,0 0 24-16,0 0-17 16,-16 103-39-16,4-64-9 15,0-4 0-15,1 1-6 16,-2-6-10-16,1-3 4 15,-1-2-8-15,-2-5-19 16,-3-7-91-16,1-3-179 16,-2-10-388-16</inkml:trace>
  <inkml:trace contextRef="#ctx0" brushRef="#br0" timeOffset="-109711.261">4329 14304 641 0,'0'0'11'0,"0"0"120"16,0 0-39-16,94 73-11 16,-61-50-39-16,-2-2-18 15,-1-2 10-15,1-6-19 16,-4-1-8-16,-4-5-4 16,-1-6-3-16,-3-1-85 15,1 0-135-15,-5-15-279 16</inkml:trace>
  <inkml:trace contextRef="#ctx0" brushRef="#br0" timeOffset="-109304.519">4780 13896 667 0,'0'0'69'15,"0"0"-63"-15,0 0 35 16,0 0 45-16,-12 86-19 15,18-35-20-15,10 2 16 16,1-3-6-16,2-2-8 16,-1-7-12-16,-2-1-15 0,1-11-10 15,-4-3-6-15,4-9-2 16,-4-6 1-16,5-6-5 16,-2-5-4-16,1 0-13 15,1-3 2-15,-3-13-1 16,1-3 5-16,0-2 7 15,-8-3 1-15,1-1 0 16,-6 2 0-16,-3 2 1 16,0 6 2-16,-8 4-2 15,-11 5 2-15,-6 6 5 16,-4 0 0-16,-2 2-2 16,-5 14-2-16,5-1 0 15,4 4 0-15,9-2-1 0,9-2-12 16,7-2-63-1,2-8-105-15,5-5-182 0</inkml:trace>
  <inkml:trace contextRef="#ctx0" brushRef="#br0" timeOffset="-109154.464">5053 14073 723 0,'0'0'60'0,"0"0"112"15,0 0-117-15,0 0-55 16,0 0-20-16,0 0-146 16,31-2-281-16</inkml:trace>
  <inkml:trace contextRef="#ctx0" brushRef="#br0" timeOffset="-108330.984">5360 13855 603 0,'0'0'108'0,"0"0"27"15,0 0-37-15,0 0-28 16,0 0-22-16,82 2-2 16,-70 16-3-16,-3 5-4 15,-2 2-9-15,-5 0-12 16,-2-2-7-16,0-3-5 0,0-3-6 15,-3-6 6-15,-6-4-3 16,2-4-3-16,-1-3 5 16,-2 0-5-16,4-2-5 15,0-10 0-15,1-2-1 16,2-1 5-16,3-3 1 16,0 3 0-16,0 2 0 15,0 5 0-15,8 2 0 16,1 6 0-16,1 0 1 15,-2 0 3-15,2 7-2 16,-1 3 3-16,-5 1-2 16,-2 0-2-16,-2-1 1 15,0-3-2-15,0 2 2 16,0-5-1-16,-2-2 1 0,-4-2-2 16,-4 0-3-16,3 0-8 15,2-6 0-15,2-10 1 16,3-1 6-16,0-4 2 15,5 0 2-15,7 3 0 16,2 4-1-16,3 5 0 16,1 9 1-16,-3 0-2 15,0 5-2-15,-2 17 0 16,0 3-1-16,1 6 5 16,-6 2-1-16,0 1 1 15,-5 0 0-15,-3 0 0 16,0-4 0-16,-8 3 0 0,-9-6 0 15,-5-2 0-15,-5-4-6 16,3-2-45-16,-3-4-5 16,5-7-36-16,7-8 24 15,6 0 55-15,4 0 13 16,5-12 3-16,0-2 4 16,2-2 30-16,10 5-12 15,3 1 3-15,-2 4 13 16,2 5-8-16,6 1-21 15,-3 0-4-15,-2 3-3 16,1 7-1-16,-3 1 1 16,5-2 0-16,4 2-1 15,-2-8 3-15,7 1-6 0,1-4 4 16,-2 0-5-16,4-4 0 16,-2-3-22-16,-1-5-32 15,-3-3-62-15,-6-4-184 16</inkml:trace>
  <inkml:trace contextRef="#ctx0" brushRef="#br0" timeOffset="-107661.947">5211 14136 315 0,'0'0'88'0,"0"0"37"0,0 0-47 16,0 0-21-16,0 0-24 15,0 0 15-15,-3-42 9 16,3 28-5-16,0 0 2 16,3-7-13-16,16-1-14 15,5-3-18-15,12 2-5 16,0-1-3-16,9 2-1 15,-1 1-13-15,4 4-80 16,-3 1-127-16,-6 6-220 16</inkml:trace>
  <inkml:trace contextRef="#ctx0" brushRef="#br0" timeOffset="-106649.537">2788 15261 258 0,'0'0'31'0,"0"0"-1"0,0 0 27 0,0 0-17 0,140-52-8 16,-43 13-12-16,33-8-1 15,49-10 3-15,41-8 18 16,30-5 0-16,20-5-19 15,8 0 1-15,2 6-7 16,-7 4-6-16,-18 6 3 16,-19 7 30-16,-30 2 9 15,-27 0-13-15,-23 4-13 16,-26 4-9-16,-21 2-2 16,-25 7 7-16,-21 3 20 15,-25 9 5-15,-17 5 8 16,-12 6-2-16,-9 7-27 0,-4 3-15 15,-26 0-10 1,-9 6-20-16,-9 15-73 0,-10 2-122 16,-12 3-266-16</inkml:trace>
  <inkml:trace contextRef="#ctx0" brushRef="#br0" timeOffset="-104392.492">4805 15136 481 0,'0'0'54'0,"0"0"83"0,0 0-51 0,2-74-46 15,-23 71 7-15,-9 3-33 16,-4 6-8-16,1 15 4 16,6 7 10-16,9 3-5 15,13 3-1-15,5 0-1 16,11-3-5-16,20-7 2 15,5-2-3-15,9-6 0 16,0-3-2-16,-3-3 0 16,-4-1-1-16,-5 0 2 15,-12 2-1-15,-8 3-3 0,-8-2 4 16,-5 6-3-16,-11-1 4 16,-22 0-4-16,-5-2 2 15,-4-1-1-15,0-5-2 16,5-5 0-16,3-4-1 15,11 0 0-15,10-20 5 16,13-6 0-16,0-9-5 16,25-5-1-16,8-4 0 15,9-3 2-15,-4 2 4 16,-5 1-2-16,-3 5-1 16,-7 5 11-16,-7 7 0 15,-10 8-2-15,-6 6 10 16,-6 5-9-16,-19 5-9 0,-5 3-4 15,-3 0 0-15,5 5 1 16,4 7-1-16,13-2-10 16,8-1-81-16,3-9-187 15</inkml:trace>
  <inkml:trace contextRef="#ctx0" brushRef="#br0" timeOffset="-103499.785">4368 15368 181 0,'0'0'38'0,"0"0"14"0,0 0 69 0,0 0 14 0,-22-76-80 15,11 66 15-15,1 3 25 16,1 2-1-16,-5 3-26 16,-5 2-11-16,2 0-19 15,-5 18-13-15,0 8-10 16,0 9 1-16,3 5 3 16,5 5 0-16,6-2-2 15,7-3-7-15,1-6-3 16,0-4 1-16,17-9-1 0,0-6-4 15,10-7 3 1,1-6 1-16,2-2-2 0,3-5-2 16,-2-11-1-16,-4-8-2 15,-3-6 0-15,-11-2-1 16,-5-5 1-16,-5-1 0 16,-3 2 2-16,0 1 0 15,-15 6 0-15,-9 6-2 16,-1 9 2-16,-2 7 5 15,4 7 4-15,-2 0-4 16,6 1-7-16,-1 12 0 16,7 1 0-16,7 0-2 0,4 2-39 15,2-7-98-15,2-3-169 16</inkml:trace>
  <inkml:trace contextRef="#ctx0" brushRef="#br0" timeOffset="-102023.485">3665 15518 306 0,'0'0'221'0,"0"0"-180"0,0 0 40 0,0 0 1 0,0 0-12 16,-52 84-14-16,52-57-23 15,0-1-6-15,0-4-6 16,0-5-3-16,0-3-8 16,0-4-5-16,0-6-2 15,0-1 1-15,0-3-2 16,0 0 6-16,7 0 6 16,4-6-12-16,8-5 0 15,4-2-2-15,8 4 1 16,4 2-1-16,0 3 0 15,-1 4 0-15,-2 0 5 16,-4 0 7-16,-5 5 9 0,-4 9-1 16,-7 0-2-16,-3 2-5 15,-6-1 0-15,-3 2 10 16,0 0-3-16,-15 0 4 16,-6 0-9-16,-6 0-8 15,-6 0 1-15,-1-1-6 16,-3 0 0-16,1-5 0 15,3-4-2-15,6-4-15 0,8-3-41 16,7 0-35 0,6-14-91-16,6-10-240 0</inkml:trace>
  <inkml:trace contextRef="#ctx0" brushRef="#br0" timeOffset="-101774.134">3659 15509 138 0,'0'0'323'0,"0"0"-275"0,0 0 78 15,0 0-10-15,0 0-32 16,0 0 27-16,66-21-43 16,-24 6-14-16,10-7-14 15,3 2-7-15,3-4-12 16,-4 1-11-16,-8 7-6 15,-14 3 1-15,-13 7-5 0,-13 1-11 16,-6 5-48-16,0 0-80 16,-19 0-165-16</inkml:trace>
  <inkml:trace contextRef="#ctx0" brushRef="#br0" timeOffset="-95881.24">4471 15800 60 0,'0'0'414'0,"0"0"-367"0,0 0 89 0,0 0 0 0,0 0-48 15,0 0-76-15,0 0 25 16,9 39 5-16,-9 12-6 16,0 2-13-16,0-3 1 15,-3-4-8-15,2-6-8 16,-4-8-4-16,2-10-1 15,0-5-2-15,-3-9 4 0,3-4-3 16,1-1 0 0,2-3 4-16,-1 0 3 0,-1 0-1 15,-2 0-7-15,1 0 1 16,3-3 0-16,0-1 0 16,0 0-1-16,0-1 0 15,18-3-1-15,9 0 0 16,1 0 0-16,5-1 0 15,1 0 0-15,-1 3 1 16,0-3-1-16,-5 1-25 16,1 3-44-16,-7 0-63 15,-10-2-128-15,-12-2-127 16</inkml:trace>
  <inkml:trace contextRef="#ctx0" brushRef="#br0" timeOffset="-95671.23">4575 15900 498 0,'0'0'72'0,"0"0"-36"16,0 0 44-16,0 0 34 15,-10 95-16-15,20-53-27 16,4 5-17-16,2-4-8 16,-1 0-18-16,3-4-11 15,0-2-9-15,4-4-3 16,2-7-3-16,4-5-2 15,4-7-53-15,2-14-135 16,2 0-319-16</inkml:trace>
  <inkml:trace contextRef="#ctx0" brushRef="#br0" timeOffset="-95129.671">6594 15127 597 0,'0'0'12'0,"0"0"80"16,0 0-20-16,0 0 16 15,88-41-26-15,-69 46-28 16,-5 18 2-16,-5 6 14 16,-6 5-19-16,-3 5-2 15,-3 2-13-15,-17 1-8 16,-8-5-3-16,1-4-1 15,-3-4 0-15,5-5-3 16,4-6-1-16,8-7 4 16,7-2-3-16,6-4 0 0,0 0 0 15,7-2 5-15,15-3 10 16,10 0 16-16,5 0-10 16,2 0-13-16,1-8-4 15,-1 0 1-15,3 0-4 16,-5-1 3-16,-1 1-4 15,-9 1-1-15,-6 4 0 16,-8-1 0-16,-7 2-1 16,-6 1-26-16,0-2-34 15,-10-2-114-15,-20-5-396 16</inkml:trace>
  <inkml:trace contextRef="#ctx0" brushRef="#br0" timeOffset="-92865.451">3855 16227 370 0,'0'0'67'0,"0"0"62"0,0 0-28 0,0 0-15 0,49-84-17 16,-18 75-19-16,2 8 2 15,-5 1-10-15,-4 8-15 16,-7 16-12-16,-11 6-5 15,-3 5 0-15,-3 1-1 16,-3-2-4-16,-14-4 1 16,-2-1-3-16,4-7-1 15,-1-4 0-15,2-8 1 0,4-4-1 16,4-4 2-16,3-2 1 16,3 0 8-16,0 0-10 15,0-12-3-15,6 1-1 16,7 3-3-16,-1-1 4 15,-3 4 1-15,0 0-1 16,-5 3 0-16,1 2 0 16,-5 0-2-16,3 0-5 15,0 0 6-15,0 0 0 16,-3 0 0-16,0 0 1 16,3 0 0-16,-3 1 0 15,0-1 0-15,0 0 0 16,0 0 0-16,0 0 0 0,0 0 0 15,0 0 3-15,0 0-3 16,0 0 0-16,0 0 1 16,0 0 2-16,0 0-2 15,0 0 0-15,0 0-1 16,0 0 0-16,0 0-1 16,0 1 1-16,0 1 0 15,0-2 0-15,0 1 0 16,0-1 0-16,0 0-1 15,0 0 1-15,0 0 0 16,5 0 3-16,11 0 0 16,6-4 2-16,5-7 0 0,0-4 3 15,0 4 5 1,0-1-6-16,-5-1 4 0,0 3 2 16,-5 0 3-16,-4 5-2 15,-1 1-1-15,-6 3-7 16,-3 0-4-16,0 1-2 15,-3 0 0-15,0 0 0 16,4 0 0-16,1 0 0 16,-2 0 0-16,3 0-25 15,0 2-33-15,9-2-44 16,-3 0-87-16,-3 0-199 16</inkml:trace>
  <inkml:trace contextRef="#ctx0" brushRef="#br0" timeOffset="-91897.442">6696 15465 458 0,'0'0'14'0,"0"0"31"0,0 0 30 0,92-58 22 0,-59 49-47 16,7 8-3-16,-3 1 8 16,-1 0 8-16,-6 12-12 15,-3 8-16-15,-11 2 5 16,-4 2-14-16,-10 2-1 16,-2 0 7-16,-8 1-9 15,-17 0-4-15,-11-3-5 16,-7-1-2-16,-2-3-7 15,-4-2-1-15,4-4-4 16,6-3-11-16,5-2-42 0,8-5-80 16,6-4-236-1</inkml:trace>
  <inkml:trace contextRef="#ctx0" brushRef="#br0" timeOffset="-90238.533">2994 16448 169 0,'0'0'36'0,"0"0"46"16,0 0 28-16,0 0 3 15,0 0-12-15,0 0-1 16,-17-57-6-16,17 57-50 16,0 20-31-16,3 10 43 15,5 9 7-15,-2 5-12 0,4 0-14 16,-2-2-6-16,-2-3-8 16,1-5-10-16,-2-1-5 15,-2-11-2-15,1-5-3 16,-4-9 0-16,3-3 2 15,0-5-1-15,-3 0 1 16,0-3-5-16,0-10-38 16,0-3-12-16,0 0-28 15,0 2-28-15,0-5-51 16,0 4-45-16,-3-2-139 16</inkml:trace>
  <inkml:trace contextRef="#ctx0" brushRef="#br0" timeOffset="-85281.835">3592 16272 167 0,'0'0'66'0,"0"0"50"0,0 0 0 0,0 0-26 16,0 0 7-16,0 0-13 16,0 0 3-16,-33-38-57 15,28 64 7-15,0 8 31 16,2 2-23-16,3 1-21 16,0-2-3-16,0-5-5 15,0-3-4-15,0-7-4 16,0-8-4-16,0-3 2 15,0-7-2-15,0-2-1 16,0 0 14-16,0-3-2 16,0-10-13-16,0-1-1 0,0-1-1 15,0 3 0-15,0-1 1 16,8 6 0-16,3-1 2 16,3 5-3-16,7 3-1 15,1 0-4-15,2 1 3 16,3 12 2-16,0 1 0 15,-5 0 4-15,0 0 0 16,-7 0-2-16,-4-1 3 16,-1 0-2-16,-7 1 2 15,-3 0-1-15,0 2 5 16,-16 3 1-16,-5-1 2 16,-11 2-1-16,-6-1-9 15,2-5 4-15,-3-2-5 0,5-5-1 16,4-5-3-1,14-2-29-15,8 0-17 0,8-16-79 16,0-8-150-16,8-5-198 16</inkml:trace>
  <inkml:trace contextRef="#ctx0" brushRef="#br0" timeOffset="-85079.868">3512 16300 503 0,'0'0'20'0,"0"0"20"0,0 0 89 16,0 0-44-16,0 0-45 0,0 0-12 15,95-80-1-15,-38 58-19 16,1 1-2-16,0 2-3 16,-3 10-3-16,-13 3-121 15,-17 4-270-15</inkml:trace>
  <inkml:trace contextRef="#ctx0" brushRef="#br0" timeOffset="-84605.812">2886 17072 545 0,'0'0'3'0,"0"0"4"16,0 0-4-16,0 0 12 15,0 0 16-15,102-13-4 16,-33-13-3-16,17-5-3 15,19-11 4-15,27-1 5 16,28-7 0-16,25-2-7 16,22-1 2-16,11-2 22 0,3 2-4 15,6 0-15 1,4 3-9-16,-10-2 7 0,-11 1-5 16,-20 4 11-16,-19 2 0 15,-23 2-6-15,-14 4-12 16,-19 5-3-16,-18 5-6 15,-25 6 0-15,-22 9-3 16,-24 5 0-16,-16 9 0 16,-10 0-2-16,-18 0-9 15,-25 16-4-15,-21 8-78 16,-12 4-62-16,-5 2-81 16,4-2-254-16</inkml:trace>
  <inkml:trace contextRef="#ctx0" brushRef="#br0" timeOffset="-84081.304">5557 16538 612 0,'0'0'36'0,"0"0"10"0,90-77 92 15,-71 58-40-15,-4 6-32 0,-11 9-29 16,-4 4 0 0,-7 0-12-16,-19 6-23 0,-12 15 1 15,2 7 6-15,6 2-1 16,12 0 1-16,9 0-3 15,9-6-3-15,9-1 4 16,22-4 0-16,8-6 0 16,5 1 3-16,0-5-2 15,-3 2 0-15,-10 5 3 16,-6 1 3-16,-11 3-4 16,-4 3-1-16,-10 3-7 0,-3-2 2 15,-19 0 0 1,-8-5 0-16,-6-2 6 15,2-5-9-15,4-8 6 0,3-4-2 16,12 0-3-16,5-20 11 16,7-7-7-16,3-9-3 15,0-1-2-15,18-6 0 16,7 0-1-16,5 2 0 16,-2 7-38-16,-2 7-63 15,-11 7-62-15,-10 8-259 16</inkml:trace>
  <inkml:trace contextRef="#ctx0" brushRef="#br0" timeOffset="-83654.158">5187 16790 766 0,'0'0'34'0,"0"0"35"0,0 0 44 16,0 0-41-16,0 0-64 16,0 0 1-16,-40 67 3 15,18-32-8-15,2 2 6 16,-2-2-5-16,1-2 0 15,7-7 0-15,0-5-1 0,3-5-3 16,5-4 0-16,1-7 1 16,4-3 1-16,1-2-3 15,0 0 5-15,6 0 1 16,21 0 3-16,7-7-4 16,5-5-5-16,4-1 2 15,5-2 0-15,-2-2-2 16,-1 0 2-16,-3 6-2 15,-7-3-10-15,-10 2-65 16,-8 1-61-16,-9-1-118 16,-8 1-243-16</inkml:trace>
  <inkml:trace contextRef="#ctx0" brushRef="#br0" timeOffset="-83451.326">5239 16851 585 0,'0'0'72'0,"0"0"14"16,0 0 10-16,0 0 18 16,-12 75-34-16,20-37-22 15,7 4-7-15,1 4-19 16,-2-1-16-16,5 0-11 16,-3-4 4-16,-2-4-9 15,-5-3-31-15,-2-7-99 16,-7-6-163-16</inkml:trace>
  <inkml:trace contextRef="#ctx0" brushRef="#br0" timeOffset="-82875.398">4380 17159 562 0,'0'0'23'16,"0"0"115"-16,0 0-8 15,0 0-66-15,0 0-52 16,0 0 50-16,74 11 4 16,-29-9-30-16,1-2-6 15,-2 0-10-15,-4 0-11 16,-10 0-3-16,-6-3-1 15,-12 0-4-15,-8 3 2 0,-1 0-1 16,-3 0 1-16,0 0 1 16,0 0-4-16,-10 0-1 15,2 0-1-15,-2 4 1 16,5 11 1-16,-3 2 3 16,3 9 10-16,5-2 6 15,0 5 3-15,0 1-5 16,0 0-4-16,0-2-5 15,0-1-2-15,3-4-2 16,2-5-2-16,0-4-2 16,-2-6-10-16,-3-1-56 15,0-7-71-15,0 0-164 0,0-1-297 16</inkml:trace>
  <inkml:trace contextRef="#ctx0" brushRef="#br0" timeOffset="-82703.107">4484 17318 668 0,'0'0'10'0,"0"0"70"16,100-31-36-16,-52 21-22 16,6-4-9-16,-5 3-13 15,-9 1-71-15,-10 2-120 16,-14-2-220-16</inkml:trace>
  <inkml:trace contextRef="#ctx0" brushRef="#br0" timeOffset="-82235.64">3833 17238 509 0,'0'0'67'16,"0"0"-4"-16,0 0 16 15,0 0-15-15,0 0-25 16,0 0 57-16,-33 96-34 15,49-64 0-15,5-4-8 16,3-3-17-16,7-4-4 16,1-6-11-16,3-4-8 15,-4-7-6-15,1 1-3 16,-5-2 1-16,-2-3-3 16,-4 1 0-16,-3 0-2 15,-8 2 1-15,-1 2-2 16,-6 2 0-16,-1 1-1 15,-2 4 1-15,0 2 4 0,-9-3-1 16,-12 2 1-16,-3-1-2 16,-6 1 0-16,2-6-2 15,1 1-45-15,2-6-53 16,1-2-126-16,-1-2-245 16</inkml:trace>
  <inkml:trace contextRef="#ctx0" brushRef="#br0" timeOffset="-82083.247">3835 17219 660 0,'0'0'34'0,"0"0"41"16,97-50-29-16,-59 41-37 16,-7 5-9-16,-3 0-91 15,-14 4-186-15</inkml:trace>
  <inkml:trace contextRef="#ctx0" brushRef="#br0" timeOffset="-81801.199">3283 17173 512 0,'0'0'54'0,"0"0"2"16,-10 78 82-16,23-38-24 16,10 7-4-16,5 5-26 15,-1-2-32-15,0-2-4 16,0-6-13-16,-4-4-15 16,6-5-12-16,-8-3-6 15,3-3 1-15,-2-4-3 16,-1-5-3-16,0-2-84 15,-2-8-141-15,-4-8-545 16</inkml:trace>
  <inkml:trace contextRef="#ctx0" brushRef="#br0" timeOffset="-79967.901">10556 14933 505 0,'0'0'136'0,"0"0"-80"0,0 0 55 0,0 0-4 16,0 0-54-16,0 0-7 16,0 0-6-16,111 19-16 15,-66-17-10-15,-2-2-10 0,0 0-4 16,-9 0-3 0,-5 0-94-16,-13 2-123 0,-16 1-243 15</inkml:trace>
  <inkml:trace contextRef="#ctx0" brushRef="#br0" timeOffset="-79698.844">10473 15155 409 0,'0'0'41'0,"0"0"19"15,0 0 41-15,0 0 17 16,0 0-24-16,0 0-2 0,52 21-36 15,-22-21-1 1,6 0-5-16,3 0-15 0,5 0-15 16,0 0-10-16,-4 0-2 15,0-4-4-15,-7 1-2 16,-6-1 1-16,-6 1-3 16,-5 3-4-16,-8 0-36 15,-1 0-67-15,-4 0-131 16,-1 0-253-16</inkml:trace>
  <inkml:trace contextRef="#ctx0" brushRef="#br0" timeOffset="-78431.063">12350 14458 566 0,'0'0'77'0,"0"0"62"0,0 0 1 0,0 0-67 16,0 0-49-16,0 0-16 15,-3-3 25-15,3 12 1 16,0 0-3-16,6 0-2 15,0 1-4-15,-3-2-6 16,3 4-7-16,-3-4 1 16,-3 1-4-16,0-4-2 15,0 0 3-15,0-4-8 0,0-1 0 16,0 1 1 0,0-1-1-16,0 0 0 0,1 0-2 15,-1 0-6-15,0 0-40 16,0 0-61-16,0 2-99 15,0 2-127-15</inkml:trace>
  <inkml:trace contextRef="#ctx0" brushRef="#br0" timeOffset="-75535.557">4959 17228 610 0,'0'0'105'0,"0"0"-11"0,0 0 50 16,0 0-34-16,0 0-38 16,0 0-15-16,0 0-23 15,9-17-26-15,-6 10 0 16,4 2-5-16,-4 1-3 15,0 1 0-15,-1 3-47 16,-2 0-165-16,0-1-387 16</inkml:trace>
  <inkml:trace contextRef="#ctx0" brushRef="#br0" timeOffset="-74486.893">11765 14680 19 0,'0'0'682'0,"0"0"-584"0,0 0 49 0,0 0-60 0,0 0-41 16,0 0 43-16,-8 109-35 15,4-67 2-15,1-4-5 16,-6 0-12-16,0-4-10 0,3-5-12 15,-4-2-8 1,4-6-6-16,0-2 1 0,4-5-4 16,2-6-1-16,0-1-41 15,0-7-58-15,9 0-41 16,12 0-39-16,6-12-147 16</inkml:trace>
  <inkml:trace contextRef="#ctx0" brushRef="#br0" timeOffset="-74050.745">11981 14768 587 0,'0'0'99'0,"0"0"-36"16,0 0 76-16,0 0-35 0,-34 98-43 16,26-73-5-16,7-3-6 15,1-2-9-15,0-2-15 16,0-7-10-16,1-2-4 15,7-1-3-15,13-5 1 16,-3-2-4-16,6-1 0 16,4 0-4-16,-1 0 3 15,3 0 0-15,1 0 0 16,-1 0 0-16,0 0 4 16,-4 0 3-16,-6 5-3 15,-5 4 4-15,-6-1-1 16,-3 8 2-16,-5 0 5 15,-1 2-7-15,0 2 1 0,-4-1 12 16,-11 1-11-16,-6-3-1 16,2-1-2-16,-4-1-1 15,-4-2-2-15,-3-2-4 16,-4-3 1-16,0 0-4 16,8-4-1-16,3-4 0 15,5 0-24-15,6 0-16 16,1-6-44-16,4-11-33 15,6-8-100-15,1-9-164 16</inkml:trace>
  <inkml:trace contextRef="#ctx0" brushRef="#br0" timeOffset="-73865.769">12014 14743 606 0,'0'0'94'0,"0"0"-1"0,0 0 44 0,0 0-69 16,110 4-47-16,-66 0-11 15,6-1-10-15,6-3-3 16,-4 0-90-16,-6 0-194 16</inkml:trace>
  <inkml:trace contextRef="#ctx0" brushRef="#br0" timeOffset="-73308.833">12369 14525 319 0,'0'0'148'16,"0"0"27"-16,0 0-20 15,0 0-54-15,0 0-49 16,0 0-10-16,9-22-4 16,8 22-2-16,4 0 0 15,5 2-3-15,3 5-8 16,-1 0-2-16,6 1-8 0,2 1-5 16,-4-1-5-1,-4-1-3-15,-4-1 0 0,-5-2 3 16,-4-1-5-16,-6-2 1 15,-6 0-1-15,0-1 0 16,3 0 2-16,-6 0 2 16,1 0-3-16,-1 0 0 15,0-2 0-15,0-1 1 16,0 0 2-16,0 3 11 16,0 0 12-16,0 0-10 15,0 1-17-15,0 15 0 16,0 5 12-16,-7 8 5 15,1 1 7-15,-1 9 8 0,-3 3 0 16,3 2-1-16,-3-1-5 16,1-2-12-16,-3-5 4 15,3-3-10-15,1-4 0 16,-1-5-8-16,1-5 5 16,2-3-4-16,3 0-1 15,-2-6-30-15,5 0-43 16,0-6-86-16,0-3-127 15,0-1-377-15</inkml:trace>
  <inkml:trace contextRef="#ctx0" brushRef="#br0" timeOffset="-73038.73">12880 14832 619 0,'0'0'189'0,"0"0"-16"0,0 0-24 16,0 0-68-16,0 0-48 16,0 0 45-16,20 30-33 15,-18-19-7-15,-2-1-13 16,0 0-7-16,0-3-10 16,-11 2-3-16,-8-3 1 15,-2-2-3-15,2-2-3 16,2-1-4-16,8-1-33 0,5 0-33 15,4 0-33 1,0-13-87-16,4-8-272 0</inkml:trace>
  <inkml:trace contextRef="#ctx0" brushRef="#br0" timeOffset="-72588.71">13218 14644 728 0,'0'0'157'16,"0"0"-32"-16,0 0 48 15,0 0-69-15,0 0-32 16,-6 88-14-16,6-62-21 0,0 5-14 16,0-2-9-16,0-3-7 15,0-4-2-15,-6-4-3 16,-1-2 2-16,-7-3-2 15,4-3-1-15,0-1-2 16,1-5 0-16,4-1-6 16,2-3-2-16,3 0 0 15,0 0 4-15,0 0 5 16,0 0 1-16,0 0 4 16,0 0-4-16,0 0-1 15,8 0 0-15,6 0-1 16,4 0 1-16,6 0 1 15,3 0-1-15,3 0 0 16,0 0-1-16,-1 0 1 16,0 0 1-16,-1 0-1 0,2 3-4 15,-6 0-17-15,0-2-28 16,-6 1-39-16,-5-2-24 16,-7 0-105-16,-4 0-112 15,-2-7-276-15</inkml:trace>
  <inkml:trace contextRef="#ctx0" brushRef="#br0" timeOffset="-72311.218">13424 14723 718 0,'0'0'170'0,"0"0"35"0,0 0-105 0,0 0-73 15,0 0 33-15,0 0 16 16,-6 99-18-16,6-64-4 15,0 2-19-15,0 0-2 16,1 0 0-16,-1-4-7 16,0 2-9-16,0-5-2 15,0-2-8-15,0-4-2 16,0-3-3-16,0-5 0 16,0-3-2-16,-1-2-17 15,-1-3-41-15,1 2-41 16,-1-3-85-16,2-7-113 15,0 0-404-15</inkml:trace>
  <inkml:trace contextRef="#ctx0" brushRef="#br0" timeOffset="-71762.135">13731 14729 708 0,'0'0'119'0,"0"0"43"15,0 0-64-15,0 0-51 16,0 0-30-16,0 0-15 16,-10-24-1-16,0 45 0 15,2 7 2-15,5 9-2 16,3-2 1-16,0 2 0 0,14-5 1 16,5-4 0-16,5 1-2 15,0-5 0-15,3-2 2 16,-1 1 1-16,-2 0-4 15,-3-1 4-15,-3 0 14 16,-6 0 5-16,-8-1-5 16,-4-2-6-16,-1-3 0 15,-21-1-6-15,-5-4 1 16,-3-3-4-16,2-4-1 16,4-2 0-16,7-2 2 15,7 0-2-15,6-9 4 16,4-9-1-16,0-6 1 15,19-8-6-15,8-4-3 0,4-3 1 16,3-4-3 0,1 3 4-16,-1-4 1 0,-6 2 0 15,-4-1 0-15,-10 7 1 16,-7 4 10-16,-7 7 12 16,0 5 16-16,-19 6 0 15,-11 6-6-15,-5 8-12 16,-5 0-5-16,-2 3-6 15,2 12-5-15,1 5-4 16,3 2-1-16,5 5-5 16,7 1-61-16,5-5-172 15,11-8-719-15</inkml:trace>
  <inkml:trace contextRef="#ctx0" brushRef="#br0" timeOffset="-67452.302">15074 14726 620 0,'0'0'83'0,"0"0"75"0,0 0-62 0,0 0-36 0,0 0-26 15,-79 52 15-15,46-11-3 16,-4 6 1-16,-3 0-10 16,-1 2-9-16,-1-6-10 15,1 3-10-15,8-9-5 16,5-4 0-16,10-4-3 0,4-11-13 16,8-5-52-1,5-8-60-15,1-5-97 0,0 0-119 16</inkml:trace>
  <inkml:trace contextRef="#ctx0" brushRef="#br0" timeOffset="-67204.122">14741 14819 597 0,'0'0'43'0,"0"0"25"16,0 0 42-16,0 0 1 15,0 0-27-15,33 89-3 16,-8-61 9-16,4-1-25 16,7 1-14-16,-2-3-14 15,0 0-12-15,-4-3-13 0,-5-1-11 16,-5-4 3-16,-2-2-4 16,-5-4-20-16,-1-2-69 15,-3-4-82-15,0-5-186 16</inkml:trace>
  <inkml:trace contextRef="#ctx0" brushRef="#br0" timeOffset="-66958.934">15419 14692 877 0,'0'0'22'0,"0"0"97"15,0 0-2-15,-26 95-23 16,26-57-24-16,0 0-17 16,12-6-2-16,0 2-20 15,-3-5-10-15,-1-3-16 16,-1-5 1-16,-1-1-6 16,-2-1-18-16,1-6-77 15,1-4-102-15,2-5-176 16</inkml:trace>
  <inkml:trace contextRef="#ctx0" brushRef="#br0" timeOffset="-66561.145">15675 14847 806 0,'0'0'3'15,"0"0"67"-15,0 0 21 16,-7 92-17-16,17-66-47 15,11-4-14-15,0-4 2 16,6-2-6-16,-3-6-2 16,1-4-2-16,-1-4-3 15,-6-2 4-15,0 0-4 16,-5-2-1-16,2-10-1 16,-1-5 0-16,-4-4 4 0,2-1-4 15,-4-5 1-15,-2 0 1 16,-5 0 0-16,-1 3-1 15,0 4 2-15,-7 5 4 16,-13 5 15-16,-1 3 1 16,-6 7-5-16,-2 0 1 15,0 0-2-15,-2 7-2 16,0 4-8-16,5 0-1 16,4 4-5-16,2-4-1 15,10-1-6-15,1-3-45 16,9-3-54-16,0-4-146 15,10 0-322-15</inkml:trace>
  <inkml:trace contextRef="#ctx0" brushRef="#br0" timeOffset="-66273.124">15919 14347 572 0,'0'0'139'0,"0"0"-45"0,0 0 48 0,0 0-5 16,0 0-48-16,0 0-26 16,84 28-12-16,-39-28-20 0,3 0-11 15,0 0-12-15,-1 0-3 16,-6-5-1-16,-8 1-4 15,-6 3 0 1,-10 0-42-16,-6 1-35 0,-5-2-86 16,-3-2-171-16</inkml:trace>
  <inkml:trace contextRef="#ctx0" brushRef="#br0" timeOffset="-65863.078">16526 14155 598 0,'0'0'178'16,"0"0"-21"-16,0 0-49 16,0 0-54-16,91-10-17 15,-67 24-6-15,-3 4-3 16,-5 6-7-16,-7 0-3 15,-8 6-12-15,-1-2 1 16,-1 0-2-16,-21-1-3 16,-5-3 0-16,-3-4 0 15,-1-4-1-15,4-1 0 16,6-7 1-16,6-1-1 0,6-4 2 16,4-1-3-1,5-1 1-15,0-1-1 0,5 0 2 16,17 0 36-16,8 0 4 15,4 0-16-15,2 0-7 16,3 0-11-16,0 0-5 16,1 0-3-16,-3 0 0 15,-5 0-34-15,-6 0-56 16,-7 0-115-16,-5 0-316 16</inkml:trace>
  <inkml:trace contextRef="#ctx0" brushRef="#br0" timeOffset="-65133.292">17055 14727 798 0,'0'0'65'0,"0"0"95"0,0 0-61 16,0 0 20-16,0 0-40 16,0 0-28-16,19 92-5 15,-9-64-9-15,-4-4-7 16,-2-4-15-16,-2-3-8 16,-2-6-2-16,0-1-3 0,0-3-1 15,-2-5 2-15,-5-1 3 16,2-1-6-16,1 0-6 15,0-14-5-15,4-4 3 16,0-6 4-16,0-3-3 16,10 0 5-16,3 3 2 15,6 6-1-15,0 4 0 16,1 4 1-16,1 8 0 16,0 2 1-16,0 0 0 15,1 7-1-15,1 12 0 16,-5 1 3-16,-2 4-1 15,-5-3 1-15,-2-4-1 16,-5-2-2-16,0-6 1 0,-4-4-1 16,0-3 0-1,0-2-5-15,0 0-6 0,0 0 3 16,0-11-10-16,0-7-10 16,9-3 4-16,5-2 5 15,5 1 16-15,3-2 3 16,1 4 1-16,2 2-1 15,1 4 0-15,-4 3-1 16,-1 2 1-16,-2 5 0 16,-1 3 0-16,-3 1 0 15,-2 0 1-15,-2 8 2 16,-2 9 3-16,-3 4 3 16,1 3 5-16,-4 4 9 15,0-1-1-15,-1 0 0 0,-1-4-1 16,-1-2-8-16,0-5-2 15,3-1-9-15,-1-4-1 16,-2-1-2-16,3 0-18 16,-3-2-73-16,0-3-163 15,3-4-558-15</inkml:trace>
  <inkml:trace contextRef="#ctx0" brushRef="#br0" timeOffset="-61228.857">9794 16497 139 0,'0'0'406'0,"0"0"-297"0,0 0 31 0,0 0-34 15,0 0-93-15,0 0 21 16,0 0 26-16,-12 79-5 15,2-48-17-15,-1-4-2 16,5-5-10-16,-1-2-10 16,1-4-8-16,2-6-5 15,-1-2 1-15,5-5-1 0,0-3 1 16,0 0 4 0,0 0 16-16,0-7-15 0,9-12-9 15,7 4-1-15,5 0-9 16,5 3 9-16,1 1-6 15,2 5 7-15,3 3 0 16,-2 3-7-16,2 0 5 16,-6 5 1-16,-4 9 0 15,-4 4 1-15,-2 3 0 16,-7 5 9-16,-4-4 1 16,-2 2 1-16,-3 0-3 15,0-1 0-15,-12-1 0 0,-9-2-5 16,-2-2 4-1,-8-3-3-15,-6-4-3 0,4-2 1 16,0-4 4-16,5-3-4 16,5-2-2-16,4 0-10 15,10 0-26-15,9-12-38 16,0-5-63-16,0-7-157 16,17-9-360-16</inkml:trace>
  <inkml:trace contextRef="#ctx0" brushRef="#br0" timeOffset="-61018.784">9923 16481 528 0,'0'0'91'0,"0"0"17"0,0 0 14 0,0 0-48 16,0 0-39-16,108-15-19 15,-58 11-8-15,5-2-2 16,0 1-6-16,5 0-54 16,-2 0-173-16,-3-4-205 15</inkml:trace>
  <inkml:trace contextRef="#ctx0" brushRef="#br0" timeOffset="-60644.435">10760 16197 606 0,'0'0'90'0,"0"0"42"16,0 0-50-16,0 0-26 15,0 0-33-15,-90-53-14 16,70 53-1-16,0 14-1 16,-1 9 4-16,7 5 0 15,2 6 7-15,4 3 7 16,2 1-2-16,3 0 0 15,3-1 3-15,0-5-5 16,0 0-4-16,0-2 4 16,0-2 1-16,3-1-7 15,0 1-4-15,0-4-4 0,2 2 1 16,-5-2 1 0,0-1-4-16,0-3-2 0,0 3 0 15,-2-6-1-15,-3-3 0 16,1-3 1-16,1-4-3 15,-2-3-1-15,5-2-36 16,-3-2-58-16,1 0-22 16,-5-11-135-16,-6-10-340 15</inkml:trace>
  <inkml:trace contextRef="#ctx0" brushRef="#br0" timeOffset="-60494.262">10446 16515 604 0,'0'0'43'0,"0"0"54"0,87-28-34 16,-45 27-43-16,11 1-20 15,1 0-32-15,-1 9-128 16,-6 7-141-16</inkml:trace>
  <inkml:trace contextRef="#ctx0" brushRef="#br0" timeOffset="-59616.792">10952 16636 537 0,'0'0'162'16,"0"0"-8"-16,0 0-18 15,0 0-39-15,104-69-57 16,-74 49-6-16,-6 3 2 0,-4-1 4 16,-3 3-10-16,-6 1-15 15,-4 1-4-15,-7 5-8 16,0 3-3-16,-10 5 0 15,-15 0 5-15,-5 4-4 16,-3 12-1-16,2 4 0 16,2 5-1-16,7 0 1 15,5 1 0-15,10-1-4 16,7 0 4-16,0-4 4 16,0-3-4-16,10-5-2 15,13-5 2-15,2-4 0 16,6-4-4-16,4 0-5 15,1 0 3-15,1-8-4 0,3-3-5 16,-1-3 0-16,-3 0 2 16,0-2 4-16,-4 0 9 15,1-1 0-15,-4-1 2 16,-4 2-1-16,-3-1 1 16,-7-1 3-16,-5 3 5 15,-2-1 2-15,-8 2-5 16,0 2-3-16,0 3-4 15,0 4-2-15,-13 5-6 16,-5 0-2-16,-9 1 9 16,6 16 1-16,1 4 0 15,3 3-3-15,8 2 1 0,6-1 1 16,3-3 1 0,0-1 1-16,10-2 3 0,9-5-2 15,6-4-1 1,3-5 1-16,3-5-1 0,5 0-1 15,0 0-21-15,1-8-26 16,0-6 2-16,1-3-13 16,-4-2 12-16,0-2-6 15,-4-2 3-15,-4-1-7 16,-3-5 34-16,-3 1 22 16,-7 3 5-16,-1 2 36 15,-6 3 27-15,-5 5 5 0,-1 5 16 16,0 2-42-1,0 5-3-15,0 3-10 0,0 0-34 16,-4 6 8-16,-3 12-5 16,-1 4 5-16,7 6 0 15,-2 2 7-15,0 2 3 16,1 1 2-16,-1-3 9 16,3-2-12-16,0-4-4 15,0-6-8-15,0-2-1 16,0-5 0-16,11-4 0 15,6 0 1-15,3-3-5 16,5-4-1-16,1 0-26 16,2 0-19-16,-1 0-5 15,-9-4-22-15,0-6-44 16,-6-8-65-16,-7-5-269 0</inkml:trace>
  <inkml:trace contextRef="#ctx0" brushRef="#br0" timeOffset="-59481.126">11816 16518 663 0,'0'0'3'0,"0"0"41"0,0 0 23 0,0 0-67 16,100 0-227-16</inkml:trace>
  <inkml:trace contextRef="#ctx0" brushRef="#br0" timeOffset="-58498.159">12612 16474 462 0,'0'0'162'0,"0"0"24"0,0 0-59 16,0 0-48-16,0 0-16 16,0 0-22-16,87-65-7 15,-68 65 1-15,-5 0-7 16,2 10-3-16,-4 3-3 16,-5 3-6-16,-5-2-6 15,-2-1-3-15,0-1-2 16,-7-4 1-16,-5-1-2 0,3-4 2 15,-5-1 3-15,5-2-6 16,3 0 2-16,0 0-2 16,2-7 1-16,4-3-1 15,0 0-2-15,0 3 0 16,0 2-1-16,0 2 2 16,0 3-2-16,0 0-1 15,0 0-7-15,0 0 1 16,0 1 6-16,0 3 2 15,0 1-1-15,4-1 0 16,-4-3 1-16,0-1-1 16,0 0 5-16,0 0 3 15,2-1-2-15,1-10-6 16,-2-5-8-16,7 0 2 0,4-1 1 16,3-1 5-1,-2 0 0-15,8 2 0 0,0 1-1 16,0 8 1-16,3 2 2 15,-2 5-2-15,0 0 1 16,-2 5-1-16,-4 12-2 16,-7 7-1-16,-3 4 3 15,-6 1 1-15,0 3 4 16,-1-2 0-16,-16-1-1 16,-8-1 0-16,-8 1-2 15,-10-3 0-15,1-3-2 16,-1-7-1-16,4-4-20 0,11-5-3 15,10-6 9 1,3-1 7-16,9 0 8 0,3-7 0 16,3-7 1-16,0 0-1 15,3-2-5-15,15 1 5 16,-3 3-1-16,2 2 3 16,3 5-1-16,5 2 1 15,-2 3-1-15,0 0-1 16,1 3 0-16,-3 7 1 15,2 1-1-15,-3-1 0 16,-3-1 1-16,1-2 0 16,-3-3-2-16,0-2-39 15,-3-2-74-15,-2 0-63 0,5-2-360 16</inkml:trace>
  <inkml:trace contextRef="#ctx0" brushRef="#br0" timeOffset="-58055.902">13488 16322 288 0,'0'0'138'0,"0"0"62"0,0 0-50 15,0 0-27-15,0 0-44 16,0 0-15-16,45-27-41 16,-41 47 50-16,-1 7-10 15,-1 3-19-15,-2-1-7 16,0 2-11-16,0-2-14 0,0-4-6 16,0-1-3-16,0-4-3 15,0-5-13-15,0-3-45 16,-2-2-57-16,2-10-94 15,0 0-195-15</inkml:trace>
  <inkml:trace contextRef="#ctx0" brushRef="#br0" timeOffset="-57896.826">13523 16174 696 0,'0'0'38'0,"0"0"94"0,0 0-113 15,0 0-19 1,0 0-4-16,0 0-128 0,42 63-74 16,-17-49-112-16</inkml:trace>
  <inkml:trace contextRef="#ctx0" brushRef="#br0" timeOffset="-57486.778">13773 16267 277 0,'0'0'498'0,"0"0"-466"16,0 0 109-16,0 0-22 16,3 85-34-16,2-57-31 15,2-3-16-15,-4-1-11 16,2-2-13-16,-4-5-6 16,-1-4-5-16,0-3 1 0,0-2-4 15,0-6-19-15,0-2-34 16,0 0-34-16,0-1 64 15,0-16-59-15,8-5 5 16,6-8 31-16,4-1 21 16,5 0 18-16,-4 5 7 15,1 5 23-15,-3 5 22 16,-3 5 16-16,4 7-14 16,-3 3-13-16,-2 1-12 15,2 1-2-15,0 14 11 0,-2 6 0 16,1 2 6-1,-2 2-6-15,-3 1-2 0,-1-2-10 16,-2-6-10 0,-4 0-4-16,4-5-5 0,-4-3-33 15,4-4-47-15,5-3-62 16,1-3-68-16,9 0-201 16</inkml:trace>
  <inkml:trace contextRef="#ctx0" brushRef="#br0" timeOffset="-57245.457">14427 16197 631 0,'0'0'174'0,"0"0"-17"0,0 0-116 0,-96-5-11 0,71 24-12 0,2 4-2 16,7 7 4-16,9 1 0 15,7 3 11-15,0-3-3 16,0-3-11-16,10-4-7 15,8-7-2-15,1-4-4 16,2-7-4-16,3-6-20 16,4 0-32-16,2 0-28 15,3-14-23-15,0-5-83 16,0-8-114-16</inkml:trace>
  <inkml:trace contextRef="#ctx0" brushRef="#br0" timeOffset="-56843.231">14670 16127 577 0,'0'0'130'0,"0"0"100"0,0 0-100 16,0 0-67-16,0 0-50 15,0 0 32-15,-37 63 6 16,34-31-9-16,1 3 4 16,2 2-6-16,0-2-6 15,0-2-15-15,0-5-2 16,0-6-9-16,0-5-4 15,0-6-1-15,0-5-2 16,0-4-1-16,3-2-2 16,0 0-6-16,3 0 3 15,6-12-2-15,0-7-9 0,4-1-9 16,2-2-4 0,3-1 4-16,0 4 5 0,-3 4 6 15,-2 3 12 1,-2 6 1-16,-3 1 1 0,-2 5 0 15,1 0-3-15,-3 0 0 16,2 16 2-16,-2 2 0 16,1 5 0-16,0 2 1 15,2-1 1-15,-3 0-1 16,1-1-26-16,-1-2-102 16,2-4-50-16,-1-8-143 15,1-3-279-15</inkml:trace>
  <inkml:trace contextRef="#ctx0" brushRef="#br0" timeOffset="-56525.811">15095 16406 527 0,'0'0'152'0,"0"0"27"0,85-63-80 16,-54 45-38-16,1-1-31 16,-1 4-13-16,-3 1-9 15,-2-3-2-15,-10 1-1 16,-6 1 2-16,-10-1-5 15,0 4-2-15,-11 1-14 16,-13 3 14-16,-6 4 8 16,-1 4-8-16,1 0 1 15,6 10-1-15,0 9 19 16,5 7 12-16,5 2 1 0,3 2 5 16,6-1-13-16,5-2-4 15,0-1-11-15,3-5-4 16,13-3 0-16,5-5-5 15,2-2-15-15,6-5-45 16,3-3-56-16,5-3-88 16,5 0-343-16</inkml:trace>
  <inkml:trace contextRef="#ctx0" brushRef="#br0" timeOffset="-56205.564">15841 16178 354 0,'0'0'320'0,"0"0"-169"0,0 0-67 16,0 0-31-16,0 0-43 16,0 0-10-16,-89-27 0 15,77 46-1-15,7 2 1 16,5 3 7-16,0-2-2 16,3-2 4-16,9 0-6 15,3-3 1-15,-3-2-1 16,1 2 1-16,-2-1 2 15,-2-1 5-15,-1 1 10 16,-3-1 9-16,-4-2-1 16,-1-3 6-16,0 1-2 15,0-8-1-15,-6 4-11 0,-8-3-6 16,-3 0 9-16,-5-2-16 16,-3-1-8-16,-4 1-12 15,-4-2-89-15,2 0-132 16</inkml:trace>
  <inkml:trace contextRef="#ctx0" brushRef="#br0" timeOffset="-55725.152">17109 16298 339 0,'0'0'180'0,"0"0"-1"0,0 0 21 0,0 0-78 15,0 0-48-15,0 0 13 16,6 11-16-16,36-11-36 16,12 0-17-16,-1 0-13 15,-5 0-3-15,-7 0-2 16,-13 2-44-16,-13 5-88 16,-14-2-152-16,-1 4-260 15</inkml:trace>
  <inkml:trace contextRef="#ctx0" brushRef="#br0" timeOffset="-55556.572">17060 16502 674 0,'0'0'101'0,"0"0"84"16,0 0-78-16,88 6-51 16,-39-6-42-16,8 0-8 15,0-1-6-15,-2-5-5 16,1-1-85-16,-2-3-152 15,3-2-295-15</inkml:trace>
  <inkml:trace contextRef="#ctx0" brushRef="#br0" timeOffset="-55073.12">18010 15855 626 0,'0'0'117'0,"0"0"35"0,0 0-101 16,0 0 40-16,0 0-9 15,0 96-5-15,2-57-8 16,-1 2-7-16,1 0-4 16,-2-4-29-16,0 1-12 0,0-1-11 15,0-4-1 1,-6-3-1-16,1-4-4 0,4-5-21 16,1-4-44-16,0-5-42 15,1-2-97-15,11-7-115 16,6-3-166-16</inkml:trace>
  <inkml:trace contextRef="#ctx0" brushRef="#br0" timeOffset="-54225.6">18364 15900 68 0,'0'0'573'16,"0"0"-426"-16,0 0 14 0,0 0-88 15,0 0-49-15,0 0 18 16,9 38 12-16,-6-15-6 16,-3-4-11-16,0 3-10 15,0-7-3-15,0-1-12 16,-3-2-3-16,-4-6-6 16,-3-3 4-16,0-1 3 15,3-2-3-15,-1 1-3 16,8-1-2-16,0 0 2 15,0 0-2-15,0 0-2 16,0 0 1-16,0 1-1 16,0-1 0-16,0 0 3 15,0 0-1-15,0 0-2 0,0 0 2 16,0 0 0 0,0 0-1-16,0 0 3 0,0 0 1 15,0 0-2-15,0 0 0 16,0 0-3-16,0 0 3 15,0-1-2-15,0-3-1 16,0-3 0-16,0 2-1 16,0-1 1-16,0 0 2 15,0-1-2-15,0-1-1 16,0 0 1-16,0 0 2 16,0 4-1-16,0 0-1 15,0 2-1-15,0 2 1 0,0 0 0 16,0 0-6-16,0 4-7 15,0 11 13-15,0 6 5 16,0 0-2-16,0 4 3 16,0-2 2-16,3 0-1 15,4-4-3-15,-2-5-1 16,-1-7-1-16,1 0 1 16,1-7 0-16,0 0 2 15,7 0 3-15,2 0-7 16,3-4-1-16,6-5 0 15,0 1 0-15,3 1 0 16,-3 1 0-16,-4 4 0 16,-1 2 1-16,-5 0 1 15,-3 0 5-15,0 1 0 16,-3 12 4-16,0 1 3 0,-5 3-4 16,-2 3 2-16,-1-1-3 15,0 2 3-15,-1 1-3 16,-13-1-3-16,-5-3-3 15,-8 0 1-15,-6-4 0 16,2-1-2-16,-2-6-2 16,3-2-3-16,5-5-14 15,7 0-14-15,3 0-35 16,9-7-25-16,4-11-59 16,2-5-136-16,0-9-355 15</inkml:trace>
  <inkml:trace contextRef="#ctx0" brushRef="#br0" timeOffset="-54041.424">18413 15965 699 0,'0'0'107'0,"0"0"140"0,0 0-112 0,0 0-51 16,0 0-65-16,0 0 5 15,100-18-7-15,-59 18-11 16,2 0-6-16,-3 0-33 15,0 4-79-15,6 1-152 16,-1-2-365-16</inkml:trace>
  <inkml:trace contextRef="#ctx0" brushRef="#br0" timeOffset="-53578.735">19074 15881 58 0,'0'0'608'0,"0"0"-444"15,0 0-1-15,-94-48-70 16,82 42-39-16,4 2-21 16,3 3 6-16,3-1-1 15,2 2 3-15,0 0-17 16,0 0-3-16,20 0-13 16,5 0-5-16,9 7-3 15,2 0 6-15,2 0-6 16,-2-1 1-16,-6-1-1 15,-5-1-2-15,-5-3-16 0,-8 1-15 16,-3-2 8-16,-6 0 6 16,-3 0 16-16,0 0 3 15,0 0 0-15,0 0-1 16,-9 0 1-16,5 2 0 16,-2 6 9-16,1 4 6 15,1 7 2-15,1 4 7 16,1 6 2-16,-2 5-2 15,4 2-1-15,-3 0-6 16,2 0-5-16,-2-3-3 16,3-2-4-16,-2-5-2 15,-1 2-1-15,3-7-1 16,0-3-1-16,0-2-13 0,0-4-27 16,0-4-38-16,0-4-57 15,0-4-154-15,0 0-319 16</inkml:trace>
  <inkml:trace contextRef="#ctx0" brushRef="#br0" timeOffset="-53393.101">19062 16118 100 0,'0'0'798'0,"0"0"-691"0,0 0 19 16,0 0-46-16,0 0-50 0,100-6-16 15,-52 6-8-15,-3 1-5 16,2 1-1-16,-2-1-60 16,-2-1-118-16,-2 0-190 15</inkml:trace>
  <inkml:trace contextRef="#ctx0" brushRef="#br0" timeOffset="-53211.221">19599 16051 690 0,'0'0'201'15,"0"0"19"-15,0 0-75 16,0 0-43-16,0 0-65 16,0 0-18-16,0-14-6 15,0 16 8-15,0 6-12 0,0 0-7 16,2 1-2 0,2 2-17-16,1-2-77 0,2-1-113 15,4-4-244-15</inkml:trace>
  <inkml:trace contextRef="#ctx0" brushRef="#br0" timeOffset="-52879.604">19990 15823 690 0,'0'0'123'0,"0"0"88"15,0 0-139-15,0 0 1 0,0 0-5 16,-60 81-11-1,42-38-5-15,2-1-15 0,2-2-11 16,1-2-13-16,3-4-6 16,4-8-3-16,0-6-2 15,6-6-2-15,0-5-5 16,0-2-13-16,12-4-1 16,11-3 19-16,6 0 1 15,2 0 0-15,2 0-1 16,3 0-5-16,-2 0-6 15,-1 0-7-15,1 0-2 16,2 0-5-16,-4 0-11 16,-2 0-39-16,-5 0-53 15,-9 0-90-15,-5 0-295 16</inkml:trace>
  <inkml:trace contextRef="#ctx0" brushRef="#br0" timeOffset="-52634.112">20161 15906 479 0,'0'0'313'15,"0"0"-169"-15,0 0-69 16,0 0 54-16,0 0-40 16,-38 93-17-16,38-53-4 15,4 3-8-15,4 0-18 16,-1-3-13-16,-4 1-12 0,0-4-12 15,-3-3-2-15,0-5-3 16,0-5-15-16,0-5-30 16,0-5-47-16,0-5-65 15,0-9-163-15</inkml:trace>
  <inkml:trace contextRef="#ctx0" brushRef="#br0" timeOffset="-51876.447">20887 15890 81 0,'0'0'496'0,"0"0"-372"0,0 0 54 0,0 0-49 16,41-75-51-16,-55 71-55 15,-13 4-9-15,-8 0-8 16,0 11-1-16,-1 11-2 16,7 9 4-16,10 5-4 15,13 5 9-15,6 0-9 16,6-3 0-16,22-1-2 15,10-4-1-15,8-5 4 16,-4-3-2-16,-8-2 1 16,-9-3-2-16,-5-2-1 15,-13-4-1-15,-7-2 0 16,0-1 1-16,-23 0 0 0,-10-4 7 16,-8-2-4-16,1-3-3 15,3-2-9-15,-1 0-7 16,6-3-11-16,6-8 12 15,11-2 11-15,14-1-1 16,1 0-7-16,28-2 5 16,11 0 0-16,6-4 7 15,2-1 0-15,1-3 0 16,-2-3 1-16,-5-2-1 16,-4 1 1-16,-10 2 6 15,-9-1 3-15,-14 1 12 16,-4 1 4-16,0 2-17 0,-19 3-5 15,-4 6-1-15,-2 3-3 16,0 5-2-16,1 5 1 16,9 1 0-16,7 0-45 15,8 7-93-15,0 3-201 16</inkml:trace>
  <inkml:trace contextRef="#ctx0" brushRef="#br0" timeOffset="-51631.14">21898 15777 798 0,'0'0'72'0,"0"0"83"16,0 0-65-16,-86 13-19 0,61 17-26 15,5 6-11-15,4 8-10 16,2 1-5-16,-1 2-14 15,3-3-4-15,-2-6-2 16,-2-6-9-16,0-5-54 16,0-8-75-16,1-6-66 15,3-4-327-15</inkml:trace>
  <inkml:trace contextRef="#ctx0" brushRef="#br0" timeOffset="-51401.391">21698 15863 272 0,'0'0'338'16,"0"0"-154"-16,0 0-73 15,0 0-51-15,0 0 44 16,76 73-28-16,-47-36 3 16,1 2-15-16,-2-4-14 15,-1-6-25-15,-5-1-14 16,-4-9-10-16,-2-4-1 15,-5-3-38-15,-2-5-54 16,7-6-77-16,-2-1-101 16,5 0-447-16</inkml:trace>
  <inkml:trace contextRef="#ctx0" brushRef="#br0" timeOffset="-51161.256">22337 15709 633 0,'0'0'72'16,"0"0"56"-16,0 0 30 15,0 0-30-15,-11 88-25 16,11-51-26-16,10 2-6 16,0-1-28-16,-1 1-12 15,0-6-18-15,-2-3-9 16,1-7-4-16,-2-5-11 0,-2-3-61 15,7-5-77-15,2-5-119 16,8-5-215-16</inkml:trace>
  <inkml:trace contextRef="#ctx0" brushRef="#br0" timeOffset="-50818.761">22695 15850 586 0,'0'0'21'0,"0"0"75"16,-11 87-15-16,11-54 3 16,15-1-42-16,11-7-7 15,5-8 6-15,3-5-4 0,4-9-12 16,-4 0-11-16,3-3-6 16,-10-3-2-16,-1-12 0 15,-7-2-2-15,-4-6 1 16,-3-5-3-16,-6-1-2 15,-2-2 2-15,-4 4-2 16,0 7-3-16,-1 3 3 16,-20 6 10-16,1 4 10 15,-6 3-4-15,-6 4-7 16,-2 0 0-16,-5 0-5 16,5 0-2-16,1 3-1 15,5 5-1-15,5 1-23 16,9-4-92-16,6-3-195 0</inkml:trace>
  <inkml:trace contextRef="#ctx0" brushRef="#br0" timeOffset="-50571.407">22950 15507 33 0,'0'0'836'16,"0"0"-726"-16,0 0-8 0,0 0-7 15,0 0-38 1,0 0-38-16,103 15-13 0,-63-8 1 16,2-2-7-1,-4 3-16-15,-1-4-84 0,-8-3-94 16,-4-1-232-16</inkml:trace>
  <inkml:trace contextRef="#ctx0" brushRef="#br0" timeOffset="-50196.505">23515 15309 522 0,'0'0'172'15,"0"0"-26"1,0 0-47-16,0 0-56 0,0 0-10 16,89-3-12-16,-73 24-2 15,-7 3-7-15,-6 3-2 16,-3 0-7-16,-1-1 3 16,-22-3-5-16,-7-2 1 15,-1-1 1-15,-5-4 0 16,6-4 1-16,5-1-2 15,5-1-1-15,8 0-1 16,4-4 0-16,8 0 1 16,0-2 7-16,1-1 24 15,18 0 18-15,8 0-13 16,6-1-15-16,8 0-14 16,8-1-5-16,3-1-3 0,-3 2-34 15,-1 0-73-15,-5-1-97 16,-8-1-378-16</inkml:trace>
  <inkml:trace contextRef="#ctx0" brushRef="#br0" timeOffset="-49317.666">24086 15795 652 0,'0'0'107'0,"0"0"-51"0,0 0-8 0,0 0 87 0,0 0-68 16,23 74-29-16,-17-49 3 16,-3 3 0-16,-1-6-7 15,-2-1-7-15,0-6-16 16,0-3-5-16,0-5-2 16,0-2-4-16,0-5-9 15,-5 0-8-15,1-8 8 16,1-16-10-16,3-4-36 0,0-6 42 15,13 3 0 1,10 4 12-16,-1 8 1 0,1 4 3 16,-1 8 0-16,2 7 10 15,1 0 3-15,0 9 1 16,-2 10 3-16,1 7 5 16,-7 2-8-16,-3 2-1 15,-5-3-9-15,-2-4-6 16,-4-4 3-16,-1-5-4 15,-2-4-2-15,3-4-20 16,-3-5-37-16,1-1-2 16,1 0 11-16,-1-7 0 15,5-14-49-15,3-6 19 0,8-2 49 16,3 1 23-16,2 4 8 16,0 7 8-16,2 8 10 15,1 3 10-15,5 6 15 16,0 0-11-16,-1 1-6 15,0 15 0-15,-5 3 14 16,-2 6 8-16,-1 2 0 16,-6 2 10-16,-2 3-3 15,-4-3-10-15,-7 0-2 16,-2-3-17-16,0-2-12 16,-5-5-9-16,-6 0-1 15,0-4-4-15,-3 0-60 16,-6-5-84-16,-4-3-235 15</inkml:trace>
  <inkml:trace contextRef="#ctx0" brushRef="#br0" timeOffset="-47745.572">8323 15788 503 0,'0'0'62'0,"0"0"-58"0,-82-4 17 0,57 35 14 16,5 23 19-1,8 26 27-15,8 10-18 0,4 14-2 16,0 0-12-16,7-4-26 15,1-1-1-15,-2-5 12 16,4-9-14-16,-4-4-7 16,2-8-2-16,4-4 1 15,4-5-1-15,3-6-5 16,2-1-2-16,2-5 2 16,-3-8-6-16,0-5 4 15,-2-13-1-15,-6-10-2 16,3-5 3-16,-6-7-2 0,-2-4-2 15,6 0-2-15,1 0-3 16,4-11 5-16,0-5 0 16,4 3 0-16,2-1 0 15,6 1 0-15,1 3-3 16,2 4-1-16,1 5-11 16,-2 1 6-16,-4 0 0 15,5 0-5-15,0 1 4 16,4 3 9-16,3-2 1 15,8-2 0-15,3 0 0 16,5 0 0-16,4 0 1 16,4 0 0-16,5 0-1 15,6 0 0-15,2 0 0 0,9 0 3 16,-2 0-3-16,3 0-1 16,1 0 0-16,4 0 1 15,7 1 0-15,9 8-1 16,0-1 1-16,7 2 1 15,-2 1 1-15,-1 0 1 16,0 2 1-16,7 0 0 16,-1-3 9-16,-1 0-9 15,-2 0 2-15,2-4 4 16,1 1 2-16,1-1-3 16,4-3 1-16,1 0-4 15,2 1-3-15,1-2 1 16,-1-1-1-16,2-1-2 15,-4 0 1-15,-6 0-1 0,-2 0 2 16,-8-1-3-16,-13-4 3 16,-8 0-2-16,-19 1-1 15,-17 0-22-15,-24-3-83 16,-20-7-241-16</inkml:trace>
  <inkml:trace contextRef="#ctx0" brushRef="#br0" timeOffset="-46313.33">12806 17330 342 0,'0'0'35'0,"0"0"-26"15,0 0 51-15,0 0-3 0,115 0-36 16,-73 0-14-16,3 0 0 0,9 0-1 15,7 0 4-15,6 0 18 16,6 0-3-16,0-7-12 16,9-2-8-16,6-1 1 15,12 3-4-15,9-3 0 16,6 3 4-16,4 4 2 16,-3-2 0-16,0 3 2 15,-2 2-3-15,-3 0-6 16,-2 0 2-16,-1 0-2 15,3 0 2-15,4-3-2 16,10 1 0-16,8-1 0 16,1 0 0-16,5 2 1 15,1-3-2-15,-4-1 1 16,-2 1 1-16,-5 0-1 0,-9 1 6 16,-2-3-2-1,-3 3-1-15,0-2 1 0,0 5 4 16,-4-2 2-16,2 0-8 15,-2 2-2-15,0-1 8 16,-2 1 7-16,0-1 8 16,-2 0 5-16,2 1 0 15,5 0 3-15,3-2-3 16,0-1-4-16,5 3-8 16,0 0 0-16,1-1-10 15,0 1-2-15,3-3 1 16,1 3-6-16,3 0 1 0,6-3-1 15,1 0 1 1,-3 0 2-16,-2-1-3 0,-2 1 2 16,-3-3 0-16,-3 1 1 15,3-1-3-15,-2 0 0 16,4 0 0-16,6-1 0 16,1 0 0-16,-4 0 0 15,-3-3 4-15,-2 0-3 16,-5-4 1-16,-3-1 0 15,3 2-2-15,-3-1-2 16,3 0 2-16,4-1 0 16,2 0 0-16,-5 1-3 15,-6 3-8-15,-4 2-17 0,-5 5 5 16,-7 1 16-16,-7 0 4 16,-9 2 0-16,-2-3 0 15,-6 1 3-15,1 3 0 16,1 0 0-16,0 0 0 15,-2 0 0-15,4 0 0 16,-7-2 0-16,-5 1 2 16,-6-2-2-16,-11-1 2 15,-7-2 7-15,-11-2 11 16,-8 2 3-16,-7-1-3 16,-9-2 6-16,-4 2 7 15,-6-2-23-15,-6 0-10 16,-16 0-54-16,-14-6-149 15,-6-3-339-15</inkml:trace>
  <inkml:trace contextRef="#ctx0" brushRef="#br0" timeOffset="-45448.449">23111 17093 378 0,'0'0'131'0,"0"0"-117"0,0 0 79 0,0 0 6 16,0 0-63-16,0 0-30 16,115-19-4-16,-64 15-2 15,0-2-2-15,4 1-9 0,5-2-8 16,8 2-7 0,11 0 6-16,9 0 3 0,8 0 3 15,7-3 12 1,8 2 1-16,6-1 1 0,-1 0 16 15,5 2 10-15,-1 0 3 16,0 1 0-16,1 1-8 16,-2-1-8-16,7 1-9 15,-2 0 0-15,-5 3-3 16,-9 0 2-16,-16 0-2 16,-22 0 3-16,-21 0-2 15,-22-4 0-15,-12-1 1 16,-9 1 0-16,-1-2 16 15,-7 0 14-15,0 0 0 0,0 1-4 16,-3-1-18-16,-3 1-6 16,0 2-5-16,0-1 6 15,4 3-6-15,-1-1 6 16,3 2-1-16,0 0-4 16,0 0-1-16,0 0-31 15,0 0-70-15,0-1-41 16,0-3-79-16</inkml:trace>
  <inkml:trace contextRef="#ctx0" brushRef="#br0" timeOffset="-42927.739">25127 17012 45 0,'0'0'86'0,"0"0"-38"0,91 14-8 0,-54-13 9 0,11 1 16 15,1-2-11-15,9 0-10 16,-1 0-5-16,3-2 8 16,1-7-3-16,0-3 0 15,2-3 3-15,-1-2-1 16,1-1-1-16,-3-3 7 15,-4 4-25-15,-5-3 1 16,-8 0-4-16,-8-1 0 16,-10-1-10-16,-8-1 7 15,-9-3 4-15,-6-2 3 0,-2-5-8 16,0 0-6 0,-6-7-6-16,-3-2-6 0,0-6 0 15,-3-7-1-15,3-7 2 16,2-8-2-16,-1-5 0 15,-1-5-1-15,0-4 0 16,-1-8 3-16,0 4-4 16,-1 1 1-16,0 6-12 15,-3 7 12-15,-4-2 1 16,-6 1-1-16,-1 5-2 16,-4 2 1-16,4 11 1 15,-2 5 0-15,3 4 0 16,0 9-3-16,-4 0 3 15,-2 6-4-15,-4 3 1 0,-4 7 3 16,-2 2-3-16,0 4 2 16,-1 3-4-16,-2 4 5 15,-3 5 4-15,-3 2-2 16,1 3-2-16,-6 0-1 16,-4 0 0-16,-1 7-6 15,-7 3-3-15,-4 1 4 16,-5 2-5-16,0 0 9 15,-2 5 2-15,7 0-1 16,-2 1-16-16,1 0 15 16,-7 2-3-16,-4-4-44 15,-3 2 37-15,0-4 12 16,1-2-11-16,-1-1-4 0,-1-1-13 16,-5 0 12-16,7-2 0 15,-1 1 12-15,3-1 2 16,6 0 2-16,0-2 2 15,1-2-2-15,5-1 1 16,-6-2-1-16,0-1 5 16,0-1-5-16,1 0 0 15,1 0-3-15,1 0 3 16,-4 0 0-16,-2 0 0 16,-2 1 1-16,-3 2-1 15,-3 1 0-15,-2 1 2 16,-1-1 1-16,-2-1-3 0,2-2 0 15,-2-1 0-15,-1 0 1 16,-2 0-2-16,1 0 1 16,-2 0 0-16,-1-1-11 15,-2-5 5-15,-6 2 5 16,-1-4 1-16,-4 2 0 16,2-1 5-16,7-1-5 15,5-2 0-15,1 1 0 16,-2-2-3-16,-6 1-4 15,-5 0 3-15,-1-1-2 16,-4 4 5-16,-2 0 1 16,1 3-1-16,1 2-3 15,9-1 4-15,7 2 0 0,15-2 4 16,4 2-4 0,5-1 4-16,-3 2-4 0,2-1 1 15,-1-1 1-15,0 2-2 16,-3 0-2-16,0 0 2 15,-7 0 0-15,1 0 0 16,-1 0 2-16,0 5-4 16,3-1-1-16,6-1 2 15,0 0-6-15,6 1 7 16,4-2-5-16,3 2 10 16,10-3-3-16,6 0 3 15,6 0-5-15,6-1 4 0,3 3-4 16,-3-1 0-1,-5 0 2-15,-14 2-2 0,-15 1 0 16,-22-1 1-16,-16 2 2 16,-9-3-3-16,-2-2 2 15,1-1-2-15,1 0 2 16,3 0 0-16,-4 0 0 16,-2 0 1-16,-8 0-3 15,-4 0 0-15,-8 0 4 16,-11 0-4-16,-6 1 1 15,7 4 0-15,8-3 1 16,15 0 1-16,14-2-3 16,11 0-1-16,13 1 1 15,4 4 1-15,4 1 1 16,0 0-1-16,-1 5 0 0,-6 2-1 16,1 0 1-1,-4 2 2-15,11-2-2 0,0-1-1 16,9-1 1-16,-1-1 0 15,-1-2 0-15,0 1-1 16,-3-1 1-16,-4 0-3 16,-3 5 2-16,-5-2 0 15,-5 1 0-15,-2-2 1 16,-3 0 0-16,5-3-1 16,3 1 0-16,3-1 0 15,3 0 4-15,1 0-3 16,-1 0-2-16,-5 2 3 0,-1 1-3 15,-7 0 2-15,-4 2-2 16,-1 1 1-16,-10 1-1 16,0-3 1-16,-4 1 1 15,6-4-1-15,3 1 2 16,11-2-2-16,5-2 0 16,5 0 0-16,1-1 0 15,4-1 1-15,7 2-2 16,1 1-1-16,-4 0 2 15,0 2 0-15,-9-3 2 16,-3-1-2-16,0-1 0 16,-2-3 0-16,-2 2 0 15,-1-2 2-15,2 0-2 0,-1 1 0 16,1 1 4 0,-3 2-4-16,3 0-1 0,0 0 0 15,6 4 1-15,0-1-2 16,4-2 2-16,8 1-1 15,10-3 1-15,7-3 1 16,5 0-1-16,6 0 3 16,5 0-3-16,-3 0 1 15,5 0-1-15,-1 0-1 16,1 0 1-16,-1 0 0 16,8 0 0-16,-1 0 0 15,4 0 0-15,-2-4 0 0,5-3 1 16,4-1 0-16,-6 1-1 15,2 0 0-15,-5 1 1 16,-3 1-2-16,-1 2 1 16,2 1 0-16,-2 1 0 15,0 1-2-15,1 0 2 16,-4 0 1-16,2 0 0 16,-2 0-1-16,-2 0 1 15,2 3-1-15,0 1 1 16,4-1 3-16,3 0-2 15,-3 1-1-15,2-4-1 16,3 4 1-16,-7-1-1 16,1 2 1-16,-7 3-1 15,-6 2 0-15,-8 1 0 16,-8 1 1-16,-4 1 0 0,-5-1-1 16,2-1 0-16,-3 0 2 15,4-2 0-15,2-2 7 16,6-2 1-16,10-3 2 15,11 0 10-15,12-2-5 16,7 0 6-16,9 0 8 16,6 0 0-16,3 0-11 15,3 0-9-15,-2-2-6 16,2 1-2-16,0 1-3 16,0 0-3-16,0 0 3 15,8 0 0-15,1 3-23 16,-3 11-51-16,1 2-13 0,-2 3-33 15,-5-1-133-15</inkml:trace>
  <inkml:trace contextRef="#ctx0" brushRef="#br1" timeOffset="-32543.255">3786 4154 30 0,'0'0'556'0,"0"0"-540"0,0 0 37 0,0 0-33 15,0 0-7-15,0 0 19 0,-16-42-32 16,16 46-9-16,0 17-2 16,0 9 11-16,0 14 19 15,0 6-8-15,-3 10-2 16,3 4 11-16,0 3 1 15,-3-2-6-15,1-3-3 16,1-3-8-16,1-5 0 16,0-1 4-16,0-6-3 15,0-8-1-15,0-3-1 16,0-5 3-16,0-5-2 16,0 3 3-16,0-7 7 15,0-2-1-15,0-1-6 16,0-4 0-16,0-2-4 15,1-3 0-15,2-3-1 0,-1-2 1 16,-2 4-1-16,3-3-2 16,-3 0 1-16,0 1 0 15,4 0 1-15,-4 2-2 16,3-1 2-16,0 1-2 16,-3 1 0-16,5 0 0 15,-2 0 2-15,1 3 0 16,1-1-2-16,5-1 0 15,-4 5 1-15,0-3 0 16,5 1-1-16,-1 1 1 16,0 1-2-16,1 0 2 15,2 3-1-15,2-2 0 16,0 1 1-16,0-1 1 0,4-1-1 16,-2-4 1-1,5 0-1-15,2-1 2 0,-2-1-2 16,-2-2 2-16,4 0-3 15,-5-1 2-15,-1-1-1 16,1 0-1-16,-2 0 0 16,2-2 1-16,2-1 1 15,0-3 2-15,4 0-3 16,5 0 0-16,6 0-1 16,1 0 2-16,8 0-1 15,1 0-1-15,-1 0 0 16,0 0 1-16,1-3-2 0,-1-1 1 15,1 2-1-15,2-3 1 16,7 0 1-16,2 1-1 16,1-2 0-16,-3 1 1 15,0 1-1-15,2-2 1 16,3 2-1-16,1 0 0 16,2-2 0-16,1 0 1 15,1 1 2-15,-2-1-2 16,1 2-1-16,0 2 0 15,2-2 0-15,4 1 2 16,-3 0-2-16,0-1 0 16,-3 0 0-16,-1 1 0 15,-5 0-1-15,8 0 1 0,-2 2 0 16,0-3 0 0,5 4 1-16,0 0 0 0,-1-1 1 15,-1 1-1-15,-3 0 4 16,-3 0-3-16,-1 0 0 15,-6 0 2-15,1 0-3 16,2 0 2-16,-2 0-1 16,5 0-1-16,-11 0 0 15,3 0-1-15,-6 0 0 16,-2 1 0-16,-2-1 1 16,2 0-1-16,1 0 0 15,1 0 1-15,-1 0-1 16,1 0 2-16,-1 0-2 15,3 0 0-15,-2 4 1 0,2-3 0 16,-3 2 0-16,1 0-1 16,2-2 1-16,2-1-1 15,2 0 0-15,1 0 3 16,-1 0-3-16,0 0 1 16,6 0-1-16,2 0 0 15,2 0 0-15,1 0 1 16,0 0-1-16,-2 0-1 15,0 0 1-15,-1 0 0 16,2 0-1-16,-2 0 1 16,-3 0 0-16,3 0 1 15,-2-1-1-15,2 1 0 16,-4 0 0-16,4 0 1 0,-2 0-1 16,5 0 0-16,-1 0 3 15,-2 0-3-15,1 0 0 16,2 4 0-16,1-1 0 15,5 1 0-15,-2-2 0 16,-6-1 1-16,0 2-1 16,-3-3 0-16,-1 6 0 15,1-6 0-15,2 4 3 16,-2 0 0-16,-3-2 2 16,2-1-2-16,0 2 0 15,-2-3 0-15,0 0 1 16,3 0-3-16,-1 1 1 0,-3-1-2 15,-4 0 4 1,-3 0-2-16,-1 0 1 0,-3 0-1 16,3 0 2-16,-2 0 4 15,2 0-5-15,-1 0 1 16,-2 0-2-16,-3 0-1 16,-4 0 2-16,1 0-3 15,-1 0 0-15,0 0 0 16,-2 0 1-16,-1 0 0 15,0 0-1-15,-5 0 1 16,5 0-1-16,-2 0 1 16,2-5 0-16,3-5-1 15,-3 6 0-15,4 1 1 0,-4-2-1 16,-3 3 0 0,-5-3 0-16,-4 0 0 0,-2-1 1 15,-5-4 0-15,-2 0 3 16,1-5-1-16,-2 1 0 15,2-5-1-15,-1 0-2 16,7-4 1-16,-2-2-1 16,4-1 0-16,-3-1-1 15,-2-2 1-15,-1-2-2 16,-6-3-1-16,-2-1 2 16,-5-2-1-16,-1-1 2 15,1 0 0-15,-2-6 0 16,0 3-1-16,1-4 2 15,-1-5-2-15,0 0 2 0,0 3-1 16,0 2 0-16,0 5-1 16,0 1 1-16,0 4 4 15,3-2-4-15,-1 2 3 16,-1 2 0-16,-1 0 1 16,2 1-4-16,-2 0 0 15,0 0 2-15,0 2-2 16,0 0 2-16,0 4 0 15,0 1 0-15,-5 4 1 16,-1 0-1-16,-1 4 0 16,1 3-1-16,-4 0 0 0,2 1-1 15,2 4 3 1,-2 1-3-16,1 2 0 0,-2 1 0 16,2 1 0-16,-5 1 0 15,-3 3-1-15,-6 0 1 16,0 0-2-16,-7 0 2 15,-4 0 0-15,-5 0 0 16,-3 0 0-16,-2 0-1 16,-3 0 1-16,2 5-4 15,3-2 2-15,-5 1-2 16,0 2-1-16,-1 0 3 16,4-1 2-16,2-2 0 15,1 5 0-15,0-2-1 16,0-1 1-16,-7 0 0 0,1 1 0 15,-5 0 2-15,-2-3-2 16,2 4-1-16,1-4-1 16,1 2 1-16,5-1 1 15,-2-1 0-15,-1 0 0 16,0 0-2-16,-3-2-3 16,-1 0-5-16,0-1 2 15,-1 0 2-15,-1 0 6 16,1 0-6-16,-1 0 3 15,-2 0-5-15,-1 0-1 16,-2 0 1-16,-1 0 3 16,4 0-1-16,2 0 5 15,3-4-3-15,-5 0 1 16,3-3-1-16,-2 2 4 0,-1 0-1 16,2 0-1-16,4 2-1 15,-1-2-3-15,4 0 4 16,-6 3 2-16,2-2 0 15,-2 1 0-15,1 0-1 16,2 1 1-16,-3-2 0 16,6 2-1-16,-2-1 2 15,-1 0 0-15,-3 2-1 16,-1-1 0-16,-3 1 0 16,-2 1 0-16,-1 0-1 15,0 0 3-15,-2 0-2 0,0 0 1 16,-1 0-1-16,-3 0 0 15,4 0 1-15,4 0-1 16,1 0-1-16,2 0-1 16,-4 0 2-16,1 0 0 15,-2 0 0-15,-2 0 0 16,5 0-9-16,-2-2 5 16,0 0-3-16,-4 1 2 15,1-1 4-15,-1 0 0 16,5 2 0-16,-1-1 1 15,5 1 0-15,5-1 2 16,-3 1-2-16,0 0 0 16,0 0 0-16,-1 0 0 15,2 0 1-15,-2-2-1 16,4 1-1-16,2-1-1 0,3 2 2 16,-1 0 0-1,1 0 0-15,-3 0 0 0,2 0 0 16,-2 0 0-16,0 0 0 15,3 0 0-15,1 0 0 16,-1 0 1-16,6 0-1 16,0 0 0-16,-2 0 0 15,2 0 0-15,0 0 0 16,-3 0 0-16,2 0 2 16,-3 0-2-16,2 0 3 15,1-1-2-15,-2 0 3 16,5-1-3-16,-5 1 3 0,0 0 3 15,-1 0 5-15,-3-1-1 16,1-1 0-16,-3 3-9 16,2 0 0-16,3 0-2 15,1 0 0-15,-1 0 2 16,5 0-1-16,1 0 1 16,3 0-1-16,-2 0-1 15,0 6 0-15,-3-2 0 16,3 0 0-16,-1 0 2 15,0 1-1-15,3-2 0 16,-2 0-1-16,0 0 0 16,5 0 0-16,-5 1 0 15,3-1 0-15,0 1 0 0,0-4 1 16,2 2-1 0,-2 1 0-16,3 0 0 0,-3 1-1 15,-1 0 2-15,1 2 0 16,-3-3-1-16,3 2 1 15,0 0-1-15,-1-1 0 16,7 0 0-16,-4 0 0 16,6-1 0-16,-2 1 2 15,3 1 1-15,0-3 3 16,2 1 0-16,2-2 6 16,1 2 3-16,1 0-3 15,-6 1-7-15,4 3-4 0,-5-1 3 16,0 0-2-1,5 0 0-15,-2-2 0 0,2-2 1 16,3 3 1-16,-4-2 9 16,4-2-2-16,-1 1-3 15,-1-2-2-15,1 4 2 16,0-2-4-16,0 1-1 16,0 0-2-16,0 1-1 15,-4 0 0-15,1 2 2 16,2 1-2-16,-4 2 0 15,5 2 2-15,-4 1-1 16,5 3 4-16,-2 2-1 16,1 3 2-16,0 2 1 15,-1 1 7-15,-5 2 0 16,2 0 1-16,-1 3-2 0,-2-1 7 16,1-3-13-16,0 2 0 15,2-5-2-15,1-3 2 16,7-1-4-16,8-4-3 15,3 2-27-15,11-9-106 16,17-6-197-16</inkml:trace>
  <inkml:trace contextRef="#ctx0" brushRef="#br1" timeOffset="-26544.329">2051 9268 264 0,'0'0'59'0,"0"0"43"0,0-73 0 0,-6 55-32 16,2 6 33-16,-2 1-6 15,1 2-28-15,2 6-13 16,0-1 4-16,3 4-29 16,-3 4-31-16,0 26-21 15,-1 18 21-15,-1 17 6 16,2 13 6-16,2 4-5 15,-1 6 0-15,-1 0-4 0,3-2-2 16,0-8 0-16,3-8 0 16,12-4 1-16,-3-1 2 15,2 0 17-15,-1-6 5 16,-4-4-20-16,2-5-3 16,-1-5 0-16,-3 0 0 15,1-4-1-15,-2-7 0 16,4-3 0-16,-2-10 0 15,1-6 1-15,-1-4 1 16,0-2-1-16,1-3 1 0,4-1 1 16,4-4 0-1,8-1-1-15,5 0-2 0,6 0 0 16,7-7 0-16,3 1-1 16,6 2-1-16,1 0 0 15,5 4 0-15,3 0 0 16,-3 0 0-16,5 0 0 15,0 0 0-15,1 0 4 16,9-1-4-16,6-4 1 16,6-1-1-16,3-5 0 15,6 2 0-15,-3-2 0 16,3 0 0-16,-3 0-2 16,3 2 2-16,-3 3 0 15,-2-4 1-15,-1 3-1 16,-2 3 0-16,-3 0-1 0,4 0 1 15,-1 1 4 1,2 0-4-16,3-1-1 0,-9 1 1 16,2-3 0-16,-9 1-1 15,0 1 0-15,-4-2 0 16,-1 1 1-16,-2-1 0 16,-4 0 0-16,-1 2 0 15,1 0 0-15,2 4 1 16,4 0 0-16,3 0-1 15,3 0 1-15,3 0-1 16,7 0 0-16,5 0-1 16,1 0 0-16,2 4 1 0,3-1 0 15,-2-2-3-15,7-1 3 16,-1 0 0-16,2 0 0 16,3 3 0-16,3-2 0 15,3 2 3-15,4 0-2 16,-1-1-1-16,4 3 0 15,-3-3-1-15,0 3-9 16,-1-1 4-16,-2 1 3 16,-4 3 3-16,-3-3-2 15,-5 4 2-15,-5-1 0 16,-2 1 2-16,3 1-1 16,0-2-1-16,-2 1 0 15,1-2-1-15,2 0 0 16,-1-3 0-16,0 4 1 15,0-5 0-15,-3 3 0 0,-3 1 0 16,2 0 0-16,-7 2 1 16,2-2 0-16,3 1-1 15,5-2-1-15,-2-1 1 16,1 0-2-16,-2 1 1 16,-1-2-2-16,1-1 1 15,-4 1 1-15,4-4 1 16,-5 2 0-16,-6 0 1 15,4 1-1-15,-7-3 0 16,-1 0 2-16,1 0-2 16,4 0 0-16,-2 1 0 15,0-1 0-15,-5 0-2 0,0 0-3 16,-3 0-4-16,3 0 6 16,-4 0 2-16,-4 0 1 15,-2 0 0-15,-3 0-1 16,-2 0 1-16,0-1-1 15,2-4 1-15,-4 3 1 16,3 0 1-16,0-3-2 16,-2 1 1-16,4 1-2 15,0-2 1-15,-4 2 0 16,1 0-1-16,-7-2 1 16,-2 4 0-16,2-1-1 15,-1 2 1-15,1-1 0 16,1-2 0-16,-2 0 0 0,2-2 0 15,-2 2 0-15,4-2 1 16,0-2-1-16,-2-1 0 16,2 2 1-16,-5-4-1 15,3 6 1-15,-7-3-1 16,1 3 0-16,-1-3 0 16,1 6 0-16,-3-5 0 15,-1 2 0-15,-3-1 0 16,1 4 0-16,-6-6 0 15,-2 2 0-15,-4 3 0 16,-1-3-1-16,-2 4 1 16,-1-1 0-16,4 0-1 0,-1 2 1 15,0-1 0-15,0-3 0 16,-3 2 0-16,-6-1 1 16,0 0-1-16,-4-3 0 15,0-1 0-15,-2-4 2 16,-2-1-1-16,2-5 0 15,2 1-1-15,-3-3 2 16,3-5-2-16,1-5 0 16,-2-2 0-16,2-3-2 15,-3-1 2-15,3-4 0 16,-3-1 0-16,0-2 2 16,-3-2-2-16,1 0 0 15,-1-1 0-15,0 3 1 0,1-4-1 16,-2 3 0-1,1-3-6-15,-2-1-3 0,-1 3 3 16,3-3 5-16,-3 6 0 16,0-4 1-16,-3 4 2 15,0-1-2-15,-3-3-1 16,-2-5 1-16,-1-1 0 16,0 1-1-16,0 0 1 15,0 4 0-15,0 6 0 16,0 0 0-16,0 4 0 15,-6 1-1-15,-4 1 1 16,1 1 0-16,-2 8 0 0,-2 0-1 16,1 6 0-16,-1 5 1 15,1 1-1-15,-3 2-1 16,3 4 1-16,0 2 1 16,0-1-3-16,3 4 1 15,-1 1-2-15,-5 1-1 16,-3 0 5-16,-8 0 0 15,-5 0 1-15,-3 0-2 16,-6 6 1-16,-5 0 0 16,-4 1 1-16,-4-1-1 15,-2 0-4-15,-3 0-10 16,0-2 5-16,-2 0 7 16,-1 0 2-16,-2-1-2 15,-2 0 2-15,-1-2-1 16,-1-1-1-16,-5 0 2 0,1 0 0 15,-8 0-3-15,-1 0 3 16,2-1 2-16,-5-2-1 16,4 0 0-16,-4 2 5 15,5 1-5-15,1-2 1 16,0 1-1-16,2 0-1 16,-5 0-6-16,-2-1 3 15,-1 0 3-15,5 1 1 16,-1-3 1-16,6 0-2 15,1-1 0-15,2 1-2 16,8 0 0-16,2 1 2 16,6 1-3-16,2-1 6 0,6 1 1 15,1 2-4-15,-1-1-3 16,4 1 3-16,2 0 4 16,1 0-3-16,3 0-1 15,3 0 0-15,2 0 0 16,0 0-7-16,-2 0 7 15,-3-3 0-15,-1 3 2 16,-2-2 2-16,-3-3-4 16,2 5 0-16,-2 0 0 15,0 0-3-15,0 0-5 16,-7-1 8-16,-3-1 0 16,-3 2 2-16,-6-3-2 15,-4 3 4-15,-4-1-4 16,-3-1 0-16,-6 1-2 0,1 0 2 15,-2 0 3-15,1-1-2 16,1 2-1-16,2-2-1 16,-7 0 1-16,0 0 4 15,-6-2-4-15,3-1-1 16,3 0 1-16,1-1 1 16,-4-2-1-16,0 3-3 15,3 0 3-15,-3-1 3 16,3 4-2-16,-3-1-1 15,6 1 0-15,-2 0-6 16,0-2 6-16,-2 2 4 0,-5-2-3 16,3 1-2-1,1 0 1-15,1-1 0 0,-1-3 0 16,-2 4 1-16,-2-2-2 16,1 1 1-16,2 4 0 15,-4-4 1 1,1 1 0-16,3 2 0 0,1-4 0 15,-4 4-1-15,3-3 1 16,-1 1 0-16,3-1-1 16,3 0 0-16,1-1-1 15,1 1 1-15,1 0 0 16,-1 1 0-16,-4 1-2 16,1-1 4-16,1 0-1 15,-2 0-1-15,-2 2-11 16,7-1 11-16,-5 2 5 0,2-1-5 15,-6 1 0 1,7-3 0-16,0 2 0 0,0 1-2 16,7-3 2-16,-5 3 2 15,2-3-1-15,2 0-1 16,3-1 1-16,7 1-1 16,4 0 0-16,-1 0 0 15,4 0 0-15,0 2 0 16,-1 0 0-16,2-1-4 15,4 2 4-15,2-1 2 16,-3-1-2-16,4 2 1 16,3-1 1-16,2-1-2 0,4 1 1 15,2-2-2-15,0 2 1 16,-2 1-6-16,-3-2-2 16,-1 2 0-16,1 0 7 15,-4 0 0-15,1 0 1 16,-4 0-1-16,1 0 1 15,-1 0 0-15,2 0 0 16,-2 3 0-16,0 1-1 16,-2 2 1-16,-2-1-1 15,-1 0-2-15,-1 4-1 16,2-3-2-16,-2 0-3 16,3 0 8-16,3 0-3 15,0-1 4-15,2 0-1 16,4-1 1-16,0-1 1 15,3 1 1-15,1 0-2 0,-5 1-4 16,-3-2 3-16,0 4-1 16,1-1-2-16,3 1 4 15,0-1-1-15,4-1-2 16,5 1 2-16,2 0 1 16,4-2 2-16,4-1 0 15,0 1-2-15,0-1-2 16,-1 1 2-16,0-1 2 15,1 1-2-15,1-1 0 16,4 2 0-16,3-2-2 0,-1-1 2 16,5 0 0-1,0 1 2-15,0 1-2 0,-4 1 1 16,1-1-1 0,-3 0 0-16,-4 1 1 0,4 2 1 15,-6 0-2-15,2 0 0 16,-1 0-3-16,7 2 3 15,1-2 0-15,3 2-1 16,0 0-6-16,7 0-2 16,-2 3 9-16,4 1 0 15,-1 1 2-15,2 1-2 16,1 1 2-16,-1-1-2 16,1 0 2-16,-1 3-2 15,2 2 0-15,0-1 0 16,0 1-2-16,0 0 1 0,0 0-1 15,0-1 2-15,3 2 2 16,-1-2 2-16,1 1 0 16,0-3 3-16,-2-1-2 15,-1 0 2-15,0-1 0 16,0-2-6-16,0 0 9 16,0-3-5-16,0-2 0 15,0 1-4-15,0-1 4 16,-1 4-5-16,-2-3-7 15,3 1-26-15,0-1-66 16,0-5-171-16</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1:00:29.640"/>
    </inkml:context>
    <inkml:brush xml:id="br0">
      <inkml:brushProperty name="width" value="0.05292" units="cm"/>
      <inkml:brushProperty name="height" value="0.05292" units="cm"/>
      <inkml:brushProperty name="color" value="#FFC000"/>
    </inkml:brush>
    <inkml:brush xml:id="br1">
      <inkml:brushProperty name="width" value="0.05292" units="cm"/>
      <inkml:brushProperty name="height" value="0.05292" units="cm"/>
      <inkml:brushProperty name="color" value="#00B0F0"/>
    </inkml:brush>
  </inkml:definitions>
  <inkml:trace contextRef="#ctx0" brushRef="#br0">1772 1908 75 0,'0'0'630'0,"0"0"-585"0,0 0 89 0,0 0-23 0,0 0-38 16,0 0-65-16,-21-5 1 15,24 50 6-15,6 8 44 16,-3 5-22-16,0-5-8 16,-2 0 0-16,1-1-7 15,-2-5-9-15,-3-3-1 16,0-4-8-16,0-4 4 0,0-6-4 15,0-6-3-15,-6-7 6 16,4-6-7-16,-1-5-13 16,2-6-19-16,-2 0-10 15,0-3 13-15,0-18-82 16,3-6-67-16,0-11-107 16,0-7-177-16</inkml:trace>
  <inkml:trace contextRef="#ctx0" brushRef="#br0" timeOffset="292.964">1726 1854 558 0,'0'0'64'0,"0"0"0"16,0 0 15-16,0 0-13 16,86-66-19-16,-44 66-20 15,3 0-6-15,-8 14-10 16,-4 9-3-16,-3 6 2 15,-5 5-1-15,-8 3-2 16,-7-2 6-16,-7 0 7 16,-3-5-10-16,-5-2-6 15,-17-1 4-15,-5-6 3 16,2-3-8-16,-3-6 6 16,1-5-9-16,4-6-3 15,1-1-56-15,9 0 4 16,5-16-87-16,8-4-72 0,5-5-197 15</inkml:trace>
  <inkml:trace contextRef="#ctx0" brushRef="#br0" timeOffset="892.83">2094 1883 572 0,'0'0'26'15,"0"0"70"-15,0 0 23 16,0 0-24-16,84 65 15 15,-68-42-30-15,2 1-28 16,0-2-9-16,-6-3-12 16,-3 1-19-16,0-5-6 0,-6-4 0 15,-3-1-2-15,0-3 3 16,0-3 1-16,-9-2-8 16,-3-2-3-16,-4 0-9 15,-4-13-3-15,8-6-14 16,2-6 4-16,8-4 2 15,2-1 22-15,2 1 2 16,13 6-2-16,3 5 0 16,2 4-2-16,0 5 1 15,4 7 0-15,-2 2 2 16,3 0 0-16,0 5 4 16,0 8-1-16,-3 2 2 15,0 0 1-15,-5-1 4 16,1 3-7-16,-6-5-1 15,-6 1 2-15,4-4-4 0,-4-3 5 16,-1 0-5-16,-2-5 3 16,1-1 7-16,5 0-1 15,0 0 10-15,6-10-10 16,3-6-1-16,-3-5 1 16,-2-6-3-16,-2-2-3 15,-7-1 6-15,-1-2-5 16,-3 3 4-16,0 4-1 15,-6 2-1-15,-6 10-5 16,-4 6 0-16,-4 4 13 0,-5 3-14 16,0 0-7-16,-2 13 2 15,0 2-15-15,15 3-24 16,3-4-31 0,7-3-2-16,2-3-97 0,11-8-95 15,16 0-210-15</inkml:trace>
  <inkml:trace contextRef="#ctx0" brushRef="#br0" timeOffset="1364.017">2679 1610 579 0,'0'0'272'0,"0"0"-185"16,0 0-31-16,0 0-37 15,0 0 27-15,11 90 51 16,-3-45-25-16,3 1-27 0,-5-2-21 15,6 1-11 1,-8-8-4-16,-1-3-9 0,-1-4 7 16,-2-9-6-16,0-1-1 15,0-7-11-15,0-8-13 16,0-3-7-16,0-2 3 16,0 0 18-16,-5-16-31 15,1-5 2-15,4-3 14 16,0-3-7-16,0-1 23 15,6 1 1-15,6 2 6 16,-3 3 2-16,10 5-1 16,-3 7 2-16,-2 2 0 0,7 4 0 15,-6 3 4-15,1 1 1 16,-1 0 0-16,-2 1-3 16,-2 12 3-16,-2 3 8 15,-3 2 4-15,0 5-2 16,-6 1 1-16,0 0 2 15,0 1-1-15,-12 0-4 16,-5-4-5-16,-5 2-3 16,-2-6-3-16,-4-3-3 15,7-6-34-15,-1-5-38 16,7-3-65-16,9-10-224 16</inkml:trace>
  <inkml:trace contextRef="#ctx0" brushRef="#br0" timeOffset="1672.601">3206 1525 571 0,'0'0'261'0,"0"0"-204"0,0 0 31 0,0 0-22 0,-60 72-30 16,60-42 0-16,0 1-4 15,0-4-11-15,0-2-13 16,8-2-5-16,3-1 2 16,-3-5-5-16,3-3-1 15,2-4-9-15,0-4-13 0,5-2 6 16,4-4 10 0,6 0 6-16,3 0 1 0,3-10-3 15,3-3-17-15,1-2-49 16,-4-2-56-16,0-3-94 15,-7 3-246-15</inkml:trace>
  <inkml:trace contextRef="#ctx0" brushRef="#br0" timeOffset="1890.651">3449 1542 572 0,'0'0'212'16,"0"0"-127"-16,0 0-58 0,0 0 14 15,-6 81 50 1,6-44-31-16,0 5-14 0,0-2-18 16,0 3-1-16,3-3-11 15,0-5-13-15,0-3 0 16,3-7-3-16,-1-6-11 16,3-7-61-16,3-10-70 15,-2-2-181-15</inkml:trace>
  <inkml:trace contextRef="#ctx0" brushRef="#br0" timeOffset="2090.337">3783 1342 41 0,'0'0'828'0,"0"0"-751"16,0 0-1-16,0 0-44 15,0 0-32-15,0 0-1 16,2 21-3-16,5-6-5 16,-2 6-171-16,-5 5-484 15</inkml:trace>
  <inkml:trace contextRef="#ctx0" brushRef="#br0" timeOffset="2258.581">3910 1898 883 0,'0'0'119'15,"0"0"-29"-15,0 0-18 16,0 0-60-16,0 0-12 16,0 0-112-16,-6-9-206 15</inkml:trace>
  <inkml:trace contextRef="#ctx0" brushRef="#br0" timeOffset="2695.434">1763 2782 346 0,'0'0'343'0,"0"0"-343"15,0 0 1-15,0 0 23 16,0 0 27-16,167-5 36 0,-37-22-16 15,30-7-40-15,17-7 2 16,14-7-8-16,-4-1 1 16,-5 2 6-16,-11 1-6 15,-8 7 1-15,-14 2-2 16,-22 5-10-16,-21 6-5 16,-24 1 1-16,-24 6 0 15,-21 6-2-15,-16 5-7 16,-13 3 1-16,-8 5-3 15,-5 0-6-15,-36 2-94 16,-25 13-133-16,-22 5-267 16</inkml:trace>
  <inkml:trace contextRef="#ctx0" brushRef="#br0" timeOffset="3068.161">1960 3128 294 0,'0'0'519'0,"0"0"-519"15,0 0-6-15,100-35 6 16,-30 12 14-16,23-6-4 0,8 1 1 15,17-5 0-15,9 1 12 16,2 0 10-16,1-3-6 16,-1 9 2-16,-4-3-12 15,-10 3 13-15,-12 4-12 16,-15 0 1-16,-13 2 2 16,-13 4 1-16,-13 5-3 15,-14 0-5-15,-13 4-8 16,-10 3-1-16,-5 2-4 15,-4 0-1-15,-3 2-40 16,0 0-93-16,-19 0-183 0</inkml:trace>
  <inkml:trace contextRef="#ctx0" brushRef="#br0" timeOffset="5700.011">3577 3450 669 0,'0'0'68'0,"0"0"65"0,0 0-36 0,0 0-38 0,0 0-21 0,0 0-24 16,-59-22 12-16,35 47-26 15,-3 9 0-15,-3 6 10 16,6 7-10-16,8 1 3 16,10 0-3-16,6-4 3 15,0-7 0-15,0-7 1 16,6-3-3-16,10-8-1 16,2-8-1-16,3-6-2 15,4-5-2-15,2 0 0 16,1-5 5-16,-1-16 1 0,-4-6 3 15,2-6 1-15,-4-7-2 16,-9-6 0-16,3 0-2 16,-9 1 4-16,-2 2 10 15,-4 9 6-15,0 8 4 16,0 6 7-16,-1 9-5 16,-7 2-16-16,-2 8-11 15,-2 1-5-15,-2 0 5 16,-6 10-9-16,-4 11 9 15,2 5-10-15,5 0-32 16,9 1-45-16,8-5-89 16,0-8-263-16</inkml:trace>
  <inkml:trace contextRef="#ctx0" brushRef="#br0" timeOffset="5941.182">3916 3528 731 0,'0'0'212'0,"0"0"-164"0,0 0 21 0,0 0-37 15,0 0-21-15,0 0 36 16,0 18-13-16,0-9-12 16,0-7-12-16,0 1-1 15,0-3 0-15,0 0-4 0,0 0 7 16,0 0-12-1,0 0-7-15,-6-5-115 0,3-8-140 16,3-4-504-16</inkml:trace>
  <inkml:trace contextRef="#ctx0" brushRef="#br0" timeOffset="6443.208">4258 3309 758 0,'0'0'125'16,"0"0"38"-1,0 0-93-15,0 0-38 0,0 0-26 16,0 0-6-16,-17-4 0 16,25 8 1-16,5 4 18 15,8-2 4-15,7 1-10 16,4-3-4-16,2-3-5 15,0-1 0-15,-4 0-4 16,-6 0-3-16,-3 0-7 16,-8 0 5-16,-2 0 3 15,-4-5 2-15,-1 0 2 16,-4-1 3-16,1 0 0 16,-3 0 1-16,0 4 24 0,0 0 12 15,0-1-5 1,0 3-14-16,0 0-23 0,-3 12-4 15,-8 10 4-15,1 8 0 16,1 5 9-16,1 5 3 16,-2 3-5-16,4 2 6 15,3 3-4-15,0-2-3 16,0-4-2-16,0-5-1 16,0-9-1-16,-2-7-1 15,1-7-1-15,1-4-12 16,0-6-24-16,-3-4-15 15,3 0-17-15,-6-4-58 16,-3-14-149-16,-1-9-236 16</inkml:trace>
  <inkml:trace contextRef="#ctx0" brushRef="#br0" timeOffset="6623.682">4183 3532 785 0,'0'0'103'0,"0"0"-92"0,0 0 66 0,0 0 16 16,103 11-58-16,-46-11-16 15,7 0-14-15,3-4-5 16,-1-10-77-16,-8-2-141 16,-6 0-249-16</inkml:trace>
  <inkml:trace contextRef="#ctx0" brushRef="#br0" timeOffset="7019.766">4832 3334 69 0,'0'0'680'16,"0"0"-554"-16,0 0 39 15,0 0-108-15,0 0-47 16,0 0 2-16,-36 62 11 16,30-27 1-16,-4 5 0 15,5 1-9-15,-2 2-6 16,1-3-6-16,-6 0 2 15,3-8-3-15,-2-5-2 16,-2-5-31-16,6-8-22 16,-1-6-17-16,1-7 7 15,1-1 31-15,1 0 13 0,2-7 0 16,0-6 19-16,3 2 0 16,0-5 10-16,0 3 24 15,0 1 10-15,0-2 8 16,3 9-12-16,8-2-7 15,4 2-10-15,4 1-13 16,5 0 1-16,4 4-10 16,1 0 2-16,-1 0-1 15,3 0-1-15,-2 0 0 16,-4 0-1-16,6 0-17 16,-4 0-59-16,-1 0-32 15,-1 0-124-15,-6-3-169 16</inkml:trace>
  <inkml:trace contextRef="#ctx0" brushRef="#br0" timeOffset="7297.649">5032 3334 799 0,'0'0'94'0,"0"0"63"0,0 0-91 0,0 0-36 16,0 0-29-16,0 0 2 15,-43 58 14-15,43-22 18 16,0 10 9-16,0 0 2 16,0 5-11-16,0 2 0 0,0-4-19 15,0-5-7-15,0-6-3 16,-5-9 1-16,-4-2-5 16,2-7-2-16,-1-5-17 15,4-6-29-15,4-5-37 16,0-4-58-16,3 0-151 15,16-13-301-15</inkml:trace>
  <inkml:trace contextRef="#ctx0" brushRef="#br0" timeOffset="7598.73">5760 3163 738 0,'0'0'94'16,"0"0"53"-16,0 0-69 16,0 0-62-16,0 0 14 15,-45 82 20-15,38-42-3 16,2 2-6-16,-1 2-1 16,0-2-24-16,-1-2-4 15,-5-4-6-15,0 0-2 16,2-6-1-16,-2-5-3 15,1-7-4-15,5-5-30 16,-1-8-18-16,7-5-32 16,0 0-11-16,0-17-80 15,3-13-152-15,13-5-179 0</inkml:trace>
  <inkml:trace contextRef="#ctx0" brushRef="#br0" timeOffset="7889.922">5771 3188 539 0,'0'0'101'0,"0"0"54"16,0 0-42-16,0 0-66 15,0 0-34-15,0 0 38 16,23 51 2-16,-11-19 4 16,2 2-11-16,-2 1-4 15,-4-1-9-15,0-1-8 16,-5-1-10-16,0-4-7 0,0 0-3 15,-3-4-1-15,3-3-1 16,-3-4-1-16,5-1-2 16,0-5 0-16,0-3-11 15,-1-5-18-15,1-3 5 16,1 0-24-16,4-3-21 16,-7-14-34-16,3-3-115 15,-6-7-190-15</inkml:trace>
  <inkml:trace contextRef="#ctx0" brushRef="#br0" timeOffset="8072.846">5647 3437 684 0,'0'0'68'0,"0"0"59"15,0 0-19-15,0 0-42 16,89-6-50-16,-40-6-7 15,-1-8-9-15,3-4-74 16,-2-5-163-16,-4-4-253 16</inkml:trace>
  <inkml:trace contextRef="#ctx0" brushRef="#br0" timeOffset="8408.215">6207 2812 670 0,'0'0'115'0,"0"0"59"16,0 0-87-16,0 0-59 16,0 0-28-16,0 0 0 15,-52 51 5-15,52-19-1 16,0 1 7-16,5-6-6 16,7-5 2-16,1-5-2 15,-1-8-3-15,1-5 2 16,-2-4 3-16,1 0 4 15,0-13 6-15,-6-7-9 16,-2-3-1-16,-4 0 6 16,0-1 13-16,0 1 6 15,-12 6-8-15,-2 4 2 16,-5 8-15-16,-4 5 1 0,-1 0-12 16,-6 3 0-16,-1 14-35 15,4 4-73-15,6 0-109 16,6-3-611-16</inkml:trace>
  <inkml:trace contextRef="#ctx0" brushRef="#br0" timeOffset="20578.107">7237 3093 516 0,'0'0'60'0,"0"0"5"0,0 0 66 16,14-79-35-16,-14 69-16 16,0 4-6-16,0 6-13 15,0 0-30-15,0 0-31 16,0 15-10-16,0 13 10 15,-6 12 13-15,-2 4 8 0,2 0 1 16,-2 1-4 0,1-3-9-16,1 0-5 0,2-5-1 15,-1-3-1-15,-1-7 2 16,3-2 0-16,-1-3-2 16,4-4-1-16,-3-4 0 15,3-4 2-15,-2-4-3 16,2-4 0-16,0-2-24 15,0 0-3-15,-1 0-8 16,-4-18-92-16,2-1-79 16,0-6-117-16</inkml:trace>
  <inkml:trace contextRef="#ctx0" brushRef="#br0" timeOffset="21228.45">7003 3239 458 0,'0'0'69'0,"0"0"-51"16,0 0 37-16,0 0 30 16,106-2-15-16,-60-5-17 15,2 0-11-15,-2-2 5 16,-4 2-14-16,-10 1-16 15,-5 3-11-15,-9-2-4 16,-6 2 0-16,0 2 0 0,-7 1 3 16,-2 0 0-16,0 0 4 15,-3 0-6-15,5 0 0 16,-3 0 11-16,1 6 5 16,0 4-10-16,0 2 1 15,0 3 3-15,-3 2-6 16,3 0 5-16,2 2-3 15,-2-4-4-15,0-1 0 16,2-1-1-16,0-5-2 16,2 3 0-16,1-2 1 15,5-3 1-15,1-1 5 16,3-4-3-16,3-1-1 16,2 0-1-16,2 0 2 0,0-9-5 15,-3-3 3 1,-2 0 0-16,-2-3-2 0,-2-4 1 15,-8 4 5 1,1-4 13-16,-4-2-5 0,-1 0 3 16,-3 2-2-16,0-2-6 15,0-1 2-15,0 3-6 16,-9 1 0-16,2 2-2 16,-5 3-2-16,0 0 3 15,0 3-3-15,-2 1-3 16,-2 4-1-16,1 2 0 15,-3 3-4-15,-1 0 0 16,5 0 4-16,-2 3-8 16,1 5-31-16,6 1-14 0,2 4-26 15,5-6-137-15,2 0-247 16</inkml:trace>
  <inkml:trace contextRef="#ctx0" brushRef="#br0" timeOffset="22318.413">8645 3061 529 0,'0'0'110'0,"0"0"25"0,0 0-16 0,0 0-33 15,0 0-53-15,0 0-33 16,6 0 36-16,-6 22 13 16,0 4-9-16,0-3 1 15,0 3-11-15,0-2-3 16,-1-5-11-16,-4 1-6 16,-2-3-4-16,0-1 2 15,-1-4-2-15,0-4-1 16,2-4 0-16,-1-4 1 0,1 0 0 15,0 0-4-15,2-4-2 16,-1-12-5-16,5 1 1 16,0-3-3-16,0 0 7 15,0 6 0-15,6-1-2 16,5 3 1-16,3 1-1 16,6 7 1-16,2 0-2 15,5 2 3-15,1 0 4 16,1 2-3-16,-4 6 1 15,1-1-1-15,-7 2-1 0,-1-4 1 16,-6 3-1 0,-5-1 1-16,-5 2-1 0,-2 1-7 15,0 1 4-15,0 2 3 16,-6-2 4-16,-8-1-4 16,0-3 4-16,3-2-2 15,6-4 3-15,-2-1-1 16,7 0 7-16,0 0-2 15,0-11-9-15,0-4 6 16,6-2-5-16,6-2-1 16,7-1 0-16,-1-2 4 15,5 2-4-15,-1 3 0 16,-1 0-1-16,1 4 0 16,-2 2 1-16,-4 4 0 15,2 4-2-15,-4 2 1 16,-1 1-1-16,-3 0 1 15,1 2 1-15,2 7 5 0,-2 5-1 16,-2 3 3-16,1 1 9 16,-7 5 0-16,0 0 8 15,-3-2 3-15,0-2 6 16,0 1-10-16,0-4-1 16,0-2-6-16,0-3-7 15,0-4 1-15,3-3-8 16,12-4 0-16,9 0-1 15,14-7-1-15,13-11-56 16,14-12-82-16,4-9-203 0</inkml:trace>
  <inkml:trace contextRef="#ctx0" brushRef="#br0" timeOffset="31200.949">4010 5568 538 0,'0'0'82'0,"0"0"-54"16,0 0 52-16,0 0-14 15,0 0-66-15,0 0 0 16,0 0 1-16,3 81 70 0,-3-41-14 16,0 6-10-1,0 1 19-15,0 6-24 0,-3-3-5 16,-3-1-7-16,0-7-8 16,3-7-10-16,-2-4-9 15,0-7 1-15,2-1-3 16,1-7 1-16,1-3-2 15,1-3-39-15,0-5-45 16,0-5-88-16,10 0-46 16,2-15-225-16</inkml:trace>
  <inkml:trace contextRef="#ctx0" brushRef="#br0" timeOffset="31495.09">4510 5558 578 0,'0'0'13'16,"0"0"23"-16,0 0 64 16,-33 95-28-16,21-59-5 15,0 1-3-15,-6 2-18 16,3-2-18-16,3 2-9 15,-1-6-7-15,3 0-6 0,-4-5-3 16,3-6-1 0,0 1 0-16,2-7-2 0,-2-7-38 15,7-4-34-15,1-5-41 16,3 0-28-16,0-13-239 16</inkml:trace>
  <inkml:trace contextRef="#ctx0" brushRef="#br0" timeOffset="31800.863">4465 5593 187 0,'0'0'298'16,"0"0"-246"-16,0 0-33 0,0 0 63 15,0 0 19 1,19 80-35-16,-13-50 4 0,2-1 11 15,-2-2-39-15,7 2-12 16,-2-1-14-16,-2-2-3 16,-2 0-2-16,2-3-3 15,-3 0-5-15,-3-5 0 16,3-1-1-16,-4-5-1 16,3 0-1-16,-5-4-2 15,3-3-22-15,-1-3-31 16,-1-2-10-16,1 0-41 15,1 0-37-15,-2-14-221 16</inkml:trace>
  <inkml:trace contextRef="#ctx0" brushRef="#br0" timeOffset="32027.053">4395 5806 334 0,'0'0'188'16,"0"0"-121"-16,0 0 43 15,0 0-14-15,0 0-15 16,0 0-29-16,61 66-22 0,-21-66-18 16,2 0-12-1,4-7-24-15,1-12-139 0,-4-4-260 16</inkml:trace>
  <inkml:trace contextRef="#ctx0" brushRef="#br0" timeOffset="32446.383">4915 5438 407 0,'0'0'44'15,"0"0"27"-15,0 0-30 16,0 0-5-16,0 0 14 16,-44 71-11-16,44-46-11 0,0 1-3 15,0-7 2-15,6 1-7 16,7-6-8-16,-1-3-6 16,1-4-1-16,4-4 2 15,-1-3-2-15,-1 0 0 16,0 0-1-16,0-10-2 15,0-5 4-15,-6-2-4 16,3-5 2-16,-5 2 0 16,-4-3-3-16,-3-1 15 15,0 5 14-15,0-1 0 16,0 3 3-16,-8 1-4 16,-6 3 7-16,5 4-9 15,-6 3-12-15,0 5-10 0,-4 1-4 16,-2 0-1-16,1 3 0 15,3 10-7-15,3 1-63 16,4 2-66-16,4 0-132 16</inkml:trace>
  <inkml:trace contextRef="#ctx0" brushRef="#br0" timeOffset="32777.25">5467 5709 416 0,'0'0'39'0,"0"0"92"0,0 0-29 16,0 0-25-16,0 0-25 16,89 8-15-16,-56-8-15 15,2 0 2-15,1 0-12 16,1 0-9-16,-4 0 0 0,-3 0-3 16,-9 0-12-1,-3 0-63-15,0 0-86 0,-9-2-160 16</inkml:trace>
  <inkml:trace contextRef="#ctx0" brushRef="#br0" timeOffset="33137.193">5465 5870 400 0,'0'0'44'15,"0"0"50"-15,0 0-11 0,0 0 2 16,0 0-16-16,0 0-3 16,56 25-10-16,-27-25-16 15,-1 0-11-15,6 0-4 16,-1 0-8-16,-1-5-2 15,-4-1-8-15,-3 0-5 16,-1 2 1-16,-3 2-3 16,-3 1 2-16,-2 1 0 15,-1 0-2-15,-2 0-1 16,-2 0-9-16,-2 0-31 16,-1 0-65-16,-1 0-125 0,-1-1-271 15</inkml:trace>
  <inkml:trace contextRef="#ctx0" brushRef="#br0" timeOffset="33498.339">6497 5478 544 0,'0'0'88'0,"0"0"9"15,0 0-4-15,0 0-22 0,0 0 18 16,0 0-26 0,-3 50-12-16,9-26 1 0,-3 1-5 15,2 0-3-15,-4 0-15 16,1-3 6-16,-2 2-9 15,0-2-8-15,1-2-10 16,-1-3-4-16,0 1-2 16,0-3 0-16,0-1-2 15,3-1-30-15,3-3-45 16,6-4-58-16,4-6-113 16,4 0-300-16</inkml:trace>
  <inkml:trace contextRef="#ctx0" brushRef="#br0" timeOffset="34007.479">6919 5593 548 0,'0'0'36'0,"0"0"80"15,0 0-31-15,0 0-27 16,-37 77-18-16,37-59 2 15,0-3-18-15,7 2-11 16,7-5-5-16,5-2 0 16,1-5-3-16,2-2 0 0,3-3-3 15,-1 0 0-15,-1 0 0 16,1-7 2-16,-1-4-3 16,-5-1 2-16,2-5 9 15,-1 5 14-15,-4-4 1 16,-3 1-1-16,-3 2-1 15,-5-2 2-15,-2 3 3 16,-2-4-2-16,0 5-4 16,0-3-11-16,-6 3-3 15,-3 3-1-15,-3 0 2 16,0 1-2-16,1 3-1 16,-3 1-4-16,-3-1 1 0,1 4-2 15,-2-2 2-15,0 2-2 16,-1 0-3-16,-1 0 1 15,-4 0 1 1,-1 0 0-16,0 2-2 0,1 5 1 16,3-3-1-16,3-1 0 15,9-1 0-15,4-2-5 16,5 2-49-16,0-2-82 16,8 0-176-16,13-2-235 15</inkml:trace>
  <inkml:trace contextRef="#ctx0" brushRef="#br0" timeOffset="34323.657">7134 5102 501 0,'0'0'56'0,"0"0"12"0,0 0 52 0,0 0-14 0,0 0-32 16,0 0-32-16,106 47-5 0,-67-44-11 16,2-2-10-1,-2-1-8-15,3 0-4 0,-3 0 1 16,-3 0-5-16,-5 0-3 15,-1-1-42-15,-5-5-46 16,-4-1-75-16,-5-3-142 16</inkml:trace>
  <inkml:trace contextRef="#ctx0" brushRef="#br0" timeOffset="34658.151">7723 4825 593 0,'0'0'76'0,"0"0"56"16,0 0-75-16,0 0-44 16,0 0-7-16,0 0 51 15,-3 59 7-15,6-33-6 16,3 1 13-16,0 0-22 15,-1 1-9-15,2 3-4 16,1-1-10-16,-4-4-4 16,1-1-6-16,-2-5-5 15,-2-3-6-15,2-1-2 16,-1-5-1-16,2 1 1 16,-3-7-3-16,2 1-9 0,0-2-46 15,2-4-49-15,1 0-76 16,9 0-131-16</inkml:trace>
  <inkml:trace contextRef="#ctx0" brushRef="#br0" timeOffset="35093.668">8071 4927 437 0,'0'0'87'15,"0"0"-62"-15,0 0 33 16,0 0 6-16,0 0-30 16,-14 96-16-16,14-73 13 15,0-5-11-15,11 0-2 0,3-3-10 16,0-6-1 0,3-3-1-16,4-4-1 0,1-2-5 15,2 0-3-15,-3 0-4 16,3-10 7-16,-2-3 1 15,-4-3 1-15,0 0 0 16,-6 0 10-16,-2-2 21 16,-5-2 35-16,-5 3-18 15,0 0 11-15,0 0 0 16,-12 2-5-16,1 3-6 16,-4 1 1-16,-4 1-10 15,-2 4-4-15,0 3-17 0,-4 1-5 16,-2 2-12-16,0 0-2 15,-1 3-1-15,1 11-1 16,0 1-11-16,3 10-54 16,3-2-63-16,2-3-141 15,7-2-473-15</inkml:trace>
  <inkml:trace contextRef="#ctx0" brushRef="#br0" timeOffset="36068.404">8853 5220 571 0,'0'0'62'0,"0"0"-7"0,0 0 82 0,0 0-26 0,0 0-34 0,9 96-5 16,-9-70-33-16,0 0-18 15,0-2-6-15,0-5-10 16,0-3-1-16,0-5 1 16,-2-4-5-16,2-5-3 15,0-2-14-15,0 0 15 16,0-9-9-16,0-9 1 15,0-5 8-15,5 1 1 16,2-1 1-16,4 0 2 0,2 4-1 16,-1 2 10-1,3 4-2-15,-2 3 4 0,7 1-2 16,-5 8 5-16,1 1-3 16,1 0-7-16,0 5-1 15,0 6 7-15,1 3 5 16,-2 0 1-16,-4-1-9 15,2 2 1-15,-4-2-7 16,-6-2 0-16,2-1-1 16,-3-3-1-16,-3 0-1 15,0-1 4-15,0-5-4 16,0 4-5-16,0-5-1 16,5 0 6-16,-2 0 1 15,7-2 8-15,2-12-9 0,6-2 1 16,-1-3 3-16,5-1-4 15,0-1-2-15,1 1 0 16,-2 1 0-16,-2 8-1 16,-4 0 2-16,-2 1 1 15,-5 5-1-15,-2 1 1 16,-3 1-1-16,1 1 1 16,-1 2 0-16,1 0-4 15,2 0 0-15,-4 6 4 16,4 7 3-16,-6 0-2 15,0 5 6-15,0-1-1 16,0 4 9-16,0-1 5 16,0-1 1-16,0-2-2 0,0-1 3 15,0-5 0 1,5 0-2-16,6-3-3 0,3 0 3 16,5-5 1-16,1-3-6 15,5 0-4-15,5 0-4 16,3-1-5-16,1-11-2 15,2 2-3-15,-3-1-36 16,-5-1-54-16,-3-5-171 16</inkml:trace>
  <inkml:trace contextRef="#ctx0" brushRef="#br0" timeOffset="42899.93">2621 8024 508 0,'0'0'78'0,"0"0"36"0,0 0 34 0,15-72-29 15,-15 69-37-15,0 3-20 16,0 0-54-16,0 18-2 16,0 10 17-16,0 9 14 15,0 3 2-15,0 5-11 16,0-2-4-16,0 0-8 15,0-4-9-15,0-5 1 16,0-6-7-16,0-4 5 16,4-6-3-16,4-5 1 15,4-6-4-15,6-7-3 16,4 0-11-16,5-4-4 16,0-15-7-16,8-4-17 0,-9-7-5 15,-2-4 3 1,-5-7 7-16,-2 2 6 0,-6-2-14 15,-3 3 19-15,-2 6 18 16,-6 9 8-16,0 5 0 16,0 7 6-16,0 7 21 15,0 1 7-15,0 3-6 16,0 0-12-16,0 0-16 16,0 6 4-16,0 8 7 15,0 6 11-15,0 1-7 16,0 2 9-16,3-1 5 15,3 1-17-15,1-4 1 16,-4-2-7-16,5-2-3 16,-4-1 3-16,1-5-4 0,2 2 1 15,4-4-3 1,-4-1-6-16,6-3-33 0,1-3-21 16,4 0-17-16,6-10-47 15,3-12-157-15,-2-8-346 16</inkml:trace>
  <inkml:trace contextRef="#ctx0" brushRef="#br0" timeOffset="43370.703">3245 7940 602 0,'0'0'82'0,"0"0"-55"16,0 0 71-16,0 0 52 15,-44 78-50-15,41-45-26 0,2 0-13 16,1 1-16-16,0-3-8 15,0-3-19-15,0-2-11 16,3-5-5-16,-2-6 2 16,4-2-2-16,-4-5-2 15,2-3-17-15,-1-5-16 16,-2 0 5-16,3-3 16 16,4-17-26-16,2-7-2 15,2-5 16-15,3-6 5 16,0 5 14-16,5 2 4 15,-2 10-2-15,-1 4 3 16,-1 3 3-16,0 9 3 16,2 2 5-16,-3 3-1 0,0 0 0 15,2 3-1-15,-1 9 0 16,-2 3 0-16,1 3 2 16,1 1-3-16,-5 2-1 15,-2 2-3-15,-2-6-2 16,-2 3 0-16,-4-3 0 15,0-3-2-15,0-1-1 16,0-1-23-16,0-1-18 16,0-2-3-16,3-2-20 15,0-7-5-15,8 0-12 16,2-3-19-16,-1-14-79 16,3-8-285-16</inkml:trace>
  <inkml:trace contextRef="#ctx0" brushRef="#br0" timeOffset="43589.772">3683 7984 332 0,'0'0'144'0,"0"0"18"0,0 0-26 0,-4 97-34 15,4-67-32-15,0-2-20 16,0-3-13-16,0-3-21 15,0-4-11-15,0-7 0 16,0-2-5-16,0-6-57 16,0-3-100-16,4-1-60 15,2-19-374-15</inkml:trace>
  <inkml:trace contextRef="#ctx0" brushRef="#br0" timeOffset="43755.342">3783 7730 652 0,'0'0'90'0,"0"0"-19"16,0 0-50-16,0 0-19 15,0 0 4-15,0 0-6 16,9 31-25-16,9-20-78 16,0-1-49-16,3-2-106 15</inkml:trace>
  <inkml:trace contextRef="#ctx0" brushRef="#br0" timeOffset="43993.825">3928 7813 177 0,'0'0'168'0,"0"0"46"16,0 0-53-16,0 0-7 16,0 0-18-16,7 89-32 15,-7-64-20-15,0 1-14 16,0 5-25-16,0-2-16 16,0 3-17-16,0 0-6 15,0-1-2-15,0 0 1 16,0-4-5-16,0-5 0 15,0-2-1-15,0-4-10 0,0-8-18 16,0-1-12 0,0-4-11-16,0-3-13 0,0 0 17 15,0-2 0-15,0-12-85 16,-4-4-55-16,-2-2-116 16</inkml:trace>
  <inkml:trace contextRef="#ctx0" brushRef="#br0" timeOffset="44150.784">3901 8060 220 0,'0'0'319'0,"0"0"-278"16,0 0 1-16,0 0 25 16,0 0-36-16,0 0-25 0,58 11-6 15,-35-11-94 1,2 0-277-16</inkml:trace>
  <inkml:trace contextRef="#ctx0" brushRef="#br0" timeOffset="44595.007">4656 7708 445 0,'0'0'69'15,"0"0"39"-15,0 0-18 16,0 0 3-16,0 0-42 16,0 0-16-16,16-59-7 15,-16 51-9-15,0 1 0 0,0 0 5 16,0-1 2-16,0-2-7 16,-3 5-12-16,-7-2-5 15,1 5 2-15,-2-2 2 16,4 3-3-16,0 1 4 15,-1 0-2-15,-1 9-2 16,2 11 3-16,2 6 7 16,2 5 6-16,3 4 9 15,0 4-1-15,0-1 5 16,0 1-4-16,0-1-4 0,5 0-6 16,2-2-4-1,-4-3-3-15,-3-2-6 0,0-1-1 16,0 0 0-16,0-5 0 15,-3-4-4-15,-1-4-2 16,4-8-34-16,0-4-46 16,0-5-44-16,-3 0-84 15,3-5-146-15</inkml:trace>
  <inkml:trace contextRef="#ctx0" brushRef="#br0" timeOffset="44751.827">4540 7929 624 0,'0'0'111'0,"0"0"32"0,0 0-66 0,0 0-48 15,0 0-25 1,0 0-4-16,104-14-56 0,-65 6-145 16,7-2-249-16</inkml:trace>
  <inkml:trace contextRef="#ctx0" brushRef="#br0" timeOffset="45163.705">5048 7767 652 0,'0'0'169'0,"0"0"2"15,0 0-68-15,0 0-35 16,0 0-21-16,-92 25-1 16,71 3-12-16,6 2-15 15,5 1-9-15,4-2-4 16,6-3-3-16,0 3 0 0,0-6-3 15,0-3-2-15,6-4-25 16,4-4-13-16,2-8-21 16,0-4 6-16,0 0 20 15,7-16 2-15,-1-6-9 16,0-1 5-16,2-3 10 16,-3 2 15-16,-3 1 12 15,2 3 0-15,-5 4 5 16,-1 3 21-16,-1 5 27 15,-3 2-9-15,0 5-12 16,-1 1-15-16,-1 0-12 0,3 2 4 16,-2 11 1-1,-2 4-2-15,0 1-5 0,-3 5 5 16,1-2-8 0,4 0 5-16,-2-3-4 0,4-1-1 15,-1-6-19-15,6-1-69 16,3-5-102-16,5-5-189 15</inkml:trace>
  <inkml:trace contextRef="#ctx0" brushRef="#br0" timeOffset="45426.082">5536 7675 507 0,'0'0'153'0,"0"0"-6"0,0 0-34 0,0 0-72 15,0 0-28-15,0 0 6 16,-77 40 0-16,65-10-4 16,4 2-5-16,8 1 6 15,0 0-6-15,0-2-3 16,0-4 1-16,0-3-4 16,6-3-1-16,3-4 0 15,4-5-3-15,4-3-20 16,4-8-46-16,4-1-41 15,2 0-76-15,7-8-142 16</inkml:trace>
  <inkml:trace contextRef="#ctx0" brushRef="#br0" timeOffset="45681.883">5890 7639 620 0,'0'0'100'0,"0"0"-40"16,0 0 28-16,0 0 19 16,0 0-50-16,-25 88-7 15,23-56-5-15,2 2 1 16,0-1-14-16,0-2-18 16,0-3-6-16,0-3-4 0,0-2-2 15,0-4-2 1,0-6-26-16,0-3-68 0,0-3-65 15,0-7-135-15,0 0-278 16</inkml:trace>
  <inkml:trace contextRef="#ctx0" brushRef="#br0" timeOffset="46190.962">5754 7846 336 0,'0'0'116'0,"0"0"-71"16,0 0-7-16,0 0-4 15,100-49-27-15,-66 38-5 0,2 3-1 16,1-3-1-16,1 5 4 16,-7 4 5-16,-4 2 44 15,-11 0 41-15,-11 8-2 16,-2 11 1-16,-3 4-5 15,0 2-18-15,0 2-17 16,0-2-17-16,0-1-10 16,0-1-13-16,7-3-7 15,5-2 0-15,4-5-2 16,4-5-1-16,4-4 0 16,1-4-1-16,5 0-2 15,-2 0-2-15,-1-10 1 0,-3-4 2 16,-3 0 0-16,-2-2-1 15,-4-1 3-15,-7-2-1 16,-1-1 3-16,-1 2 0 16,-6-1 2-16,0-3 8 15,-6 4 8-15,-13-1-1 16,-3 3-10-16,-7 3-7 16,-2 3-4-16,-5 4 0 15,0 5-1-15,6 1 0 16,7 0-3-16,6 0-15 15,7 10-30-15,7 0-35 16,3-3-103-16,3-1-153 16</inkml:trace>
  <inkml:trace contextRef="#ctx0" brushRef="#br0" timeOffset="46603.655">6451 7736 517 0,'0'0'112'0,"0"0"23"0,0 0-25 0,0 0-22 16,91 60-18-16,-73-36-23 16,-1 2 12-16,-6-1-8 0,1-4-10 15,-7 3-22 1,-3-7-9-16,-2-1-2 0,0-7-4 15,0-2 3-15,-5-3-3 16,-3-4 1-16,5 0 4 16,0 0 3-16,0-8-7 15,3-6 13-15,0-4 6 16,0-5-6-16,3-1 0 16,11-1-2-16,2-1-5 15,-1 2 1-15,4 2-3 16,0 1-4-16,1 2-1 15,2 4-3-15,2 0-1 16,-3 4 0-16,6 3-3 0,0 2-30 16,-2 2-35-1,-1 4-18-15,-9 0-71 0,-6 0-153 16</inkml:trace>
  <inkml:trace contextRef="#ctx0" brushRef="#br0" timeOffset="47450.941">5749 8467 417 0,'0'0'337'0,"0"0"-224"16,0 0-4-16,0 0-42 0,0 0 21 15,0 0-26-15,27 66-14 16,-22-39 0-16,-1 0-8 16,-1-1-11-16,-3-2-12 15,0-3-17-15,0-1 5 16,0-5 0-16,0-4-5 15,0-3-15-15,0-7-16 16,0-1 1-16,0-1 18 16,0-16-26-16,0-4 12 15,0 0 7-15,8-3 13 16,5 1 5-16,2 2 1 16,0 4 0-16,0 5 8 0,6 2 12 15,-3 6-3-15,9 2-6 16,1 2 2-16,0 0 1 15,-2 0-4-15,-4 7-1 16,-7 3-3-16,0 1-4 16,-8-2-2-16,-5 2 0 15,1-6 0-15,-3 2-3 16,0-4-12-16,0 1-8 16,-5-4-5-16,1 0-9 15,1-1 19-15,3-15-17 16,0-3 3-16,3-2 19 15,13-2 8-15,2 0 5 16,-1 6 4-16,2-1 2 0,2 6 6 16,-5 3 19-1,4 6-17-15,-4 3 0 0,-1 0-5 16,0 9 1-16,-3 9-1 16,-5 3 3-16,-5 0-2 15,1 1 1-15,-3-1-3 16,0-4-2-16,0-2-4 15,0-7-2-15,0 1-3 16,0-5-67-16,4-4-85 16,8 0-224-16</inkml:trace>
  <inkml:trace contextRef="#ctx0" brushRef="#br0" timeOffset="47679.765">6503 8342 743 0,'0'0'59'0,"0"0"-3"0,0 0 54 0,0 0-13 15,0 0-36-15,0 95 1 16,0-63-1-16,5 0-27 16,-2-2-15-16,1-3-14 15,-3-4-1-15,1-7-4 16,-2 0-41-16,0-5-75 15,0-6-125-15,0-5-391 16</inkml:trace>
  <inkml:trace contextRef="#ctx0" brushRef="#br0" timeOffset="47851.074">6430 8476 801 0,'0'0'59'15,"0"0"63"-15,0 0-37 16,0 0-45-16,0 0-35 16,0 0-5-16,94-5-30 15,-55 5-106-15,-2-4-223 16</inkml:trace>
  <inkml:trace contextRef="#ctx0" brushRef="#br0" timeOffset="48080.876">7003 8354 692 0,'0'0'193'0,"0"0"-22"0,0 0-47 16,-109 0-40-16,73 22-45 15,6 3-11-15,8 6-8 16,10 1-6-16,6-1-13 16,6-5 1-16,0-4 3 15,4-4-5-15,10-7-9 16,5-6-30-16,1-5-30 15,2 0-40-15,3-5-25 16,-5-13-44-16,1-5-7 16,-5-7-54-16,-1-4 33 15</inkml:trace>
  <inkml:trace contextRef="#ctx0" brushRef="#br0" timeOffset="48292.015">7003 8354 367 0,'16'-101'282'15,"-16"94"-31"-15,0 3-73 16,0 4-73-16,0 0-51 15,0 4-46-15,0 17 15 16,0 6 26-16,-1 8-6 16,-1 5-1-16,-1 5-9 15,3 2-9-15,-3-1-13 16,0-2-5-16,3-6-3 0,0-5-3 16,0-8-9-1,0-8-27-15,0-7-59 0,0-6-54 16,12-4-108-16,-1-7-274 15</inkml:trace>
  <inkml:trace contextRef="#ctx0" brushRef="#br0" timeOffset="48996.207">7461 7259 374 0,'0'0'117'0,"0"0"46"16,0 0-62-16,31-85-28 15,1 75-23-15,2 5-21 16,4 5-11-16,3 4-11 15,-5 19-1-15,-5 21-5 16,-10 12-1-16,-12 12 0 16,-9 9 1-16,-3-1 12 15,-16-4 1-15,0-2 3 16,5-8-2-16,8-3-1 16,6-12-5-16,0-7-5 0,0-11 0 15,16-5 1 1,5-9-4-16,7-11 0 0,2-4-1 15,5 0-20-15,-4-10-6 16,-3-7 2-16,-4 0-18 16,-6 2-9-16,-5 2 25 15,-5 5 18-15,-5 3 8 16,-3 5-4-16,0 0-2 16,0 13-11-16,0 12 17 15,-9 8 10-15,-3 5-7 16,-1 10 1-16,2 2-2 15,0 3-1-15,1 0 7 16,1-1 4-16,3 5 21 16,6-2 8-16,0 3 16 15,0-2 2-15,9-2 27 0,2-3-11 16,-1-8-21-16,-4-6 7 16,-3-4-16-16,2-7-8 15,-5-6 5-15,0-4-19 16,0-5-7-16,-2-4-5 15,-7-2 1-15,-4-4-2 16,-4-1-1-16,-5 0-6 16,-3 0-1-16,-4-1-2 15,2-11-21-15,0-2-18 16,2-3-59-16,9-9-97 16,2-6-232-16</inkml:trace>
  <inkml:trace contextRef="#ctx0" brushRef="#br0" timeOffset="49431.699">8936 7576 498 0,'0'0'94'0,"0"0"94"0,0 0-55 16,0 0-36-16,0 0-44 16,112 31-29-16,-73-31-13 15,3 0-2-15,-5 0-9 0,-7 0 0 16,-11 0-30-16,-5 0-77 15,-13 0-118-15,-1 0-295 16</inkml:trace>
  <inkml:trace contextRef="#ctx0" brushRef="#br0" timeOffset="49656.536">8936 7750 461 0,'0'0'135'0,"0"0"-13"16,0 0-17-16,0 0-11 16,0 0-41-16,82 21-19 0,-50-20-10 15,-3-1-12-15,1 0-3 16,0 0-6-16,-3 0 1 16,-3 0-1-16,-5 0-3 15,-1-2-42-15,-4-7-51 16,2 2-182-16</inkml:trace>
  <inkml:trace contextRef="#ctx0" brushRef="#br0" timeOffset="50295.482">10903 6649 730 0,'0'0'161'0,"0"0"17"0,0 0-69 0,0 0-87 0,0 0-5 16,0 0 53-16,-23 98-4 15,23-56-7-15,0 0-12 16,0 3-10-16,0-1-13 16,0 1-6-16,0-4-10 15,0-6-8-15,0-5 6 16,-3-5-6-16,-1-5-5 16,4-6-20-16,-2-5-22 15,2-4-32-15,0-5-56 16,0 0-70-16,9-8-60 15,11-12-425-15</inkml:trace>
  <inkml:trace contextRef="#ctx0" brushRef="#br0" timeOffset="50698.145">11138 6822 636 0,'0'0'53'0,"0"0"64"16,0 0-1-16,0 0-21 15,-34 95-27-15,34-61-9 16,4-1-18-16,12-4-7 16,0-7-12-16,2-1-7 15,4-9-10-15,0-3 0 16,1-5-3-16,2-4 1 0,1 0-2 16,4 0 0-1,-2-13-2-15,3-7 0 0,-4-4 1 16,-2-1 0-1,-5-6 0-15,-5 1 0 0,-6-1 0 16,-5 0 0-16,-4 4 5 16,0 3-5-16,-3 3 4 15,-13 3 8-15,-8 4-2 16,-1 5 6-16,-8 5-1 16,-5 4-7-16,1 0-7 15,-6 0 2-15,9 3-3 16,4 5 0-16,6-1-1 15,12-1-31-15,6-1-39 16,6-5-79-16,4 0-158 16,20-5-200-16</inkml:trace>
  <inkml:trace contextRef="#ctx0" brushRef="#br0" timeOffset="50939.855">11531 6222 531 0,'0'0'87'0,"0"0"29"0,0 0-29 15,0 0-33 1,122 62-29-16,-77-61-13 0,-2-1-12 15,2 0-22-15,-6 0-176 16,-3-17-321-16</inkml:trace>
  <inkml:trace contextRef="#ctx0" brushRef="#br0" timeOffset="51226.062">12102 5917 603 0,'0'0'93'0,"0"0"-15"15,0 0-55-15,0 0 95 0,0 0-55 16,-7 100 3-16,7-65-7 16,0 5-16-16,0-1-4 15,3 1-7-15,-3-6-11 16,3-1-9-16,-3-7-6 15,0-5-4-15,0-3 0 16,1-5-2-16,4-5-25 16,-1-4-72-16,6-4-53 15,4 0-54-15,2-5-249 16</inkml:trace>
  <inkml:trace contextRef="#ctx0" brushRef="#br0" timeOffset="51586.453">12299 6107 488 0,'0'0'78'0,"0"0"-1"16,0 0 25-16,0 0-6 15,-24 88-21-15,24-63-42 16,2-3-11-16,8 0-9 16,4-7-7-16,2-2-2 15,2-5 1-15,1-5-1 16,-1-3-1-16,2 0 2 15,1 0-1-15,-2-10-2 0,-1-4 3 16,-2-4-3 0,-2-1 1-16,-1-3 8 0,-7-1 16 15,-1-1 6-15,-5-1-3 16,0 6 3-16,0 0 1 16,-5 5-6-16,-7 1-2 15,-6 6-12-15,-6 4-7 16,-5 3-4-16,-3 0-3 15,1 3 0-15,0 14-1 16,2 6-40-16,2 2-92 16,8-1-131-16,7-3-390 15</inkml:trace>
  <inkml:trace contextRef="#ctx0" brushRef="#br0" timeOffset="52408.433">12524 6756 697 0,'0'0'60'0,"0"0"119"0,0 0-84 15,0 0-48-15,0 0 1 16,0 0 31-16,42 33-16 16,-30-18-17-16,0 4-12 15,-4 0-17-15,-2-2-6 16,-2 2-10-16,-4-4 1 0,4 1-1 16,-4-3-1-1,0-1-7-15,0-5-9 0,0-4-11 16,0-3-2-16,0 0 19 15,0-10 0-15,0-6-6 16,6 2 11-16,3 3 5 16,0 0 0-16,6 2 0 15,0 4 6-15,6 2 4 16,3 3-1-16,-3 0-4 16,4 0 0-16,-4 10-2 15,-2 1-1-15,-5 3-2 16,-5-1 1-16,0-2-1 15,-6 0-3-15,-3-1 1 16,0-1-16-16,0-4-4 16,0-2-24-16,0-3-21 0,0 0 28 15,0-4 7-15,0-16-12 16,0-4 23-16,12-2 10 16,8 0 11-16,0 6 0 15,1 3 18-15,0 7 17 16,-2 4 3-16,2 1-11 15,1 5-4-15,-2 0 2 16,-1 7 0-16,-1 9 2 16,-3 5-5-16,0 1-4 15,-5 4-5-15,-2-2 10 16,-4 1-10-16,-2-5-4 16,-2-3-5-16,0-3-4 15,0-4-4-15,0 1-43 16,0-3-96-16,-15 2-157 0</inkml:trace>
  <inkml:trace contextRef="#ctx0" brushRef="#br0" timeOffset="53038.115">10124 7599 372 0,'0'0'79'0,"0"0"-76"0,0 0 4 15,0 0 47-15,0 0 21 0,0 0-23 16,34 7 18-16,32-7-8 15,23 0-25-15,26 0-6 16,29-4-6-16,15-1 4 16,20 3-7-16,11 0-13 15,2 2-2-15,2 0 10 16,-1 0 7-16,-7 0 17 16,-5-2 0-16,-4 0-21 15,-5-7 0-15,-4 3-2 16,-11-5 1-16,-16-1-10 15,-11-1 0-15,-13 0 6 16,-14 1 16-16,-11-2-6 16,-17 4 4-16,-8 0 4 0,-15 2-11 15,-9 3-9-15,-13 0-6 16,-15 4-3-16,-7 1 0 16,-8 0-4-16,0 0-8 15,-9 0-52-15,-21 6-39 16,-11 4-73-16,-8 0-247 15</inkml:trace>
  <inkml:trace contextRef="#ctx0" brushRef="#br0" timeOffset="53579.775">11296 8286 719 0,'0'0'126'0,"0"0"54"0,0 0-58 0,0 0-83 15,0 0-35-15,0 0 46 16,0 63-4-16,5-23 2 16,0 1-10-16,-4 1-11 15,-1-1-11-15,0-3-9 0,0-2 1 16,-6-7-5-16,1-3-3 15,2-7-4-15,3-6-36 16,0-4-74-16,3-9-89 16,24 0-153-16</inkml:trace>
  <inkml:trace contextRef="#ctx0" brushRef="#br0" timeOffset="53828.171">11856 8181 846 0,'0'0'45'16,"0"0"117"-16,0 0-70 0,0 0-72 15,0 0 15-15,0 0 6 16,-66 108 3-16,55-68-14 16,0 3-8-16,2-1-10 15,0-2-7-15,-1-4-2 16,1-6-3-16,0-4-11 15,-2-9-47-15,8-6-26 16,-1-4-58-16,2-7-75 16,2 0-56-16</inkml:trace>
  <inkml:trace contextRef="#ctx0" brushRef="#br0" timeOffset="54072.435">11783 8294 285 0,'0'0'383'15,"0"0"-218"-15,0 0-57 16,0 0-72-16,0 0 2 16,0 0 21-16,81 57-19 15,-56-27 1-15,-3 0-2 16,2 4-8-16,-6-3-17 16,-2-1-5-16,-5-5-5 15,-2-2-3-15,0-5-1 16,-6-2-11-16,0-7-39 15,-3 1-12-15,0-4-40 16,0-6-95-16,0 0-185 0</inkml:trace>
  <inkml:trace contextRef="#ctx0" brushRef="#br0" timeOffset="54256.325">11737 8520 628 0,'0'0'51'0,"0"0"37"15,0 0-37-15,0 0-36 16,92-12-15-16,-43 3-19 16,4-7-159-16,0-3-294 15</inkml:trace>
  <inkml:trace contextRef="#ctx0" brushRef="#br0" timeOffset="54615.2">12275 8192 714 0,'0'0'130'16,"0"0"64"-16,0 0-139 16,0 0-34-16,0 0 6 15,0 0-4-15,-28 75-1 16,43-50-2-16,6-4-4 15,1-5-8-15,2-2-3 16,0-6-2-16,-2-6 0 16,-2-2 1-16,-2 0-1 0,-1-11-1 15,-5-5-1-15,-1-4-1 16,-1-6 2-16,-2 2-1 16,-8-5 0-16,0 5-1 15,0 1 2-15,-8 6 7 16,-7 3 24-16,-8 5 13 15,1 4-6-15,-6 3-4 16,3 2-12-16,0 0-19 16,2 0-4-16,5 9-1 15,2 6-19-15,4 4-64 16,6-1-101-16,3-3-392 16</inkml:trace>
  <inkml:trace contextRef="#ctx0" brushRef="#br0" timeOffset="57779.708">4117 10906 620 0,'0'0'73'0,"0"0"71"0,-1-72-40 0,-14 60-16 15,0 9-25-15,-6 3-32 16,-4 7-16-16,-5 22-4 16,2 9-1-16,1 8 4 15,7 0-3-15,4 0-3 16,10 1 3-16,6-4-9 15,0-7 2-15,3-3-3 16,15-9 5-16,7-9 1 16,6-8-2-16,7-7-2 15,2 0-3-15,1-17 0 16,-3-6-3-16,-2-6 2 16,-2-1 0-16,-10-2 0 0,-4 0-1 15,-9-2 2 1,-9-1 0-16,-2-1 2 0,0-1-1 15,-13 4 2-15,-7 2 7 16,-2 4-9-16,-2 6 4 16,3 8-2-16,0 7 0 15,-1 6-2-15,1 0-1 16,0 7-1-16,5 8-2 16,7 0-25-16,6 2-43 15,3 0-37-15,6-6-117 16,16 0-367-16</inkml:trace>
  <inkml:trace contextRef="#ctx0" brushRef="#br0" timeOffset="58037.099">4578 10905 738 0,'0'0'96'0,"0"0"20"0,0 0 17 15,0 0-41-15,0 0-39 16,0 0-17-16,14 35-10 16,-14-28-3-16,-3-1-3 15,-6-4 1-15,-9 0-12 16,6-2-3-16,-4 0-1 0,5 0-5 16,2 0-25-1,2-8-25-15,7-1-24 0,0-3-93 16,0-8-242-16</inkml:trace>
  <inkml:trace contextRef="#ctx0" brushRef="#br0" timeOffset="58529.916">5009 10692 730 0,'0'0'104'16,"0"0"48"-16,0 0-51 0,0 0-23 16,0 0-38-16,0 0-31 15,-46-25 3-15,72 34 7 16,8 1-4-16,5 1-5 16,4-2-7-16,3 2 0 15,-4-2-1-15,-3-1-2 16,-9-2-11-16,-7-2-26 15,-9-2-18-15,-6-2 21 16,-8 0 20-16,3 0 13 16,-3-8-7-16,0-4 6 15,0 2 2-15,-5 1 2 16,-4 2 4-16,0 3 28 16,-1 4 5-16,4 0-7 15,-3 0-21-15,1 15-5 0,-2 10 6 16,2 4 1-16,5 2-1 15,0 7-2-15,2-1 1 16,1 0-3-16,-2 2-1 16,2-4-1-16,0-2-4 15,-1-2-1-15,1-7 0 16,-2-1-1-16,1-6-11 16,1-6-26-16,0-4-20 15,-2-3-47-15,-3-4-51 16,0 0-149-16</inkml:trace>
  <inkml:trace contextRef="#ctx0" brushRef="#br0" timeOffset="58711.707">5084 10899 564 0,'0'0'124'0,"0"0"-44"0,0 0-7 15,0 0-26-15,88-13-26 16,-43 13-14-16,7-4-7 16,-3 0-111-16,-2-5-271 15</inkml:trace>
  <inkml:trace contextRef="#ctx0" brushRef="#br0" timeOffset="59114.234">5826 10700 577 0,'0'0'122'0,"0"0"41"16,0 0-78-16,0 0-12 15,0 0-24-15,-66 85-11 16,57-51-5-16,-6-2-12 16,6-1-11-16,-7-3-5 15,2-1-3-15,-2-6 1 16,-5-4-3-16,2-4-32 0,-1-3-17 15,1-4-8 1,6-5 2-16,5-1 16 0,2 0 25 16,0 0 12-1,4 0 2-15,-1 0 3 0,2-6 8 16,1 1 20-16,0 0 4 16,0 3-11-16,9-1-1 15,10 3-9-15,4 0 0 16,10 0-4-16,-2 0-2 15,-1 0-5-15,3 1-3 16,-3 3 0-16,-2 3 0 16,6-4-9-16,-2 2-25 15,3-4-25-15,-1 2-39 16,-4-3-103-16,-3 0-134 16</inkml:trace>
  <inkml:trace contextRef="#ctx0" brushRef="#br0" timeOffset="59393.727">6005 10718 445 0,'0'0'203'0,"0"0"-99"16,0 0 13-16,0 0-87 15,0 0-12-15,0 0 24 16,-26 78 12-16,26-40 6 15,0 2-9-15,0 0 4 16,-6 1-19-16,-4 1-10 16,-5-4-11-16,4-3-10 0,-2-4-1 15,3-4-4-15,4-3-2 16,1-7-33-16,5-2-63 16,0-5-40-16,0-8-126 15,12-2-270-15</inkml:trace>
  <inkml:trace contextRef="#ctx0" brushRef="#br0" timeOffset="59685.043">6536 10693 596 0,'0'0'16'0,"0"0"3"15,0 0 99-15,0 0-28 16,1 90-29-16,-1-51 4 16,0-1 6-16,0 0-22 15,-1 0-8-15,-10-5-16 16,1-4-12-16,-2-6-8 16,0-2 0-16,6-5-1 15,-3-4-4-15,5-4-37 16,1-3-31-16,1-5-49 15,2 0-31-15,0 0-31 16,0-13-286-16</inkml:trace>
  <inkml:trace contextRef="#ctx0" brushRef="#br0" timeOffset="59978.39">6612 10726 386 0,'0'0'49'0,"0"0"-17"16,0 0 69-16,0 0-17 15,0 0 1-15,54 100-17 16,-41-68 11-16,-4 1-17 16,-1-2-18-16,-1-2-2 15,-1-1-9-15,0-2-5 16,0 0-8-16,0-3-5 0,1-4-7 15,4-2-3-15,-2-4 0 16,-1-4-3-16,0-3-2 16,1-3-35-16,-3-3-47 15,-3 0-46-15,-3 0-169 16</inkml:trace>
  <inkml:trace contextRef="#ctx0" brushRef="#br0" timeOffset="60157.403">6539 10962 528 0,'0'0'69'0,"0"0"-20"16,0 0-26-16,0 0-8 15,94-20-15-15,-57 11-29 16,-3-2-237-16</inkml:trace>
  <inkml:trace contextRef="#ctx0" brushRef="#br0" timeOffset="60525.318">7094 10455 450 0,'0'0'18'16,"0"0"72"-16,-30 74-24 16,27-42 1-16,3 4-16 15,0-2-16-15,0-7-10 16,12 0-5-16,1-11-9 16,2-7-1-16,0-8 0 15,3-1-2-15,-3-3 2 16,3-12-5-16,-5-7 0 0,-5-5 0 15,-1 0 0 1,-7-1 14-16,0 0 11 0,0 0 8 16,-3 8 2-16,-10 6 9 15,-1 2-14-15,-5 8-7 16,1 4-16-16,-1 0-12 16,-4 9-5-16,3 12-63 15,0 4-121-15,2-2-370 16</inkml:trace>
  <inkml:trace contextRef="#ctx0" brushRef="#br0" timeOffset="60968.218">8553 10802 331 0,'0'0'245'0,"0"0"-185"0,0 0 56 0,0 0 6 16,0 0-56-16,98 41-35 15,-51-37-19-15,3 0-8 16,-2-1-4-16,-9-2-11 16,-6 2-82-16,-17-1-176 15,-12-1-176-15</inkml:trace>
  <inkml:trace contextRef="#ctx0" brushRef="#br0" timeOffset="61147.14">8507 11031 551 0,'0'0'77'15,"0"0"54"-15,0 0-68 16,124 11-25-16,-72-11-27 16,6 0-5-16,6 0-6 15,-4 0-45-15,-5 0-156 16</inkml:trace>
  <inkml:trace contextRef="#ctx0" brushRef="#br0" timeOffset="61798.683">10218 10553 552 0,'0'0'60'0,"0"0"102"0,-88-20-67 15,47 28-27-15,3 19-6 16,5 8-2-16,5 9-7 15,8 3-13-15,10-1-12 0,7-6 0 16,3 0-7 0,15-7-11-16,11-8-3 0,3-5 0 15,2-4-1-15,3-10-1 16,1-4-5-16,2-2-4 16,-4 0 3-16,0-14 1 15,-8-1 1-15,-1-4 1 16,-7-4-1-16,-4-5 0 15,-9-3 3-15,-4 0 0 16,0-4 1-16,-4 1 10 16,-12 0 9-16,-3 4 1 15,-3 6 5-15,-2 6-7 16,2 7-12-16,-1 5-10 0,0 6 1 16,2 0-2-1,6 3-6-15,0 11-18 0,15 4-40 16,0 2-38-1,15 0-72-15,18-6-175 0</inkml:trace>
  <inkml:trace contextRef="#ctx0" brushRef="#br0" timeOffset="62048.186">10578 10674 757 0,'0'0'142'0,"0"0"0"15,0 0-41-15,0 0-10 16,0 0-33-16,0 0-30 0,41 23-5 16,-39-19-6-16,-2-2-7 15,0-2-9-15,0 0 3 16,-5 0 1-16,-16 0 5 16,6 0-10-16,1 0-8 15,3 0-21-15,5-3-24 16,0-6-64-16,6-6-87 15,0-3-471-15</inkml:trace>
  <inkml:trace contextRef="#ctx0" brushRef="#br0" timeOffset="62707.218">11289 10429 411 0,'0'0'103'0,"0"0"33"16,0 0-18-16,0 0-27 0,0 0-5 15,0 0 1-15,-51-63 0 16,51 63-21-16,0 0-43 16,0 0-18-16,14 7 8 15,14 4 17-15,8 1-14 16,12-4-6-16,4 3-8 15,0-2-1-15,0-3 4 16,-6-1-5-16,-8-3-3 16,-8 0-13-16,-8-2-5 15,-10 0-5-15,-6 0 12 16,-6-6 10-16,0-3-4 16,-8 0-3-16,-11 1 5 0,-6 1 6 15,7 0 0-15,-3 7 16 16,0 0 9-16,8 0-5 15,1 7-8-15,0 11-2 16,6 7-2-16,0 4 8 16,4 2-5-16,2-1 2 15,0 8-4-15,0-5 10 16,0 2 0-16,0 0-7 16,0-3-7-16,0-4 3 15,0-4-8-15,0-2 3 16,0-6-3-16,0-2-5 15,0-5-15-15,0-5-29 16,0-4-18-16,0 0-51 0,0 0-3 16,-6-16-272-16</inkml:trace>
  <inkml:trace contextRef="#ctx0" brushRef="#br0" timeOffset="62886.561">11262 10624 633 0,'0'0'43'0,"0"0"112"0,0 0-68 0,121 15-44 16,-67-15-26-16,13 0-13 16,0 0-4-16,6-8-56 15,-6-5-200-15</inkml:trace>
  <inkml:trace contextRef="#ctx0" brushRef="#br0" timeOffset="63246.549">12035 10457 611 0,'0'0'115'16,"0"0"91"-16,0 0-116 16,0 0-34-16,0 0-9 15,0 0-16-15,-79 92-15 16,65-58-3-16,-2-2-9 15,1-3-1-15,-1-2 0 0,-1-5-3 16,3-4-3 0,-2-5-43-16,0-3-11 0,4-4-1 15,2-5 1-15,2-1 10 16,4 0 33-16,1 0 14 16,1-1 1-16,-1-6 7 15,3 0 20-15,0 1 11 16,0 0 11-16,11 2-10 15,5 1-16-15,7 3-7 16,4 0-1-16,4 0-10 16,10 0-4-16,-2 0-2 15,2 4 0-15,-4-1-16 16,3 0-69-16,-9-3-86 16,1 0-220-16</inkml:trace>
  <inkml:trace contextRef="#ctx0" brushRef="#br0" timeOffset="63500.669">12277 10458 336 0,'0'0'345'16,"0"0"-224"-16,0 0-6 15,0 0-56-15,0 0-12 16,0 0-12-16,-63 110 10 15,63-66 3-15,0 2-21 16,0 0 6-16,-4 0-12 16,-2-9-15-16,-2-1-3 0,-2-6-3 15,1-7 0-15,6-6-48 16,3-4-63-16,0-9-115 16,10-4-282-16</inkml:trace>
  <inkml:trace contextRef="#ctx0" brushRef="#br0" timeOffset="63809.015">12939 10346 12 0,'0'0'679'0,"0"0"-659"16,0 0 82-16,0 0 21 15,-34 87-45-15,28-47-23 16,-3 0-1-16,-4 5-5 16,-3 0-15-16,0-4-6 15,-3 1-10-15,1-7-10 16,3-6-1-16,0-5-4 16,6-6-2-16,0-3-2 15,5-5-34-15,1-5-58 16,3-4-21-16,0-1-25 15,0-1-6-15,1-18-201 16,11-8-52-16</inkml:trace>
  <inkml:trace contextRef="#ctx0" brushRef="#br0" timeOffset="64063.07">12927 10428 265 0,'0'0'168'15,"0"0"15"-15,0 0-49 16,0 0-19-16,0 0-94 15,0 0-4-15,36 22 40 16,-22 11-15-16,0 2-8 16,-3 3 8-16,-5-1-12 15,3-2-4-15,-6-1-5 16,0-3-5-16,0-4-7 0,1-4-4 16,2-8-2-1,3 0-1-15,0-8-2 0,3 0-3 16,0-2-51-16,3-5-48 15,-3 0-44-15,-3-1-121 16,-5-14-251-16</inkml:trace>
  <inkml:trace contextRef="#ctx0" brushRef="#br0" timeOffset="64239.636">12802 10621 230 0,'0'0'368'16,"0"0"-335"-16,0 0 14 0,0 0 49 16,0 0-49-16,94 7-38 15,-48-18-9-15,5-3-91 16,-3-3-248-16</inkml:trace>
  <inkml:trace contextRef="#ctx0" brushRef="#br0" timeOffset="64541.861">13300 10103 591 0,'0'0'47'0,"0"0"31"16,0 0-25-16,0 0 11 0,-37 78-17 15,37-43-14 1,3-2-8-16,12-4-5 0,1-2 1 15,-2-11-8-15,-1-7-2 16,-1-8-3-16,-1-1-4 16,-1-3 9-16,-3-15-9 15,-4-2 5-15,-3-5-5 16,0 3-3-16,0 1 4 16,-13 2-4-16,-6 6-1 15,-7 8-1-15,-2 5 0 16,-2 0-53-16,-1 13-141 15,4 8-393-15</inkml:trace>
  <inkml:trace contextRef="#ctx0" brushRef="#br0" timeOffset="64958.405">14195 10489 517 0,'0'0'37'16,"0"0"95"-16,0 0 23 0,0 0-40 15,0 0-26-15,0 0-66 16,-22-11 5-16,-6 40 17 16,1 10-11-16,1 0-11 15,-1 0-4-15,4 2-5 16,-3-3-10-16,3-4-2 0,1-6-2 15,-1-2-2 1,3-10-39-16,5-3-64 0,1-7-83 16,9-6-186-16</inkml:trace>
  <inkml:trace contextRef="#ctx0" brushRef="#br0" timeOffset="65210.897">13961 10566 566 0,'0'0'75'16,"0"0"-1"-16,0 0 43 15,84 65-26-15,-47-29-12 16,3 0 0-16,-1-1-2 16,0-5-22-16,-3-2-20 15,-3-4-17-15,-5-7-8 0,-3-4-6 16,-7-5-1-16,-7-4 0 15,-5-1-3-15,-5-1-13 16,-1-2-37-16,0 0-72 16,-7 0-88-16,-14-3-448 15</inkml:trace>
  <inkml:trace contextRef="#ctx0" brushRef="#br0" timeOffset="65916.296">15136 10226 275 0,'0'0'447'0,"0"0"-350"0,0 0 30 0,0 0-25 16,-19 100-15-16,19-58-17 0,0 3-10 16,3-1-4-1,0-2-20-15,-1 0-18 0,-2-4-13 16,0-2-1-16,0-3-1 16,0-2-3-16,0-7-17 15,0-6-65-15,3-6-78 16,15-9-167-16,7-3-460 15</inkml:trace>
  <inkml:trace contextRef="#ctx0" brushRef="#br0" timeOffset="66303.755">15447 10415 692 0,'0'0'89'0,"0"0"77"16,0 0-88-16,0 0-38 0,0 0-8 15,-51 79-12 1,51-50 3-16,17 3-7 0,4-6-9 16,3-2-2-16,2-5 2 15,0-8-2-15,-2-7-1 16,1-4-2-16,-1 0-2 16,-2-2-1-16,-4-14 1 15,0-1 0-15,-1-2 1 16,-3-5-1-16,-3 2 2 15,-2 0 1-15,-6 1-3 16,-3 1 5-16,0 2 8 16,-17 2 15-16,-8 0 7 0,-6 2-7 15,-4 6-9-15,1 1-6 16,-2 6-8-16,6 1-3 16,5 0-2-16,7 0 0 15,8 0-6-15,7 1-39 16,3 5-35-16,0-5-58 15,19-1-93-15,5 0-319 16</inkml:trace>
  <inkml:trace contextRef="#ctx0" brushRef="#br0" timeOffset="66515.348">15590 9893 718 0,'0'0'32'0,"0"0"32"0,0 0 39 0,0 0-42 15,85 12-33-15,-33-11-20 16,-1-1-6-16,0 0-2 16,-3 0-67-16,-6 0-170 15,-7-12-292-15</inkml:trace>
  <inkml:trace contextRef="#ctx0" brushRef="#br0" timeOffset="66769.774">16066 9568 564 0,'0'0'137'16,"0"0"72"-16,0 0-90 15,0 0-61-15,0 0-26 16,0 0 46-16,-27 79-25 15,27-33-2-15,0-1-12 16,2 2-16-16,4-4-10 16,-2-3-7-16,1-3-3 15,1-7 1-15,-2-4-3 16,2-6-1-16,3-5-22 16,0-3-51-16,6-9-33 0,3-3-67 15,3 0-138 1</inkml:trace>
  <inkml:trace contextRef="#ctx0" brushRef="#br0" timeOffset="67098.32">16275 9753 525 0,'0'0'89'16,"0"0"75"-16,0 0-100 16,0 0-7-16,0 0-22 15,-28 82-15-15,40-54-7 16,7 2-5-16,1-6 1 15,0-6-3-15,-1-5-1 0,0-4 1 16,0-8-1 0,1-1 1-16,-1 0-2 0,-1-13 2 15,-5-7 0-15,-2-4 15 16,-4-5 8-16,-4-1-3 16,-3-5 0-16,0 1-9 15,-6 1 5-15,-12 5 6 16,-7 6 13-16,-5 6-16 15,-3 8-12-15,-1 5-10 16,3 3-3-16,4 0-1 16,3 17-37-16,6 9-79 15,5 1-70-15,7 5-317 16</inkml:trace>
  <inkml:trace contextRef="#ctx0" brushRef="#br0" timeOffset="67773.838">16675 10281 475 0,'0'0'291'0,"0"0"-226"0,0 0 37 0,0 0 14 0,0 0-59 16,-13 80-5-16,13-57-4 16,7 1-12-16,3-4-11 15,-5-2-8-15,-1-4-9 0,-4-2-3 16,0-5-2-16,0-3-1 16,0-1-2-16,0-3-2 15,0 0 0-15,3 0 2 16,0-16 0-16,5-7-6 15,2 0 6-15,4-4 0 16,0 4 1-16,2 6-1 16,-2 4 0-16,0 9 1 15,0 4-1-15,3 0-1 16,-2 13-1-16,3 7 2 16,-3 4 3-16,-3 3 1 15,-3-2-1-15,1-2 0 16,-5-3-2-16,-2-5-1 0,-3-4 0 15,0-4 2 1,0-3-2-16,0-4-12 0,0 0-2 16,0 0 9-16,0-8-15 15,0-10-5-15,1-4 6 16,13-3 14-16,4-3 5 16,4 0 0-16,-3 1 0 15,4 10 0-15,-3 4 2 16,-1 6-2-16,0 7 4 15,-2 0 8-15,2 4-1 16,-2 13 4-16,-3 4-5 16,-3 4 2-16,-1 0-1 0,-4 2 3 15,0-2-2-15,-2-2-3 16,-2-3-2-16,-2-2-6 16,0-1-1-16,0 1-64 15,-3-2-133-15,-12-4-393 16</inkml:trace>
  <inkml:trace contextRef="#ctx0" brushRef="#br0" timeOffset="68308.483">14519 11123 404 0,'0'0'27'0,"0"0"-23"0,145 21 22 15,-56-8 54-15,22 2-1 0,22-3-6 16,16 0 0 0,10-5-15-16,7-2-7 0,1-2-1 15,-4 0-15-15,1-2-9 16,-2-1-1-16,-5 0-3 15,-3 0 0-15,-12-7 1 16,-5-3 15-16,-12 1 11 16,-14 0 5-16,-9-2-14 15,-14 4-14-15,-11 1-14 16,-12 3-2-16,-8 2-6 16,-10-2-3-16,-12 3 4 15,-17 0-4-15,-5 0 0 16,-8 0-1-16,-5 0-41 0,-12 0-92 15,-22 7-59-15,-14-3-438 16</inkml:trace>
  <inkml:trace contextRef="#ctx0" brushRef="#br0" timeOffset="68743.89">15569 11770 729 0,'0'0'64'0,"0"0"96"0,0 0-88 16,0 0-26-16,-47 73 13 16,38-25-2-16,-3 3-10 15,1 3-8-15,1-4-12 0,-3 2-11 16,0-3-7-16,0-6-7 15,1-5 0-15,0-4-1 16,0-9 2-16,5-7-3 16,1-8-8-16,4-8-37 15,2-2-34-15,0 0-19 16,9-12-119-16,9-13-171 16</inkml:trace>
  <inkml:trace contextRef="#ctx0" brushRef="#br0" timeOffset="69012.968">15572 11839 573 0,'0'0'52'0,"0"0"98"16,0 0-114 0,0 0 58-16,0 0-27 0,84 93 3 15,-62-55-6-15,-2 2-2 16,-4-4-8-16,-3 3-16 15,-5-7-10-15,0-5-8 16,-4 0-15-16,-1-7 0 16,1-2-5-16,1-4 3 15,-5-5-3-15,4-4-5 16,-2-2-42-16,-2-3-59 16,0 0-40-16,0 0-94 15,-6-14-439-15</inkml:trace>
  <inkml:trace contextRef="#ctx0" brushRef="#br0" timeOffset="69177.233">15426 12087 443 0,'0'0'245'0,"0"0"-157"16,0 0 16-16,0 0-38 15,0 0-51-15,138-5-9 16,-73-5-6-16,7-1-31 15,-7-6-146-15,-7-2-295 16</inkml:trace>
  <inkml:trace contextRef="#ctx0" brushRef="#br0" timeOffset="69477.172">16016 11754 675 0,'0'0'138'0,"0"0"7"16,0 0-105-16,0 0 2 15,0 0-4-15,-41 105-4 16,43-73-3-16,14-4-2 16,7-5-4-16,0-6-6 15,1-7-7-15,-3-6-3 16,0-4-2-16,-6 0-1 16,0-7-4-16,-6-12 1 15,-4-3 1-15,-5-4-1 0,0-2-1 16,-11-2 1-1,-10 3 1-15,-6 3 1 0,-4 7 2 16,-3 8-3-16,-4 5-4 16,2 4-5-16,2 0-73 15,4 11-150-15,9-2-615 16</inkml:trace>
  <inkml:trace contextRef="#ctx0" brushRef="#br0" timeOffset="70403.805">12017 9643 316 0,'0'0'194'0,"0"0"-180"0,0 0 21 0,0 0 12 15,0 0 51-15,69 130 8 16,-29-52-11-16,8 11-1 16,15 5-29-16,8 5-10 15,4 1-4-15,5-3-26 0,-1-4-10 16,-1-9-3 0,-6-5-9-16,-2-7 5 0,-3-4 4 15,-6-9 13-15,-7-7 15 16,-8-11-15-16,-12-5-10 15,-7-10-3-15,-12-9-6 16,-6-9-3-16,-6-5-2 16,0-3 1-16,-3 0 3 15,0 0 9-15,0-6 2 16,0-5-16-16,0-1 0 16,0-2-10-16,3-1-41 15,0 1-63-15,1-4-122 16,-1-5-414-16</inkml:trace>
  <inkml:trace contextRef="#ctx0" brushRef="#br0" timeOffset="71213.913">15535 11465 285 0,'0'0'47'0,"0"0"14"0,0 0 30 0,0 0 30 0,23 92-22 0,11-50-25 16,13 3 0-16,7 7-2 15,2 6-22-15,2 5-10 16,0 9 1-16,2 3-8 15,2 2 10-15,2 2-15 16,-1-2-7-16,-5-5-1 16,-7-5 5-16,-8-9 1 15,-5-6-2-15,-8-8-2 16,-7-11 3-16,-7-8-3 16,-8-9-11-16,0-9-3 15,-5-7-1-15,1 0 5 16,3 0 4-16,1-11-10 15,2-5-6-15,-2 0 0 0,-5-3-14 16,-3 1-46-16,0-1-64 16,-12-3-142-16,-15-2-492 15</inkml:trace>
  <inkml:trace contextRef="#ctx0" brushRef="#br0" timeOffset="71925.264">8813 13582 516 0,'0'0'69'0,"0"0"-5"0,0 0 20 15,0 0-9-15,0 0 30 16,0 0-53-16,94 19-21 16,-39-16-16-16,3-3-6 15,0 0-6-15,-10 3-3 0,-5-2-20 16,-15 4-71-1,-13-3-110-15,-13 1-238 0</inkml:trace>
  <inkml:trace contextRef="#ctx0" brushRef="#br0" timeOffset="72108.127">8814 13780 609 0,'0'0'95'0,"0"0"-10"15,0 0-4-15,0 0-2 16,0 0-49-16,85 5-20 16,-40-5-4-16,12 0-5 15,2-2-1-15,-1-2-77 16,-4 0-190-16</inkml:trace>
  <inkml:trace contextRef="#ctx0" brushRef="#br0" timeOffset="72720.855">10133 13391 451 0,'0'0'34'0,"0"0"97"16,0 0-26-16,0 0 7 15,-106-73-37-15,74 73-8 16,1 7-14-16,4 18-18 16,5 8-9-16,10 3 0 15,9 3-3-15,3-1-1 0,7-2-12 16,16 0 5 0,7-6-12-16,5-3 3 0,6-7-4 15,2-7 3 1,8-7-2-16,-1-6-3 0,0-3-9 15,-4-18-1-15,-7-6 8 16,-8-4 1-16,-13-6 1 16,-9-1 3-16,-9-4-3 15,0-2-1-15,-6 3 1 16,-18 4 5-16,-4 10 13 16,-5 5 8-16,2 5 0 15,-4 8-7-15,2 5-10 16,-1 4-4-16,9 0-4 15,1 4 2-15,9 8-2 0,6 2-1 16,9 0-20-16,0 0-45 16,13 0-69-16,16-7-112 15,7 0-369-15</inkml:trace>
  <inkml:trace contextRef="#ctx0" brushRef="#br0" timeOffset="72976.076">10658 13265 746 0,'0'0'73'0,"0"0"80"0,0 0-42 16,0 0-13-16,0 0-52 0,0 0-7 16,30 74-21-16,-29-66 0 15,-1-3-10-15,0-3 2 16,-6 0-5-16,-16-2 6 15,-3 0-8-15,2 0-3 16,1 0-9-16,9-10-16 16,7-2-20-16,6-4-50 15,0-4-47-15,8-5-191 16</inkml:trace>
  <inkml:trace contextRef="#ctx0" brushRef="#br0" timeOffset="73441.827">10937 13068 661 0,'0'0'197'16,"0"0"-14"-16,0 0-108 16,0 0-22-16,0 0-16 15,0 0 2-15,72 9-11 16,-32-6-11-16,0 5-7 15,-2-3-3-15,-7-2-4 16,-1 1-2-16,-6-1-1 16,-11-3-4-16,-1 0-13 15,-6 0 5-15,-5 0 7 0,-1-3 2 16,0-8 1 0,0 1 1-16,-6 0 1 0,-7 3 0 15,3 3 17-15,-1 1 19 16,-1 3 2-16,3 0-14 15,3 14-10-15,0 7-1 16,3 8 1-16,2 3-2 16,-1 8 1-16,2 1-2 15,0 2-3-15,0 1 3 16,0-3 0-16,0-3-6 16,3-7-3-16,-3-7-1 15,5-1 1-15,-2-8-2 16,0-4-8-16,0-4-25 15,-2-4-40-15,-1-3-50 0,0 0-62 16,0-4-98-16</inkml:trace>
  <inkml:trace contextRef="#ctx0" brushRef="#br0" timeOffset="73605.246">11077 13246 666 0,'0'0'16'0,"0"0"55"0,96-13-31 0,-48 12-15 16,7-2-18-16,3 1-7 15,3-3-20-15,-3-3-138 16,0-4-201-16</inkml:trace>
  <inkml:trace contextRef="#ctx0" brushRef="#br0" timeOffset="73987.347">11716 13073 425 0,'0'0'168'16,"0"0"69"-16,0 0-76 16,0 0-98-16,0 0-21 15,0 0 28-15,-15 89-26 16,10-49-16-16,-1 5-7 16,-2-2-2-16,-3-1-6 15,0-2-8-15,-2-7-2 16,0-6 2-16,-2-6-5 0,4-8-7 15,4-6-23 1,0-4-4-16,4-3-17 0,-2 0 35 16,-1-8-20-16,0-7 25 15,3 1 7-15,1 2 4 16,2-1 0-16,0 2 2 16,0 4 1-16,0 0 10 15,13 1 6-15,7 0 2 16,6 3-2-16,-1 2-4 15,7 1-6-15,-4 0-2 16,9 0-5-16,0 0-1 16,4 0 0-16,1 0-1 15,-2 0-48-15,-8 0-31 0,-5 0-87 16,-10-4-183 0</inkml:trace>
  <inkml:trace contextRef="#ctx0" brushRef="#br0" timeOffset="74236.436">11867 13061 670 0,'0'0'51'0,"0"0"63"0,0 0-29 16,0 0 18-16,-16 89-43 15,18-44-1-15,10 6 0 0,-2 1-2 16,-4 0-16-1,-1-2-3-15,-4-2-20 0,-1-5-12 16,0-4-2-16,0-1-1 16,0-8-3-16,-1 0-42 15,-1-7-33-15,-1-8-64 16,0-12-145-16</inkml:trace>
  <inkml:trace contextRef="#ctx0" brushRef="#br0" timeOffset="74786.772">12684 13202 400 0,'0'0'175'0,"0"0"19"0,0 0-62 0,0 0-43 16,-80 7-43-16,60 19 24 16,4 7-14-16,-1 2-13 15,-2-2-13-15,0 1-17 0,0-3-10 16,0-3 4-16,3-7-7 16,-1 1-17-16,5-10-70 15,2 0-39-15,-2-11-121 16,6-1-189-16</inkml:trace>
  <inkml:trace contextRef="#ctx0" brushRef="#br0" timeOffset="75007.42">12392 13219 532 0,'0'0'82'15,"0"0"63"-15,0 0-63 16,0 0-17-16,98 43-2 0,-67-10 5 15,2 0-22-15,-3 1 2 16,-2 1-16-16,1-5-10 16,-2-7-10-16,-3-1-7 15,-1-5-3-15,0-5-2 16,-2-2-26-16,1-3-87 16,3-7-76-16,-2 0-209 15</inkml:trace>
  <inkml:trace contextRef="#ctx0" brushRef="#br0" timeOffset="75257.431">13081 13078 768 0,'0'0'29'16,"0"0"129"-1,0 0-63-15,0 0-30 0,0 0 3 16,-27 76-10-16,27-38 2 15,12 0-3-15,-2 0-22 16,-1-3-9-16,2-2-15 16,-2-3-4-16,-2-5-6 15,1-4 0-15,-1-5-1 16,3-4-42-16,1-4-83 16,6-6-80-16,0-2-166 0</inkml:trace>
  <inkml:trace contextRef="#ctx0" brushRef="#br0" timeOffset="75631.793">13350 13164 652 0,'0'0'15'16,"0"0"60"-16,0 0 35 16,-20 79-22-16,20-45-35 15,3 0-9-15,12-5-13 16,6 0 2-16,3-7-9 15,1-5-11-15,3-4-7 16,4-7-2-16,-3-6 2 16,-3 0-5-16,1 0 0 15,-3-15 2-15,-5-1-1 0,-2-6 0 16,-1-2 0-16,-6-1 0 16,-4-2-1-16,-4-1-1 15,-2 3 1-15,0 1-1 16,-12 3 1-16,-6 3 14 15,-3 1 11-15,-9 5 3 16,-3 4-11-16,-5 2-12 16,0 6-4-16,3 0-1 15,5 0 0-15,6 0-1 16,7 8-14-16,4-1-69 16,7-3-69-16,5-4-199 15</inkml:trace>
  <inkml:trace contextRef="#ctx0" brushRef="#br0" timeOffset="75847.537">13448 12674 678 0,'0'0'12'0,"0"0"75"0,0 0-21 0,95 23-29 16,-38-12-27-16,-3-1-6 16,3-6-4-16,-5-3-33 0,-9-1-152 15,-4 0-260 1</inkml:trace>
  <inkml:trace contextRef="#ctx0" brushRef="#br0" timeOffset="76087.258">13924 12389 6 0,'0'0'453'16,"0"0"-312"-16,0 0 8 15,0 0-10-15,0 0-94 16,0 0 1-16,-6 59 27 16,6-9-5-16,0 3 1 15,1 1-15-15,7-6-16 16,0-4-19-16,0-5-11 0,-3-4-4 15,2-5-4-15,1-3-5 16,0-5-61-16,3-6-78 16,1-7-107-16,1-9-317 15</inkml:trace>
  <inkml:trace contextRef="#ctx0" brushRef="#br0" timeOffset="76425.32">14164 12554 573 0,'0'0'24'0,"0"0"75"16,0 0-3-16,-18 86-21 15,18-44-38-15,13-2-17 0,4-1 1 16,2-7-2 0,-2-7-6-16,1-5-7 0,1-4 2 15,-1-11-4-15,1-5 3 16,2 0-4-16,-1-11 0 15,-3-10 0-15,-1-5-3 16,-5-6 3-16,-3-5-3 16,-5-10 1-16,-3 1 2 15,0 1 11-15,-12 2 14 16,-12 11 9-16,-1 5 6 16,-7 12-12-16,-5 9-20 15,0 6-9-15,-2 0-2 16,5 23-15-16,4 6-68 0,2 4-81 15,5 2-316-15</inkml:trace>
  <inkml:trace contextRef="#ctx0" brushRef="#br0" timeOffset="77173.813">14352 13248 662 0,'0'0'21'0,"0"0"128"0,0 0-34 15,0 0-35-15,18 84-36 16,-15-63-6-16,4-2 3 16,-4-2-8-16,2-5-13 15,-2-2-9-15,0-2-5 16,-1-4-2-16,-2-2-3 16,1-2 1-16,5 0 6 15,0-9 1-15,4-10-9 16,5-5-1-16,-1-6 1 0,2 2 0 15,0 1 1 1,1 7 0-16,-2 5 0 0,-1 5-1 16,-1 7 0-16,-1 3 0 15,1 1-2-15,-1 18 2 16,0 6 1-16,-5 5 5 16,-1 1 2-16,-3 2 4 15,-1-5-2-15,-2-3-5 16,0-4-2-16,0-6-2 15,0-6 3-15,0-4-4 16,0-5 0-16,0 0 1 16,4 0-2-16,5-13-10 15,3-6-4-15,4-4 0 16,1-8 10-16,2-3 0 0,2 0 3 16,0 6 1-16,0 6 1 15,-1 8-2-15,-3 5 1 16,-3 8-1-16,1 1-1 15,-3 1 1-15,-2 17 0 16,-3 3 1-16,1 6 0 16,-4-1 1-16,1 1 4 15,4 0 6-15,-2-6 1 16,5-3 5-16,6-5 11 16,4-8 0-16,8-5 0 15,6 0-10-15,6 0-13 16,4-13-4-16,-3-4-8 15,-4-4-91-15,-4-9-220 0</inkml:trace>
  <inkml:trace contextRef="#ctx0" brushRef="#br0" timeOffset="78879.913">4266 13614 643 0,'0'0'28'0,"0"0"27"15,-85 33 36-15,51 11 1 16,4 9-20-16,8 1-31 15,13-2-9-15,9-6-5 16,0-1 1-16,15-4-9 16,9-4-11-16,1-5 0 0,8-9-4 15,3-7 0-15,0-9-1 16,-5-7 3-16,5 0-5 16,-9-18 0-16,-2-11-1 15,-4-9 1-15,-12-6 1 16,-5-5 0-16,-4-2-1 15,-7-1 0-15,-17 2 0 16,-6 7 0-16,-3 9 5 16,-1 13 0-16,3 14-3 15,-1 7-3-15,4 4-1 16,10 18 0-16,14 7-39 16,4 1-94-16,14-3-198 0</inkml:trace>
  <inkml:trace contextRef="#ctx0" brushRef="#br0" timeOffset="79103.885">4778 13788 927 0,'0'0'30'0,"0"0"23"15,0 0 61-15,0 0-35 16,0 0-54-16,0 0-12 15,-28 32 1-15,16-23-7 16,-4 1-2-16,2-3-2 16,1-5-3-16,7 0-6 15,6-2-83-15,0 0-41 0,10-13-386 16</inkml:trace>
  <inkml:trace contextRef="#ctx0" brushRef="#br0" timeOffset="79538.903">5072 13514 694 0,'0'0'163'16,"0"0"16"-16,0 0-83 15,0 0-33-15,0 0-41 0,103-19-9 16,-54 19-3-16,-2 0-7 15,-1 5 4-15,-6 0-7 16,-7 1 2-16,-2-2-3 16,-5-1 1-16,-8-3-11 15,-5 0-2-15,2 0-1 16,-8-4 7-16,-1-5-1 16,-6 2 4-16,0 0 1 15,0 3 0-15,-7 4 3 16,-5 0 4-16,-2 2 18 15,3 16 4-15,-1 11 0 16,4 11-1-16,1 8-5 16,1 5-5-16,3 0-6 0,0 2-3 15,0-10-1-15,1-3-2 16,-1-3-2-16,-1-7 1 16,1-5-2-16,-1-7-5 15,2-7-57-15,1-7-83 16,-1-6-121-16,-1-1-334 15</inkml:trace>
  <inkml:trace contextRef="#ctx0" brushRef="#br0" timeOffset="79698.17">5277 13747 889 0,'0'0'41'0,"0"0"94"15,0 0-62 1,0 0-23-16,0 0-45 0,98-27-5 15,-47 27-30-15,1 0-89 16,3 0-120-16,1 0-397 16</inkml:trace>
  <inkml:trace contextRef="#ctx0" brushRef="#br0" timeOffset="80057.303">5963 13507 729 0,'0'0'130'15,"0"0"63"-15,0 0-95 16,0 0-60-16,0 0-4 16,0 0-6-16,-55 103-6 15,40-49-9-15,4-5-7 0,2 2 0 16,-4-9-3-16,1-7-2 16,-3-4-1-16,-3-5 0 15,-1-9-22-15,7-6-7 16,0-5-5-16,6-6 4 15,0 0 18-15,6-3 10 16,-6-8 0-16,6-1 1 16,0 1 0-16,0 0 1 15,6-1 8-15,5 5 1 16,6-1 0-16,4 1 0 16,3 5-5-16,3 0-4 15,3 1 2-15,3 1-1 0,-2 0-2 16,2 0-12-16,2 0-94 15,-2 0-96-15,-3 0-161 16</inkml:trace>
  <inkml:trace contextRef="#ctx0" brushRef="#br0" timeOffset="80299.728">6191 13500 743 0,'0'0'16'0,"0"0"74"16,0 0 8-16,0 0-12 16,-61 83-23-16,58-26 4 0,-3 3 4 15,1 5-13-15,0 0-13 16,-1-3-25-16,-2 1-12 16,5-3-5-16,-3-7-1 15,6-13-2-15,0-8-30 16,0-10-68-16,3-13-188 15,12-9-393-15</inkml:trace>
  <inkml:trace contextRef="#ctx0" brushRef="#br0" timeOffset="80739.752">6482 13918 532 0,'0'0'47'0,"0"0"80"16,0 0-36-16,0 0-14 16,0 0-45-16,0 0 38 15,15 15-42-15,7-33-16 16,-4-8 0-16,2-6-3 16,0-3-6-16,-3-12 7 15,4-8 4-15,-6-4 14 16,3-4 14-16,-5 9-1 15,2 8-16-15,-3 13-6 16,0 11-1-16,-6 11 11 0,-2 7 2 16,1 4-13-1,1 1-12-15,4 18-4 0,1 5 6 16,1 5-1 0,1 5 11-16,-1 4-2 0,4 7 4 15,-2-2-5-15,-5 0-7 16,6-3-4-16,-8-5-2 15,2-4-1-15,0-7 2 16,-3-6-3-16,5-1 0 16,-1-6-16-16,-3 1-34 15,-4-6-32-15,-1 1-63 16,-2-7-131-16,-2 0-352 0</inkml:trace>
  <inkml:trace contextRef="#ctx0" brushRef="#br0" timeOffset="80888.128">6624 13846 635 0,'0'0'56'0,"0"0"120"0,0 0-175 0,0 0 32 16,95-44-33-16,-46 27-79 15,1-4-252-15</inkml:trace>
  <inkml:trace contextRef="#ctx0" brushRef="#br0" timeOffset="81180.924">7256 13248 688 0,'0'0'58'0,"0"0"59"15,0 0-63-15,0 0 12 16,0 0-5-16,-55 77-28 15,55-45-12-15,14-2-4 16,2-3 1-16,4-8-4 16,-1-6 0-16,-3-9-5 15,2-4-1-15,-5 0-3 16,-5-8 1-16,-2-11-1 16,-6-1-3-16,0-3 2 15,-6 2-4-15,-16 1 1 16,-8 2-2-16,-9 6-4 0,-10 8 2 15,-5 4-96 1,-10 0-149-16</inkml:trace>
  <inkml:trace contextRef="#ctx0" brushRef="#br1" timeOffset="89522.119">3443 13439 482 0,'0'0'3'0,"-30"-93"10"0,24 58 32 0,6 8 17 15,0 8 9-15,0 11-4 16,0 6-28 0,0 2 9-16,0 16-42 0,6 21 19 15,8 17 13-15,0 14 25 16,3 20-30-16,-2 14 7 15,-5 5-3-15,-2 2-2 16,-1-5-5-16,-1-8-15 16,3-6 2-16,-1-9-3 15,2-9 3-15,-4-9-4 16,0-7-1-16,-3-4-8 0,0-6-2 16,0-5 0-1,-1-6 0-15,2-5-1 0,-1-7 0 16,1-7 1-16,1-5-1 15,2-5 0-15,5-4 1 16,2-2 4-16,3 0-4 16,0 0 1-16,4-9-1 15,-6 2-2-15,4 0 1 16,-1 3 0-16,0-2-1 16,9 0 0-16,3 3 0 15,7 3 0-15,12 0 1 16,9-2-1-16,9 2 1 15,8-3-1-15,4 3 0 16,5-2 2-16,4 0-1 16,3-1-1-16,0 1 0 0,3-1-1 15,0 0-2-15,-3 1 3 16,3 1 0-16,4-2 1 16,4 0-1-16,-2 0 1 15,0-1-1-15,1 3 2 16,-9-2-2-16,-1 1 2 15,-2 2-2-15,-3 0 0 16,2 0 0-16,-3 0-2 16,0 0 2-16,9 0 0 15,3 0 1-15,9 0-2 16,3 0 1-16,3 0 0 16,-2 0 2-16,2 0-2 0,-4 0 1 15,2 0 0-15,-2 0-1 16,-1 0 0-16,0 0-3 15,4 0 3-15,-2 0 0 16,1 0 0-16,2 0 0 16,-5 0-1-16,-2-4 1 15,-1 0 0-15,-1 1-2 16,-4 1-1-16,0-3 3 16,0 0-4-16,-2 3 2 15,6 2 0-15,0 0-3 16,-3 0 0-16,1 0 0 15,-5 0 3-15,1 0 0 16,1 0-1-16,1 0 3 0,-1-1 1 16,-2-5-1-1,-1-1-1-15,2 0-1 0,1-2 2 16,-1 0 0-16,-3-3-1 16,-1 2-1-16,-4 1 2 15,-2-3 0-15,-3 2 0 16,-4-1 0-16,1 0 0 15,2 1 1-15,2 1-1 16,2 1 0-16,1 2 0 16,0 3-1-16,9 3 1 15,6 0 1-15,3 0 1 16,9 0 0-16,1 0 0 0,3 0 0 16,2 5 4-16,-4-3 0 15,1 0-1-15,-8-1-1 16,-7-1-3-16,-8 0 1 15,1 0 4-15,1 0 7 16,3 0 4-16,0-3-4 16,3-4-2-16,7 2-7 15,-4-2 1-15,3 0-1 16,-6 0-1-16,-2 2-2 16,-7 4 0-16,-7 1 3 15,-7 0 0-15,-2 0 1 16,-8 0-4-16,-6 0 1 15,-4 0-1-15,-2 0 0 16,-1-4 0-16,0-2-1 16,4 2 0-16,0 0 0 0,2 0 3 15,-1-1-2-15,1 1 0 16,-5 0-1-16,2 1 1 16,-5-3-2-16,-3 2 1 15,-2 1 0-15,-3-2-4 16,4 0 4-16,0 2 0 15,5 0-1-15,1 2 1 16,-1-2-3-16,0 2 0 16,-4 1 0-16,5-2 0 15,-5 1 2-15,-4 0-1 16,-1-1 1-16,-2 0 1 16,0-3-3-16,0 0 3 15,-1-1-3-15,0-1-1 16,2-1-3-16,-6-2 0 0,2 0 3 15,-3-3-2-15,-4 3 4 16,0-3 0-16,-4 0 0 16,-3-3 0-16,-2-1-1 15,-4 0 0-15,-1-3-1 16,-3-3 0-16,-3-4 2 16,0-3 2-16,-5-2-2 15,-1-4-5-15,-1-1 6 16,1-3-1-16,-6-4 0 15,1-4 0-15,1-2 0 16,-2 1 0-16,1-1-3 16,-1 4-1-16,0 1-2 15,0 1 1-15,-3-2-2 0,0-4 4 16,0 2-10-16,0-3 7 16,0-1 7-16,-7-1 0 15,2-1 1-15,2-2-2 16,2 2 2-16,-1 0 0 15,2 5 0-15,0 4 0 16,0 3-3-16,0 3-1 16,0 4 2-16,0 0 2 15,2-2-2-15,-2 1 2 16,0-2 0-16,0-1 0 0,0 0-2 16,-2 2 1-1,-4 0 2-15,3 6-1 0,2 0 0 16,-1 2 1-16,1 1-1 15,-2 3 1-15,-1 2-1 16,0 3 0-16,-2 1 0 16,-1 5-2-16,-1 3-3 15,-5 1 2-15,-2 3 0 16,-4 3 2-16,-5 1 1 16,-1 2 0-16,0 1 1 15,0 0-1-15,-2 0 0 16,-2 0 0-16,-1 0 0 15,-5 0-2-15,-2 0 2 0,-6 1 1 16,-2 2-1 0,-7 0 0-16,-2 0 0 0,-1-1 0 15,-3-1 0-15,-1 3 0 16,0-2 0-16,-1 3 1 16,1-1-2-16,-1 1 1 15,-1 1 0-15,4-1 0 16,-1 1 0-16,2 1-1 15,-2 2 2-15,0-2-2 16,2 4-2-16,-1-2 3 16,5-2 0-16,5-2 0 15,1 0-1-15,9-3-1 16,1 0 2-16,0-1 0 16,2-1 0-16,-2 0 0 0,-6 0 0 15,-3 0 1 1,-4 2-1-16,-4-1 0 0,-3 0 0 15,-5 4 0-15,-3-1 0 16,0 1-3-16,-3 1 3 16,1 1 1-16,2-3-1 15,0 2 1-15,0 0-1 16,-5-2 0-16,-7-1 0 16,-2 1 0-16,-2-2 1 15,2-1-1-15,-2-1-2 16,-1 0 2-16,0 0-8 15,-3 0 6-15,-1 0 4 16,2 0-4-16,-3 0 2 16,-2 0-4-16,1 0 3 15,-1 0-5-15,-1 0 6 0,2 0 0 16,-4 0-2-16,2 0-17 16,-4-3 11-16,1 0-10 15,-8-1 0-15,-2 2-2 16,-2 0 17-16,1 2-6 15,3 0 1-15,3 0 7 16,9 0 1-16,3 0 0 16,3 3-10-16,-3-1 10 15,1 1 4-15,-2 0-4 16,-1-1-1-16,-2-2 1 16,-2 1 0-16,-3 2 0 0,-2 1 0 15,-2 0 0-15,2 3 0 16,-1 2 1-16,0-2-1 15,0 4 2-15,-1-3-2 16,2-1-1-16,1 3 1 16,1-5 0-16,6 0 0 15,-3 1 0-15,0-2 0 16,0 2 0-16,6 0 0 16,-5-1 0-16,4 4 0 15,1-4-1-15,6 2-1 16,-2 0 2-16,2-3 2 15,0 1-1-15,3-1-1 16,1-4 0-16,7 2-2 16,-1 0 2-16,0-2 0 0,-4 0-1 15,-1 2-25-15,2-1 26 16,-1-1-4-16,9 4 1 16,4-4 0-16,2 0-2 15,3 0-9-15,4 0 6 16,0 0 2-16,2 0 4 15,3 0-2-15,-5 0 3 16,-1 0 0-16,-5 0-6 16,-4 0-4-16,-3 3 9 15,1 3-1-15,-4-2 1 16,2 2-1-16,-1-2 3 16,-1-1-1-16,-2 1 1 0,5-1 0 15,-6 0 0 1,3 2 0-16,1 0 0 0,3 3 0 15,1 0 1-15,-1 1-1 16,2 1 1-16,-2-2-2 16,2 2 2-16,1-1-1 15,1-3 2-15,1 5-2 16,1-3 0-16,6-1 0 16,2 0 0-16,-6-2 1 15,4 4-1-15,-7-5 0 16,-2 1 0-16,-4-3 0 15,-2 1 0-15,2-1-3 16,0-2 0-16,4 0 3 16,0 0 0-16,4 0 0 15,2 0-4-15,2-5 4 0,4 1-3 16,-4 0 6-16,0 1-4 16,-4 3 1-16,-3 0-2 15,-1 0 2-15,8 0 0 16,10 6-1-16,6-1 1 15,6 0 0-15,5-2 0 16,4 1 0-16,2-1-1 16,-2 1 1-16,-1 1-2 15,-5 3-13-15,-3-1 15 16,3 1 3-16,-1-2-2 0,2 1 0 16,-1-2 0-1,5-2-1-15,0 0 1 0,5-3-1 16,1 0 0-16,7 0 0 15,3 0 1-15,0 0-1 16,-1 0 1-16,5 0 2 16,-4 0-1-16,-3 0-2 15,-4 4 0-15,-4 7 0 16,-2 1 0-16,-2 1 0 16,5-2 0-16,-2-1 0 15,7-3 2-15,4-3-2 16,2-3 2-16,4 1-2 15,-5-1 4-15,5 2-1 16,-4 1-1-16,-4 3 0 16,-2 1 3-16,-5 1-5 0,1 2 3 15,-3-3-3-15,1 5 0 16,0-4 0-16,4 0 2 16,2-1-2-16,2-3 0 15,6 1 0-15,-4-1 2 16,4 2-2-16,0 0 0 15,-3 3 4-15,-2 0 1 16,-2 2-5-16,-2 1 4 16,3 1-3-16,-1-2 2 15,-1 4-3-15,5-2 1 16,0 1 2-16,3 0 1 16,3-1 6-16,0 1 7 0,0 0 2 15,0-4-4-15,11 5 2 16,-1-5-6-16,2 1-1 15,-6 1-3-15,0 0-5 16,3 0 1-16,-6-1 1 16,0 1 1-16,-3 0-5 15,0-1 3-15,0 1-1 16,-9 4 3-16,0-2-5 16,1-3-2-16,2 4-33 15,1-5-108-15,-4-2-181 16</inkml:trace>
  <inkml:trace contextRef="#ctx0" brushRef="#br1" timeOffset="94306.565">3173 5211 474 0,'0'0'18'0,"0"0"14"0,0 0-4 0,0 0-18 0,0 0-4 0,0 0 47 15,0 0 29-15,-66 105-10 16,50-59-21-16,4 7 2 15,3 4-17-15,-1 5-7 16,7 4-8-16,3 0-6 16,0 4-3-16,0 0 0 15,6 1-1-15,1-5-1 16,2-9-4-16,-3-8-2 16,0-6 1-16,-3-8-4 15,-3-6 3-15,0-4-3 16,0-7 1-16,0-6 3 0,0-2-4 15,0-4 1 1,0-3-1-16,0-3 1 0,0 3-2 16,0-3-3-16,9 0-14 15,0 0 17-15,3 0 16 16,10 0-11-16,-1 0-5 16,6 0 0-16,4 2 2 15,8 4-2-15,6 0 1 16,10-1-2-16,6 1 1 15,2-2-2-15,8 1 1 16,1-4 1-16,1 3-5 16,6-1-3-16,2 0 8 15,4-2 3-15,1 2-3 0,2-1-7 16,3-1-16-16,0-1 23 16,-1 0 0-16,1 0-13 15,-7 0 12-15,-4 0-3 16,5-1-10-16,-6-4 6 15,2 5 5-15,-5 0 3 16,3 0 0-16,-3 0-5 16,3 0 5-16,-4 0-1 15,-4 0 1-15,-4 0-2 16,-7 0 2-16,1 0 0 16,0 0 2-16,-4 0-2 15,-3 0 0-15,4 0 0 0,3-1-1 16,5-2 1-1,7-1-1-15,6-2-1 0,0 2-13 16,4-1-58-16,-2-1-2 16,1 1 41-16,0 1 19 15,-1 1 8-15,1 0 14 16,0 2-7-16,3-3 15 16,5 4-3-16,-1-3-1 15,-1 0-6-15,0 1-3 16,-2 0-1-16,0-3 0 15,2 3 1-15,0-1-2 16,1-2 0-16,-1 3 3 16,-3 1-2-16,-1-1-1 15,-4 2-5-15,-1 0 5 16,2 0 3-16,-1-1 0 0,-2-1-1 16,0 1-1-16,-4 0 1 15,4 1 1-15,0 0 4 16,-1 0-5-16,2 0-2 15,-4 0 2-15,1-3-1 16,-3 2 1-16,3-4-1 16,-4 0-1-16,2-3 0 15,-4 1 0-15,1-1 0 16,1-2-9-16,0 1 4 16,-3-1-6-16,5-1-5 15,-8 2-32-15,1 2-6 16,2-2 23-16,-2 5 24 0,0 1 4 15,-6-1 3-15,-3-1 2 16,-4 3 1-16,0-3 1 16,-4-2 0-16,-3-1 0 15,-4-1 2-15,-7-1-2 16,-3-1 6-16,-8-1 6 16,-5-3 14-16,-4-2-1 15,-3-3-8-15,-1 2-8 16,2-3-7-16,-2-1-5 15,1-3 1-15,2 4-1 16,-2 2-2-16,-1 0-1 16,-4 2 2-16,1 2-1 15,-5-4-1-15,-1 0-11 0,-1-2 13 16,-2-6 13-16,0 0 3 16,0-5-7-16,0-3-4 15,-3-4 1-15,-5-3-4 16,-2-5 0-16,1-1 1 15,-2 2 0-15,4-4-2 16,-3 4 5-16,0-1 2 16,-3-2 0-16,1 5-5 15,0 0 13-15,0 1-12 16,0-2-4-16,1 5 5 16,-3-2-5-16,2-1 1 15,2 6 0-15,-1-4 1 0,4 4-1 16,-2 0 0-1,4 0 0-15,2 1-1 0,0 2 2 16,0 0-2-16,-1 4 2 16,-2 3-1-16,-4 5-1 15,-1 2 1-15,2 3-1 16,-4 1 1-16,1 8 0 16,-6 0-1-16,3 2-2 15,-3 3 2-15,1 3 1 16,-2 0-1-16,-3 0-1 15,2 2 1-15,-5 6 0 16,3 2 0-16,-5 1 0 16,-3 0 0-16,-1 1 0 15,-5-1 0-15,-5-1-1 16,-3 1 1-16,-4 0 1 0,0 0 0 16,2-3-2-1,-2 1 4-15,-1-1-3 0,3 0 0 16,-5-2 0-16,-3 0 2 15,-5 1-1-15,-9-2-1 16,2-2 0-16,-3 0 0 16,-3 0-1-16,2-3-2 15,-3 0 3-15,3 0 0 16,4 0 0-16,0 0 1 16,4 1 1-16,-5-1-2 15,4 0 0-15,-2 0 0 16,-1 0 0-16,-1 0 0 0,-5 0 3 15,-2 0-2-15,-7-3-1 16,0-2 0-16,-2-1 0 16,2 0-1-16,1 4 2 15,-1-4-1-15,2 4 0 16,3 0 0-16,1 2 0 16,2 0 0-16,2 0 0 15,2 0 0-15,2 0 1 16,-2 0-1-16,6 0 0 15,-2 0 0-15,1 0 2 16,1 0-2-16,1 0 1 16,-1 2-1-16,2-2-2 15,3 0 2-15,-5 0 0 16,0 0-12-16,-7 0 11 0,-6 0 2 16,0 0-1-16,-2 0 2 15,5 0-2-15,0 0 2 16,3 0 0-16,0 0-2 15,4 0 0-15,2 0 0 16,1 2 0-16,-4 1 3 16,-2 0-3-16,-3-1-1 15,1 3 1-15,4-2-1 16,1 1 1-16,1 0-1 16,-2 2 1-16,3-1-2 15,1 1 4-15,-1-1-2 16,1 2 0-16,-1 2 0 0,0-1 2 15,1-2-1-15,2 4-1 16,3-2 0-16,4-2 1 16,5 4-1-16,0-1 0 15,2-1 0-15,1 0 1 16,0 1-1-16,3-1 0 16,-1-2-2-16,5 2 2 15,1-2 0-15,5 0-1 16,0 1 1-16,3-1 0 15,-1-2 0-15,3 1 2 16,-2 1-2-16,-3-1-1 16,6-2 1-16,-1 0 0 15,1 4 1-15,0-4-1 16,0 2 0-16,0 0-1 0,-1 1 1 16,4-1 0-1,-4-1 1-15,1 1-1 0,1-1 1 16,1 1-1-16,0 0 0 15,1-1 0-15,0 2 0 16,0 0 0-16,3 2-1 16,-4-2 1-16,4 2 0 15,0-1 0-15,-3 1 0 16,2 2 0-16,1-1 2 16,0 1-2-16,2 0 0 15,4-2 0-15,-3 1 0 16,6-2 0-16,0-1 0 0,2-1 0 15,-4-1 0-15,1 1 0 16,2 4 1-16,-3-3-1 16,3-2 1-16,0 2 1 15,0 2-2-15,2 2 2 16,-2 3 7-16,-2 2-7 16,5 3 4-16,1 2-3 15,-2 2 4-15,-3-1 4 16,3 1 3-16,4-4 6 15,-2 4-2-15,1-4-2 16,3 0-1-16,0-1 2 16,0 3-11-16,-3-4 3 15,0-2-3-15,2-3 3 16,-2 0-2-16,3-1 0 0,0-2-5 16,-2 0 5-16,1-3-7 15,2 2 4-15,1-2-4 16,1 0-3-16,0 1-72 15,3 0-77-15,6-6-81 16</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1:02:48.450"/>
    </inkml:context>
    <inkml:brush xml:id="br0">
      <inkml:brushProperty name="width" value="0.05292" units="cm"/>
      <inkml:brushProperty name="height" value="0.05292" units="cm"/>
      <inkml:brushProperty name="color" value="#FFC000"/>
    </inkml:brush>
    <inkml:brush xml:id="br1">
      <inkml:brushProperty name="width" value="0.05292" units="cm"/>
      <inkml:brushProperty name="height" value="0.05292" units="cm"/>
      <inkml:brushProperty name="color" value="#00B0F0"/>
    </inkml:brush>
  </inkml:definitions>
  <inkml:trace contextRef="#ctx0" brushRef="#br0">2967 1760 556 0,'0'0'87'0,"0"0"0"0,0 0 63 0,-18-73-41 16,8 62-19-16,1 4-19 16,-2 4-28-16,1 3-3 15,-2 0-39-15,-9 19-1 16,0 15-7-16,-4 9 7 16,1 7 2-16,6-2 0 0,3 0 0 15,6-2 3-15,3-8-5 16,2-4 2-1,4-6-2-15,0-5 0 0,7-5 0 16,5-4 0-16,4-4-9 16,1-1 0-16,5-6 3 15,-2-2 6-15,7-1-5 16,-5 0 5-16,5-4 0 16,-2-12 8-16,6-5-5 15,-2-5 0-15,-5-4 2 16,1-3-2-16,-7-1 0 15,-3-1 1-15,-5 1-1 16,-10 2 11-16,0 0 1 16,0 2 5-16,-13 3-5 0,1 1-2 15,-4 4 3-15,2 6 1 16,1 4-11-16,-2 2 9 16,6 5-15-16,-1 0 0 15,-1 3-5-15,5 2 3 16,-2 0-31-16,1 0-23 15,1 9-48-15,5 5-89 16,1-2-178-16</inkml:trace>
  <inkml:trace contextRef="#ctx0" brushRef="#br0" timeOffset="286.301">3374 1858 568 0,'0'0'152'0,"0"0"-146"0,0 0 54 0,0 0 3 15,0 0 42-15,0 0-46 16,12 36-22-16,-10-32-5 16,-1 0-12-16,-1-3 2 15,0 1 12-15,0 0-3 16,-6-2 23-16,-10 0-20 15,1 0-20-15,2 0-4 16,4-2-7-16,6-7-3 16,3-4-28-16,6 1-85 15,19-1-176-15,12 0-288 0</inkml:trace>
  <inkml:trace contextRef="#ctx0" brushRef="#br0" timeOffset="810.372">3973 1677 836 0,'0'0'122'0,"0"0"21"15,0 0-15-15,0 0-58 16,0 0-22-16,0 0-23 0,-99-51-24 16,66 63 2-1,-1 10-2-15,1 5-1 0,3 3-1 16,5 1 1-16,7-1-2 15,6 1 1-15,6-6-3 16,2-5-1-16,4-4-7 16,0-5-1-16,7-4-6 15,11-7 13-15,6 0-7 16,6 0 2-16,3-17-1 16,1-3-5-16,-1-5-3 15,-5 1 7-15,-4-2 9 16,-3 3-6-16,-8 3 9 15,-7 6 2-15,-4 4 0 16,-2 6 15-16,0 2 19 16,0 2-8-16,0 0-15 0,0 2-12 15,0 13-7-15,0 7 7 16,0 9 0-16,0 5 0 16,0 3 3-16,0 1 5 15,0 3 6-15,0 2 3 16,0-5 5-16,0 0-4 15,0-5-2-15,-3-4-12 16,-2-1-1-16,-1-5 5 16,3-4-5-16,-1-9-3 15,4-1-19-15,0-8-51 16,0-3-63-16,10-7-82 16,11-19-373-16</inkml:trace>
  <inkml:trace contextRef="#ctx0" brushRef="#br0" timeOffset="1085.611">4272 1663 907 0,'0'0'100'0,"0"0"51"0,0 0-100 0,0 0-50 15,0 0 16-15,-10 79 27 16,10-39 20-16,0 1-2 15,0 1-22-15,0 0-1 16,0-5-20-16,0-1-6 16,0-6-2-16,-1-4-6 15,-5-2-4-15,1-6 1 0,2-5-2 16,2-6-18-16,1-4-35 16,0-3-77-16,0 0-104 15,0-9-287-15</inkml:trace>
  <inkml:trace contextRef="#ctx0" brushRef="#br0" timeOffset="2694.361">5077 1626 698 0,'0'0'139'0,"0"0"-72"0,0 0 73 0,0 0-91 0,0 0-38 16,0 0 1-16,-78 81 6 15,60-40 1-15,2 3 8 16,1-1-7-16,-3 0-12 16,1-5-2-16,3-4-3 15,0-6-3-15,1-5-1 16,5-8-48-16,2-5-67 0,2-6-91 16,-2-4-218-1</inkml:trace>
  <inkml:trace contextRef="#ctx0" brushRef="#br0" timeOffset="2970.017">4866 1646 631 0,'0'0'54'0,"0"0"-11"15,0 0-26-15,0 0 33 16,0 0 13-16,11 102 14 15,7-68-6-15,1 1-10 16,-1-1-13-16,4-2-5 16,-1-1-26-16,-4-3-11 0,-5-2 1 15,1-3-7-15,-4-2 2 16,1-3 4-16,-4-6-6 16,0 0-14-16,3-4-49 15,3-7-62-15,3-1-97 16,4-4-204-16</inkml:trace>
  <inkml:trace contextRef="#ctx0" brushRef="#br0" timeOffset="3209.906">5338 1676 682 0,'0'0'126'0,"0"0"2"16,0 0 1-16,0 0-101 15,0 0-21-15,0 0 34 16,-6 83 0-16,6-46-6 16,0-2 3-16,0-1-20 15,0-3-14-15,1-1 0 16,1-3 1-16,1-3-5 16,0-7-30-16,1-4-64 15,5-7-94-15,2-6-234 16</inkml:trace>
  <inkml:trace contextRef="#ctx0" brushRef="#br0" timeOffset="3631.937">5685 1765 650 0,'0'0'83'15,"0"0"-40"-15,-58 72 69 16,48-44-39-16,4-1-4 15,6-2-25-15,0-4-26 16,0-1-11-16,10-4-2 16,8-5 0-16,3-2-3 15,-1-7-2-15,2-2-2 16,-1 0-10-16,-2 0-7 16,-1-8-13-16,3-7 21 0,-3-5 11 15,0-3 1-15,-5-2 1 16,-3-3 1-16,-2-1 1 15,-5 1 15-15,-3-1 2 16,0 1 7-16,0 4 6 16,-3 2 5-16,-10 3-6 15,-4 6-1-15,-2 3-5 16,1 5-14-16,-9 5-2 16,8 0-8-16,-8 2-3 15,9 11-2-15,-6 2 0 16,8 5 0-16,4-1-15 15,1 0-32-15,5-2-51 16,6-6-59-16,0-8-208 16</inkml:trace>
  <inkml:trace contextRef="#ctx0" brushRef="#br0" timeOffset="3925.209">5854 1265 758 0,'0'0'59'0,"0"0"4"0,0 0-27 0,0 0 49 0,0 0-14 15,0 0-5 1,42 29 0-16,-14-28-21 0,2-1-19 15,7 0-6-15,2 0-13 16,-2 0-2-16,-7 0-4 16,-3 0-1-16,-5 0-29 15,-5 0-54-15,-8 0-100 16,1-1-166-16</inkml:trace>
  <inkml:trace contextRef="#ctx0" brushRef="#br0" timeOffset="4350.973">6348 982 157 0,'0'0'568'16,"0"0"-449"-16,0 0 20 15,0 0-68-15,0 0-33 16,0 0-38-16,27-29 0 15,-5 42-5-15,1 7 3 16,-3 7 0-16,-5 4 2 16,-6 3-2-16,-7 0 4 15,-2-2-4-15,-5-2 5 16,-14-7-3-16,-1 0 12 16,1-7-5-16,0-6-4 15,10-2 6-15,4-5-7 0,4-1 1 16,1-2 2-16,0 0 11 15,0 0 13-15,0 0 10 16,0 0-9-16,10 0-13 16,9 0-15-16,5-2-1 15,-1 1-1-15,5 1 3 16,-1 0 1-16,3 0-3 16,-3 0-1-16,-2 0 0 15,-5 0-18-15,2 0-96 16,-6 0-43-16,-4 0-362 15</inkml:trace>
  <inkml:trace contextRef="#ctx0" brushRef="#br0" timeOffset="4882.829">6861 944 93 0,'0'0'539'0,"0"0"-429"0,0 0 62 0,0 0-103 15,0 0-13-15,0 0-33 16,-57-11-23-16,57 11 2 16,2 0 15-16,10 7 8 15,7-1 0-15,5 0-10 0,7-5 3 16,2 3-4-16,6-4-8 15,-3 0-2-15,5 0-3 16,-6 0-1-16,-4-4-4 16,-7 0-9-16,-9-3-5 15,-4 0 6-15,-6 0 12 16,-3 2 5-16,-2-2 0 16,0 3-2-16,0 1 28 15,0 1 13-15,0 2 8 16,0 0-24-16,-2 0-19 15,-2 0-9-15,1 9-14 16,0 9 14-16,-3 7 7 16,3 5 4-16,3 5 4 15,0 3 2-15,0 1-1 0,0 0 1 16,0-2-10-16,0-4 0 16,0-4-2-16,0-3 0 15,0-6-5-15,0-3 6 16,0-7-6-16,0-6-7 15,0-1-56-15,0-3-41 16,0 0-25-16,0-14-196 16</inkml:trace>
  <inkml:trace contextRef="#ctx0" brushRef="#br0" timeOffset="5056.525">7000 1105 794 0,'0'0'96'0,"0"0"1"0,0 0-33 0,0 0-26 0,0 0-11 15,118 10-15-15,-63-10-12 16,1 0-54-16,-3 0-256 16</inkml:trace>
  <inkml:trace contextRef="#ctx0" brushRef="#br0" timeOffset="6046.398">7626 1792 573 0,'0'0'171'16,"0"0"64"-16,0 0-90 0,0 0-65 15,0 0-18-15,-86-65-32 16,59 65-24-16,0 3-6 16,2 15-4-16,7 3 2 15,5 2-1-15,5 2 1 16,8-4 2-16,0-4 0 16,3-4-1-16,16-7-3 15,4-2-3-15,5-4 0 16,2 0 4-16,0-13-10 15,1-4-10-15,-7-5-8 16,-5-1-2-16,-7-2 6 16,-4 6 15-16,-5 2 10 15,-3 3 2-15,0 7 0 0,0 3 3 16,0 1 11-16,0 3 1 16,0 0-15-16,0 0-14 15,4 13 6-15,4 8 8 16,-1 4 0-16,2 7 0 15,3 3 3-15,0 2-1 16,1 2 3-16,-1 1 6 16,-1 2-2-16,-1-4-4 15,-2 3 1-15,-2-3-4 16,0 0 1-16,-2-2-1 16,-1 2-1-16,-3-5 0 15,0 0 0-15,0-3 1 0,0-5-2 16,0-1 1-16,0-4 0 15,0-6-1-15,0 0 0 16,0-6 1-16,0-6-1 16,0-1-8-16,0-1 8 15,-3 0 0-15,-1 0 6 16,-5-4-5-16,-5-6 0 16,-4-1-1-16,-1-3 0 15,1-2-5-15,-1-3 5 16,-2 3 0-16,7-4-1 15,2-1 3-15,1-2-2 16,3 1 5-16,5-6 13 16,3-4 6-16,0-3-3 0,19-6-8 15,7-1-2 1,11 1-2-16,2 1-4 0,1 7-1 16,3 4-2-16,-2 4 4 15,-7 7 2-15,-1 1-1 16,-6 3 8-16,-8 2 2 15,-7 2 13-15,-3 3 3 16,-4 2-8-16,-4 5-19 16,-1 0-6-16,0 0-7 15,0 0-69-15,-9 7-70 16,-8 2-95-16</inkml:trace>
  <inkml:trace contextRef="#ctx0" brushRef="#br0" timeOffset="11140.981">9575 1613 566 0,'0'0'98'0,"0"0"46"16,0 0-34-16,0 0-46 15,0 0-64-15,0 0 0 16,0 0 9-16,0 104 42 15,0-58-2-15,0 0 0 0,0-3-17 16,0-4-7-16,0-3-10 16,0-5 0-16,0-4-5 15,0-5-5-15,0-4-3 16,0-7 4-16,0 1-3 16,0-8 0-16,0-3-1 15,0-1-2-15,0 0-5 16,-3 0-6-16,0-3-5 15,-4-11-64-15,-1-5-28 16,-1-2-88-16,-2-4-77 16,-2 0-159-16</inkml:trace>
  <inkml:trace contextRef="#ctx0" brushRef="#br0" timeOffset="11655.458">9417 1802 331 0,'0'0'232'0,"0"0"-161"15,0 0 37-15,0 0-53 16,0 0-37-16,0 0 3 16,68-10 32-16,-23 6-8 15,4-1-14-15,5-2 6 16,-3 2-2-16,3-1-13 16,-10 4-9-16,-11 2-6 15,-9 0-4-15,-11 5-2 0,-1 7-1 16,-7 4 6-1,-1 0 11-15,-4 0 20 0,0 4 8 16,0-8-17-16,0 6-5 16,0-4-2-16,6-3-11 15,0-2-1-15,5-2-4 16,2-1 2-16,1-3-1 16,3 2 0-16,0-4 1 15,2 1-5-15,-5-2-1 16,2 0 2-16,-4 0 1 15,6-2 3-15,-3-6-1 16,3-6-1-16,1-2-2 16,-7-2 1-16,2-2 0 15,-7-1-1-15,-4-2 0 16,-3 1 0-16,0 1-1 0,-6 2 2 16,-12 5 3-16,-4 3 2 15,-5 4-4-15,-6 4-5 16,-1 3-1-16,-1 0-2 15,4 3 3-15,6 7-8 16,11 2-18-16,8 1-36 16,6-2-68-16,17-2-95 15,16-6-229-15</inkml:trace>
  <inkml:trace contextRef="#ctx0" brushRef="#br0" timeOffset="11983.029">10880 1563 655 0,'0'0'106'0,"0"0"-54"0,0 0 78 0,0 0-83 15,0 0-11-15,0 0 21 16,-43 68 0-16,43-40-13 15,0 5-5-15,0 1 5 16,0-1-13-16,0 0 8 16,0 1-24-16,0-6-9 15,-5-1-1-15,2-5-1 0,0-4 0 16,-1-3 0-16,1-3-4 16,3-7-17-16,0-5-45 15,0 0-48-15,13-3-17 16,7-17-156-16,5-7-210 15</inkml:trace>
  <inkml:trace contextRef="#ctx0" brushRef="#br0" timeOffset="12385.592">11116 1614 758 0,'0'0'107'15,"0"0"-7"-15,0 0-58 0,0 0-27 16,0 0 28-16,-82 75-9 15,54-49-17-15,-2 0-11 16,3-2-2-16,0-4-1 16,0-3-3-16,3-5-1 15,5-3-30-15,7-2-22 16,9-6 15-16,-2-1-1 16,5 0 32-16,0 0 7 15,0 0 6-15,3 0-3 16,10-3-2-16,4 0 9 15,0 1 3-15,7 2 1 16,-2 0 3-16,2 0-8 16,-3 0 3-16,1 7 1 15,-1 1 1-15,-6 2 0 16,0 0-5-16,-5 2-3 0,-1-1 2 16,0-1 0-1,-6 0-5-15,3-3 3 0,-1 2-6 16,-1-1 4-16,4-3-4 15,2-2-23-15,7-3-61 16,3 0-81-16,9 0-163 16</inkml:trace>
  <inkml:trace contextRef="#ctx0" brushRef="#br0" timeOffset="13241.096">11461 1700 523 0,'0'0'185'16,"0"0"-7"-16,0 0-25 0,0 0-44 15,0 0-43-15,0 0-15 16,-48-62-27-16,22 62-20 16,6 10 0-16,3 7-3 15,1 3-1-15,8 2-6 16,5 1 6-16,2 0 7 16,1-1-7-16,0-5-6 15,0-3-11-15,7-3-17 16,4-2-2-16,4-7-8 15,0-2-18-15,2 0-23 16,5-2-20-16,-2-9-23 16,1-5 29-16,-6 0 25 15,3 1 30-15,-6 0 34 0,0 4 10 16,-6 0 27-16,-6 7 33 16,3 0 29-16,-3 2 25 15,0 2-26-15,0 0-51 16,0 0-31-16,0 0-6 15,0 6 0-15,0 8 0 16,0 5 8-16,0 4 9 16,0 3-2-16,0 0 2 15,0 6-2-15,0-3 6 16,0 2 8-16,0 2-9 16,0-2-3-16,0 1 8 15,-3-1-9-15,3-2-7 0,0 1-4 16,0-2 1-16,0-5 1 15,0-2 0-15,0-4 6 16,0-1 1-16,0-4-7 16,0-3 0-16,0 0-4 15,0-4 0-15,0 1 1 16,-2-3-1-16,-2-1-3 16,-3 1-8-16,-2 0 7 15,-7-2-18-15,3-1 13 16,-3 0-7-16,-1 0 0 15,1-7 4-15,0-1 1 16,0-6-1-16,2-1 7 16,2-5-6-16,0 0 6 0,6-3 1 15,3 0 1 1,3-2 11-16,0 1 1 0,0 1 3 16,7-2-1-16,13 1 0 15,3 0-5-15,9 2-3 16,1 1 1-16,1 1-1 15,-1 3-1-15,-3 3 7 16,-5 3 11-16,-2 1 0 16,-3 3 1-16,-2 0-1 15,-9 0-5-15,2 5 1 16,-4-2-4-16,-1 2-3 16,-3 0-7-16,-3 2-3 15,0-2 0-15,0 2-2 16,0 0-35-16,0 0-93 0,-6 0-66 15,-15 0-515-15</inkml:trace>
  <inkml:trace contextRef="#ctx0" brushRef="#br0" timeOffset="21951.911">4707 4069 667 0,'0'0'86'0,"0"0"-11"0,0 0 23 16,0 0-77-16,0 0-14 0,0 0 3 16,-8 100 51-16,1-50-2 15,2 2-2-15,1-1-4 16,-1 1-24-16,4-2-3 15,-4-6-14-15,2-1-4 16,-1-5 1-16,1-5-6 16,2-4-3-16,-1-6 4 15,2-5-4-15,0-10-4 16,0-4-37-16,0-4-48 16,2-2-35-16,14-18-58 15,2-8-221-15</inkml:trace>
  <inkml:trace contextRef="#ctx0" brushRef="#br0" timeOffset="22202.01">5087 4199 604 0,'0'0'60'0,"0"0"-40"15,0 0-20-15,-12 82 83 16,6-44 4-16,6 2-11 15,0-3-4-15,0 1-23 16,0-4-12-16,3-2-10 16,5-7-12-16,-5-2-7 15,3-8-4-15,-2-2-4 0,2-7-6 16,-2-6-76 0,4 0-76-16,3-8-45 0,0-13-263 15</inkml:trace>
  <inkml:trace contextRef="#ctx0" brushRef="#br0" timeOffset="22565.579">5315 4263 570 0,'0'0'177'16,"0"0"-174"-16,0 0 37 16,0 0 65-16,-65 96-39 15,41-66-16-15,-3 2-10 0,5-5-18 16,1-5-15-1,3-5-3-15,2-6-2 0,5-5-2 16,3-3-34-16,4-3-15 16,-2 0 18-16,2 0-4 15,4-7-4-15,0-3 29 16,0 1 10-16,0 1 2 16,6 3 3-16,2 5 18 15,0 0-7-15,7 0 0 16,1 0-5-16,2 11 10 15,0 0-9-15,0 3 4 16,-3 0-6-16,-2-1 3 16,-1 1-3-16,-1-4-3 15,2 1-3-15,-1-3-3 16,1-2-1-16,1-4-61 0,8-2-98 16,2 0-189-16</inkml:trace>
  <inkml:trace contextRef="#ctx0" brushRef="#br0" timeOffset="23322.856">5718 4288 661 0,'0'0'104'16,"0"0"56"-16,0 0-32 16,0 0-67-16,0 0-39 0,0 0-7 15,-104 21-3 1,73 6-4-16,5 4 2 0,7-2-4 15,7-1-5-15,4-2-2 16,8-3 1-16,0-6 0 16,0-4-9-16,15-5-26 15,3-5-24-15,6-3-17 16,1 0-20-16,-1-6-49 16,-1-12 27-16,-1-5-13 15,-1 1 22-15,-6-2 72 16,-2 1-27-16,-2 6 64 15,-5 5 14-15,-5 7 108 16,-1 5 45-16,0 0-56 16,0 0-82-16,0 7-23 0,0 11 23 15,0 10 20-15,0 2-26 16,0 4-2-16,0 6 15 16,-4 2 2-16,2 8 10 15,2 3-1-15,0 2-6 16,0-1-16-16,0-4-6 15,0-2 12-15,9-1-24 16,0-7 7-16,-5 2-1 16,-2-5-3-16,-2-6-6 15,0-3 1-15,0-6 1 16,0-7-3-16,0-7 0 16,-5-5 5-16,-2-3 0 15,1 0 3-15,-4-7-4 16,-1-8-3-16,1-4-2 0,1-4-2 15,0 0 1-15,-1-4-1 16,-1-2 0-16,0 3 2 16,1-4-1-16,1-3-1 15,0 1 2-15,3 2 0 16,6 1-2-16,0 1 0 16,0 3 1-16,0-1 0 15,12 2-1-15,7 2 8 16,-5 3-4-16,7 2 0 15,-3 7-2-15,1-1-1 16,-1 4 0-16,-3 3-2 16,3 1 1-16,-5 1-1 15,-2 2 0-15,2 0-1 16,-5 0-2-16,4 0-66 0,1 0-46 16,-1 0-148-1,4 0-272-15</inkml:trace>
  <inkml:trace contextRef="#ctx0" brushRef="#br0" timeOffset="23616.51">6420 4398 450 0,'0'0'137'0,"0"0"-93"0,0 0 69 0,0 0-22 0,0 0-9 0,0 0-35 16,83 4-16-16,-50-4-6 16,-2 0-14-16,1 0-5 15,-4 0-2-15,-4 0-4 16,-8 0-40-16,-4 0-78 15,-9 0-120-15,-3 3-252 16</inkml:trace>
  <inkml:trace contextRef="#ctx0" brushRef="#br0" timeOffset="23910.956">6391 4555 336 0,'0'0'179'0,"0"0"-110"0,0 0 48 16,0 0-38-16,0 0-15 16,0 0 2-16,15 25-7 15,12-23-14-15,1-2-11 16,2 0-1-16,1 0-3 16,1 0-7-16,-4 0-11 15,-3 0-4-15,-5 0 1 0,1 0-7 16,-5 0 0-16,-1-2 2 15,-6-1-3-15,4-2 1 16,-7 3-4-16,-3-2-23 16,-3 4-39-16,0-3-81 15,0-1-204-15</inkml:trace>
  <inkml:trace contextRef="#ctx0" brushRef="#br0" timeOffset="24397.237">7301 4200 580 0,'0'0'118'0,"0"0"77"0,0 0-65 16,0 0-79-16,0 0-44 0,0 0 6 15,3 29 46-15,-3 2 15 16,3 1-20-16,-1 2-9 16,-2 0-3-16,0-2-8 15,0-2-9-15,0-3-6 16,0-3-12-16,0-7-3 15,0 0-4-15,0-5-9 16,4-3-58-16,3-6-53 16,7-3-68-16,4 0-172 15</inkml:trace>
  <inkml:trace contextRef="#ctx0" brushRef="#br0" timeOffset="24813.082">7588 4306 710 0,'0'0'49'0,"0"0"0"16,0 0 91-16,0 0-49 15,-63 78-42-15,62-53-19 16,1 0-7-16,0-4-6 16,8-2-8-16,7-3-5 15,0-4 4-15,2-4-5 16,0-4-2-16,2 0-1 15,0-3-3-15,3-1-1 0,-1 0 1 16,0-5 3-16,-2-6 3 16,-2-4-1-16,-4 0 0 15,-1-2-2-15,-4-3 6 16,-4-2 4-16,-1 2 2 16,-3-5 4-16,0 5 1 15,0-1-1-15,-6 4 5 16,-7 1-9-16,-2 6 0 15,0 5-3-15,-3 2-6 16,0 3-3-16,-3 0 0 16,-1 0-2-16,2 3 1 0,1 8-31 15,4 3-39 1,5 0-72-16,7-1-175 0,3-4-407 16</inkml:trace>
  <inkml:trace contextRef="#ctx0" brushRef="#br0" timeOffset="25214.119">7991 4342 735 0,'0'0'8'0,"0"0"15"0,0 0 52 0,0 0-31 15,0 0-21 1,-41 75 1-16,41-56-5 0,2 0 4 15,14-4-5-15,5-1-4 16,3-8-5-16,1-2-9 16,-1-4 0-16,6 0-12 15,0 0 0-15,-4-4-7 16,-3-6 9-16,-2-6 9 16,-5-1 1-16,-5-6 1 15,-5 3-1-15,-2-3 6 16,-4 2 1-16,0 0 19 15,-4 1 16-15,-10 3 9 16,-1 0-10-16,-5 5-11 16,-3 2-19-16,-2 4-3 15,-4 5-7-15,1 1-1 16,4 0 0-16,-1 1-1 0,10 10-20 16,3 5-40-16,5-2-48 15,7 0-147-15,0-5-243 16</inkml:trace>
  <inkml:trace contextRef="#ctx0" brushRef="#br0" timeOffset="25620.049">8518 4288 190 0,'0'0'478'0,"0"0"-427"16,0 0-2-16,0 0 2 15,0 0-20-15,-83 55-16 16,74-34-6-16,3 0 0 16,3 1-3-16,3-5 1 15,0-4-4-15,7-2 4 16,7-4-1-16,10-3-2 16,4-4-4-16,2 0-7 15,4 0-5-15,-1-9-2 16,-3-5 5-16,0-3 9 15,-5 0 0-15,-5-5 1 16,-1-1-1-16,-7 0 6 16,-3 0 19-16,-6 1 31 0,-3 1 17 15,0 2-2 1,-9 4-14-16,-6-2-30 16,-4 5-15-16,-5 6-5 0,-2 2-6 15,1 4-1-15,0 0-12 16,4 5-38-16,7 9-40 15,5-1-108-15,9-1-246 16</inkml:trace>
  <inkml:trace contextRef="#ctx0" brushRef="#br0" timeOffset="26504.474">9446 4114 798 0,'0'0'108'0,"0"0"39"0,0 0-88 0,-97-15-34 15,59 18-14-15,4 13-4 16,5 3-2-16,10 5 0 16,5 0-4-16,7-2-1 15,2 1 3-15,5-3-2 16,0-7 2-16,0 1 0 15,0-7-3-15,14-3-23 16,7-4-1-16,5 0 4 16,4 0-24-16,2-9-18 15,-1-7 9-15,5-4-20 0,-6 0 5 16,-7-1 23-16,-4 1 30 16,-8 4 15-16,-5 3 9 15,-6 3 66-15,0 1 25 16,0 9-22-16,0 0-17 15,0 0-34-15,0 0-27 16,0 9 1-16,0 9-2 16,0 3 2-16,0 4 2 15,2 8-2-15,1 1 6 16,0 1 15-16,0 2 1 16,0-1-8-16,-3 0 1 15,3-2-5-15,1 0 1 0,-4-3 2 16,0 1-9-1,5 1 1-15,-1-4 1 16,-1-1-5-16,-1-3-2 0,4-3 2 16,-2-2 1-16,-1-6 0 15,3-3-3-15,-5-3 1 16,-1-3 1-16,3-2-2 16,-3-3-4-16,0 0-6 15,-3 0-3-15,-13 0-25 16,-9-3-5-16,2-4-8 15,-7-3-25-15,-5 0 1 16,6-2-10-16,5-7 2 16,4-3 65-16,3-3 18 15,7-4 7-15,2-2 27 16,8-1 27-16,0-1 4 16,0 3-3-16,14-2-10 15,10 1-21-15,10 2 4 0,8 1-14 16,1 3-7-16,3 4-2 15,-1 1-3-15,-6 3-2 16,1 5 5-16,-6 2 4 16,-5 3 6-16,-5-1 9 15,-5 4 1-15,-3 0 1 16,-5 0 4-16,-4 1 0 16,-2 0 3-16,-5 0-8 15,3 2-5-15,1-2-10 16,-4 1-8-16,0 1-9 0,0-1-1 15,0 2-55-15,-22-3-125 16,-8-3-326-16</inkml:trace>
  <inkml:trace contextRef="#ctx0" brushRef="#br0" timeOffset="27950.194">3564 6346 207 0,'0'0'524'0,"0"0"-420"0,0 0 53 16,0 0-30-16,0 0-27 16,0 0-100-16,0 0 7 0,-21 18-7 15,18 24 28 1,3 2-2-16,0-5-2 0,0 0-7 15,6-6-2-15,6-3-5 16,-3-4-6-16,1-5 1 16,2-7 0-16,2-5-1 15,-1-3-4-15,5-6-8 16,4 0 0-16,1-7-2 16,2-13 1-16,-1-2 0 15,0-5 8-15,-6-3 0 16,-3 1 2-16,-5-3 1 15,-4 3-1-15,-2 5 2 0,-4 3-1 16,0 4-2 0,0 7 1-16,0 3 2 15,0 6 5-15,0 1 9 0,0 0-17 16,0 4-11-16,0 11 11 16,-1 5 10-16,-6 0-3 15,7 1 2-15,0 1-2 16,0 0-1-16,0-1 2 15,0-1-1-15,4-1-2 16,6-2-4-16,1-1 1 16,2-3 2-16,2-3-4 15,3-6-1-15,5-4-27 16,2 0-18-16,6-4-44 16,2-13-58-16,-3-9-110 15,-3-2-138-15</inkml:trace>
  <inkml:trace contextRef="#ctx0" brushRef="#br0" timeOffset="28595.944">4128 6403 205 0,'0'0'464'0,"0"0"-267"0,0 0-51 15,0 0-81-15,0 0-40 16,0 0 41-16,-11 50 8 16,4-24-3-16,6 1-17 15,-1-1-18-15,2-1-19 16,0-4-5-16,0-2-6 15,0-5-2-15,0-3-2 16,0-4-2-16,0-4-9 0,0-1-14 16,0-2-2-16,0 0 2 15,0-7 3-15,0-13-30 16,3-3 10-16,10-4 3 16,4 1 5-16,-1 1 14 15,-1 4 18-15,0 3 0 16,-1 5 4-16,-1 3-2 15,-3 4 1-15,-2 4 3 16,5 2-3-16,-1 0-2 16,1 5 0-16,1 10 1 15,-2 0 4-15,1 3 1 16,-2 1 2-16,-1 1 6 16,1-3-2-16,-2-2-1 0,-2-4-3 15,2-1-5-15,0-3 3 16,-3-4 2-16,2-2-9 15,-1-1-2-15,0 0-12 16,2-1-5-16,3-13-1 16,3-4-18-16,3-5-12 15,-3 0 27-15,4 2 17 16,-7 0 6-16,0 6 3 16,-4 3 0-16,-5 4 20 15,1 4 24-15,-2 4-1 16,-2 0-19-16,1 0-27 15,-1 8 2-15,2 9 1 0,-1 3 7 16,-1 5 1 0,0 1 1-16,0-1 1 0,3-3 4 15,0 0-1-15,1-5-7 16,1-6-4-16,1-4-3 16,0-7-2-16,6 0-35 15,-2-4-27-15,1-16-101 16,-1-7-197-16</inkml:trace>
  <inkml:trace contextRef="#ctx0" brushRef="#br0" timeOffset="28738.895">4672 6171 788 0,'0'0'97'0,"0"0"13"0,0 0-3 15,0 0-65-15,0 0-42 0,0 0-36 16,-16 4-48-16,31 10-118 15,3-4-205-15</inkml:trace>
  <inkml:trace contextRef="#ctx0" brushRef="#br0" timeOffset="29008.742">4841 6199 578 0,'0'0'334'0,"0"0"-177"15,0 0-47-15,0 0-61 16,0 0-26-16,0 0 40 15,0 86-17-15,0-47-8 16,3 1-16-16,-3-1-4 0,2-2-7 16,1-6-6-1,-2 0-2-15,3-5-2 0,-1-8 2 16,2-4-3-16,-2-6-2 16,-2-4-12-16,2-4-24 15,-3 0-3-15,2 0 14 16,-2-7-20-16,0-11-17 15,0-1-64-15,0-3-33 16,-8-7-115-16,2 5-229 16</inkml:trace>
  <inkml:trace contextRef="#ctx0" brushRef="#br0" timeOffset="29167.39">4826 6358 247 0,'0'0'308'15,"0"0"-130"-15,0 0-49 16,0 0-56-16,0 0-43 15,0 0-1-15,45-2-12 16,-20 2-16-16,5 4 2 16,7-3-3-16,8-1-68 15,4 0-114-15,5 0-239 16</inkml:trace>
  <inkml:trace contextRef="#ctx0" brushRef="#br0" timeOffset="29549.1">5680 6070 252 0,'0'0'398'0,"0"0"-202"0,0 0-23 15,7-84-54-15,-16 68-54 16,-9 6-42-16,-1 2-19 16,-5 5 2-16,4 3-4 15,-2 1-3-15,8 16 3 16,1 6-1-16,3 3 2 15,2 3 5-15,4 6 9 16,1 3 10-16,3 3 5 16,0 7 14-16,0-3-16 15,0-1-2-15,0-2-8 16,3-2-3-16,1-3-5 16,-1-5-2-16,-3-6 2 15,3-1-8-15,-1-7-2 0,-2-3 1 16,1-6 1-16,4-2-4 15,-5-4 0-15,3 0-13 16,-2-3-20-16,2 0-23 16,0-3 4-16,-1-12-53 15,-2-8-57-15,0-4-141 16,0-4-279-16</inkml:trace>
  <inkml:trace contextRef="#ctx0" brushRef="#br0" timeOffset="29699.108">5473 6340 603 0,'0'0'156'0,"0"0"15"0,0 0-99 16,0 0-45-16,0 0-14 15,0 0 1-15,83 0-10 16,-39 4-4-16,3-4-79 16,8 0-188-16,3 0-248 15</inkml:trace>
  <inkml:trace contextRef="#ctx0" brushRef="#br0" timeOffset="30109.988">6100 6254 525 0,'0'0'191'0,"0"0"5"15,0 0-55-15,0 0-42 16,-82-39-50-16,55 39-17 16,3 5-7-16,2 13-13 0,7 2-3 15,5 4-4 1,-1 1-3-16,5 1 2 0,3-1-2 15,-1-4 0-15,4-3 1 16,0-2-6-16,0-6-5 16,7-4-27-16,8-3-13 15,6-3 6-15,3 0-6 16,0-12 4-16,1-6 2 16,-1-1 19-16,-2-3 11 15,-5 1 12-15,-1 2 0 16,-10 4 4-16,-1 2 32 15,-2 5 28-15,-3 2-2 0,0 6-7 16,0 0-7 0,0 0-34-16,0 0-14 0,0 16 0 15,0 2 7-15,3 3 0 16,-3 1-1-16,7 0-3 16,-3-3 0-16,4-1-3 15,6-6-20-15,3-3-47 16,4-4-35-16,5-5-117 15,6 0-236-15</inkml:trace>
  <inkml:trace contextRef="#ctx0" brushRef="#br0" timeOffset="30359.794">6469 6245 457 0,'0'0'229'0,"0"0"25"0,0 0-94 0,0 0-75 0,0 0-28 16,0 0-35-16,-60-50-8 15,39 62-4-15,3 11-5 16,2 3-2-16,5 3 1 16,2 2 4-16,5-1-2 15,1-1 2-15,3-4-4 16,0-2 2-16,9-5-5 16,12-3-1-16,4-7 0 15,7-5-33-15,5-3-66 16,9 0-22-16,3-4-175 15,-1-13-263-15</inkml:trace>
  <inkml:trace contextRef="#ctx0" brushRef="#br0" timeOffset="30620.004">6916 6139 181 0,'0'0'550'15,"0"0"-362"-15,0 0-83 16,0 0-50-16,0 0-34 15,0 0 2-15,-68 49 1 16,66-19 14-16,2 2-3 16,0 3-9-16,0-3 4 15,0-1-11-15,0-4 3 16,0-3-9-16,0-7-9 16,5 0 1-16,3-6-3 15,0-3-2-15,1-4-19 0,3-3-37 16,-2-1-40-16,-2 0-38 15,-2-10-134-15,1-7-199 16</inkml:trace>
  <inkml:trace contextRef="#ctx0" brushRef="#br0" timeOffset="31137.244">6795 6284 544 0,'0'0'130'0,"0"0"15"15,0 0-41-15,0 0-56 16,0 0-24-16,0 0-15 0,63-2 7 16,-24 2-9-16,1 0-2 15,2 0 1-15,-8 0 5 16,-1-3-1-16,-5 3 2 16,-8 0 4-16,-4 0 9 15,-8 0 1-15,-5 5-9 16,1 4-2-16,-2 4 5 15,2 4 0-15,-3 0 2 16,2 3-3-16,-1 1-1 16,1-3-8-16,0-1-3 15,3-1-3-15,3-5-1 16,3-1 1-16,3-2 0 16,6-3-2-16,2-5 3 15,4 0-5-15,-4 0 0 0,4-3-1 16,-5-7 1-16,2-4 0 15,-6-1 0-15,0-3 1 16,-6 3 0-16,-2-4 1 16,-7 1-1-16,-3-3 2 15,0 3 3-15,-3-2 2 16,-15 3-6-16,-4 1-2 16,-2 6 0-16,-3 3 0 15,2 4-1-15,-1 3 1 16,4 0 0-16,5 0-4 0,3 8-17 15,6 3-29 1,7-4-68-16,1 0-111 0,4-3-339 16</inkml:trace>
  <inkml:trace contextRef="#ctx0" brushRef="#br0" timeOffset="31498.9">7546 6166 487 0,'0'0'71'0,"0"0"48"15,0 0-11-15,42 93 8 16,-34-61-35-16,0-2-5 16,-5-1-19-16,0-1 16 0,-3-6-39 15,0-4-11-15,0-3-9 16,-6-7-3-16,-2-2-4 15,1-4-2-15,3-2 0 16,1 0 3-16,1-8-2 16,2-7-3-16,0-7 3 15,8-1-4-15,8-5 5 16,5-2 3-16,0 0-7 16,7 4-2-16,-1 4-2 15,1 4 1-15,-2 6-2 16,-1 2-5-16,-2 5-21 15,-3 2-47-15,-2 3-80 0,-9 0-202 16</inkml:trace>
  <inkml:trace contextRef="#ctx0" brushRef="#br0" timeOffset="32315.156">6536 7116 918 0,'0'0'123'0,"0"0"-50"0,0 0-32 0,0 0 48 15,0 0-40-15,-3 79-13 16,3-59-13-16,0-2-7 16,0-4-9-16,0 0-2 15,-6-5-3-15,-6-4-2 16,-6-1-15-16,2-2-32 16,1-2-14-16,4 0-14 15,7-9 4-15,4-7-15 16,0-7 48-16,10 0 31 15,7 3 7-15,2 4 6 16,-4 3 18-16,4 6 10 16,-1 4 13-16,5 3-16 15,-1 0-7-15,0 8-5 16,-2 8-5-16,-2 1-5 16,-5 3 1-16,-1-2-8 15,-3-2-1-15,-3-3 0 16,-4-2 1-16,-2-4-2 0,0-5 0 15,0 0-4-15,0-2-18 16,0 0 15-16,0 0-6 16,0-14-5-16,0-6-5 15,4-2 1-15,12-2 17 16,5 0 5-16,-3 3 2 16,3 4 18-16,0 4-1 15,-3 7 4-15,-2 6-1 16,-1 0-9-16,0 2-1 15,-6 12-5-15,0 7 3 16,-3-1 2-16,-6 5 9 0,0-3 1 16,0-1-6-16,0-5-7 15,0-2-9-15,0-4-1 16,0-4-78-16,0-6-58 16,18 0-268-16</inkml:trace>
  <inkml:trace contextRef="#ctx0" brushRef="#br0" timeOffset="32534.63">7143 7011 866 0,'0'0'146'0,"0"0"-20"0,0 0-72 16,0 0 13-16,0 0-15 15,-19 91-2-15,19-59-8 0,0 1-15 16,1-5-15-1,9-3-6-15,-2-4-3 0,1-3-3 16,0-3-13-16,-3-5-69 16,-3-3-55-16,-3-6-126 15,0-1-425-15</inkml:trace>
  <inkml:trace contextRef="#ctx0" brushRef="#br0" timeOffset="32689.906">7110 7089 898 0,'0'0'34'16,"0"0"93"-16,0 0-80 15,0 0-34-15,0 0-13 16,97-3-13-16,-40 3-139 16,2 0-148-16</inkml:trace>
  <inkml:trace contextRef="#ctx0" brushRef="#br0" timeOffset="33126.167">7635 7024 614 0,'0'0'154'0,"0"0"49"15,-103-15-55-15,65 15-37 16,5 6-49-16,8 13-31 16,8 3-12-16,6 3-9 0,6 0-6 15,5-4-3 1,0-1 0-16,10-6-1 0,8-4 0 15,4-4-13-15,5-6-28 16,1 0-25-16,-1 0-38 16,0-12-18-16,-4-9-33 15,-1-5 20-15,0-7 46 16,-5-9 27-16,1-4 12 16,-6 1 47-16,-2 6 3 15,-4 8 67-15,-3 8 70 16,-3 9 60-16,0 5-28 15,0 7-38-15,0 2-57 16,0 0-48-16,0 19-24 16,0 13 21-16,0 10-2 0,-2 6 14 15,2 4 2-15,0-2-4 16,0-7-10-16,0-2 0 16,0-7-11-16,2-4-4 15,9-8-7-15,-1-5-1 16,2-6-3-16,0-7-42 15,6-4-52-15,-3-1-65 16,-2-19-285-16</inkml:trace>
  <inkml:trace contextRef="#ctx0" brushRef="#br0" timeOffset="33846.402">8344 5786 498 0,'0'0'17'0,"0"0"37"0,64-76 4 0,-28 61-16 15,3 2-23-15,4 8-11 16,-4 5-3-16,-8 0 4 0,-7 22-4 16,-12 19 8-16,-12 14 17 15,0 13 4 1,-20 5-4-16,-8 7-2 0,0-3-4 16,4-2-1-16,16-5-4 15,7-9-5-15,1-10-5 16,0-8 1-16,20-9 0 15,8-7 0-15,8-10-1 16,5-4-3-16,3-11 0 16,-1-2-2-16,-3 0-3 15,-7 0-1-15,-6-5-2 16,-9-3-9-16,-3 2 11 16,-11 3 1-16,-4 2-1 15,0 1 3-15,-9 3 4 16,-12 15-7-16,-1 10 11 0,4 5-7 15,3 1-2-15,6 5 1 16,2 2 8-16,7 3 22 16,0 4 13-16,0 0-1 15,0 6 5-15,0 3 1 16,0-2-1-16,3-2 7 16,-2-3-12-16,-1-6-9 15,0-3-7-15,0-4-3 16,0-2-3-16,0-4 1 15,-6-6 2-15,-4-4 2 0,-1-7-2 16,4-2-7 0,-1-5 0-16,0-4-6 0,0-2-1 15,-3-1-3-15,-3 0-4 16,-6-10-4-16,1-5-1 16,-5-5-28-16,-1-2-33 15,-1-4-44-15,2-4-103 16,-1-7-269-16</inkml:trace>
  <inkml:trace contextRef="#ctx0" brushRef="#br0" timeOffset="34297.302">9936 6114 619 0,'0'0'148'0,"0"0"24"0,0 0-75 0,0 0-37 16,0 0-24-16,0 0 39 15,61 6-38-15,-16-6-25 16,1 0-9-16,-7 0-2 16,-6 1-1-16,-13 6-41 15,-9 0-75-15,-11 1-111 16,-3 1-171-16</inkml:trace>
  <inkml:trace contextRef="#ctx0" brushRef="#br0" timeOffset="34478.945">9939 6292 543 0,'0'0'106'0,"0"0"69"16,0 0-44-16,0 0-49 15,0 0-16-15,0 0-21 16,76 41-24-16,-33-38-10 16,5-3-8-16,4 0 0 15,0 0-3-15,1 0-26 16,-4 0-94-16,-10-2-162 15</inkml:trace>
  <inkml:trace contextRef="#ctx0" brushRef="#br0" timeOffset="42218.889">3770 9516 483 0,'0'0'126'0,"0"-76"-13"15,0 44 28-15,-9 0-24 16,-8 6-28-16,1 5-22 15,-5 2-7-15,0 11-6 0,-3 3-16 16,-4 5-18 0,-2 3-18-16,-1 17 7 0,1 5-9 15,5 4 0-15,1 2-2 16,12 0 2-16,1 0-1 16,10-3-1-16,1 2-3 15,0-5-13-15,9 0-7 16,6-3-9-16,6-4-6 15,1-5 14-15,3-2 2 16,-2-7 0-16,4-1 0 16,-2-3 10-16,2 0 13 15,-2-15 2-15,5-8 2 16,-5-2 0-16,-2-7-2 16,-4-1 4-16,-5-3-1 15,-4 1 2-15,-9 6 7 0,-1 0 10 16,0 4 4-16,-4 5 0 15,-9 2-9-15,-4 6-4 16,1 8-4-16,-1 0-10 16,-2 4-5-16,1 0 2 15,-3 0 0-15,-3 8-8 16,-1 4-1-16,6 2-7 16,2-3-17-16,5 1-20 15,5-6-67-15,7-1-129 16,0-3-283-16</inkml:trace>
  <inkml:trace contextRef="#ctx0" brushRef="#br0" timeOffset="42466.221">4195 9374 793 0,'0'0'116'0,"0"0"-68"0,0 0 55 16,0 0-40-16,0 0-18 16,0 0-10-16,-27 31 1 15,14-26-12-15,-5-3-15 16,3 2-3-16,2-2-4 0,5-2-2 16,2 0-31-1,6 0-42-15,0 0-83 16,0 0-289-16</inkml:trace>
  <inkml:trace contextRef="#ctx0" brushRef="#br0" timeOffset="42997.682">4674 9289 664 0,'0'0'88'16,"0"0"50"-16,0-79-3 15,-5 61-34-15,-14 3-37 0,-2 9-17 16,-7 6-29 0,-5 0-5-16,-1 14-12 0,2 14-1 15,6 3 0-15,9 1 0 16,7-2-8-16,8 1 7 16,2-5 1-16,0-6-2 15,9-4-3-15,6-5-7 16,6-6 1-16,1-5-10 15,8 0-7-15,-6-7-11 16,3-11-8-16,-5-3-6 16,-7-1 22-16,0-1 9 15,-3 1 9-15,-6 3 13 16,0 4 5-16,-5 2 30 16,-1 6 37-16,0 6-5 15,0 1-17-15,2 0-41 0,1 7-9 16,-2 14 0-16,2 6 3 15,-1 7 6-15,1 2-1 16,-3 2 11-16,0 2 4 16,0 0 0-16,0-1 1 15,0-1 3-15,-8-7-10 16,2-1-6-16,3-11-6 16,2-2 0-16,1-7 1 15,0-4-6-15,0-3-3 16,0-3-23-16,0 0-23 15,0 0-31-15,3-16-114 16,7-4-199-16</inkml:trace>
  <inkml:trace contextRef="#ctx0" brushRef="#br0" timeOffset="43306.518">5077 9172 642 0,'0'0'125'0,"0"0"23"0,0 0-67 0,0 0-62 16,0 0 24-16,0 0 13 0,16 97 6 16,-13-56 0-1,0 0-20-15,-3-2 5 0,0-3-5 16,0-2-18-16,0-6-12 15,0-3-4 1,0-2-5-16,0-4 0 0,0-4-3 16,0-4-5-16,0-5-41 15,0 0-32-15,0-6-59 16,9 0-78-16,6 0-324 16</inkml:trace>
  <inkml:trace contextRef="#ctx0" brushRef="#br0" timeOffset="43561.963">5845 9174 696 0,'0'0'81'0,"0"0"-58"15,0 0 110-15,0 0-26 16,-39 100-52-16,23-64-10 15,-5 3-3-15,3-3-10 16,-3-2-18-16,-1-6-6 16,5-3-7-16,4-7-1 15,1-3-21-15,6-9-35 16,0-4-53-16,2-2-99 16,4 0-190-16</inkml:trace>
  <inkml:trace contextRef="#ctx0" brushRef="#br0" timeOffset="43825.298">5718 9176 603 0,'0'0'40'16,"0"0"-19"-16,0 0 70 15,0 0 50-15,24 84-60 16,-9-51 10-16,3 0-9 15,-6-2-18-15,0-3-11 16,6-1-25-16,-5-3-4 16,2-5-14-16,0-5-1 15,4-2-7-15,-2-5-2 0,-1-3-26 16,2-2-46-16,-3-2-72 16,3 0-96-16,-2-7-260 15</inkml:trace>
  <inkml:trace contextRef="#ctx0" brushRef="#br0" timeOffset="44071.795">6279 9093 212 0,'0'0'472'0,"0"0"-399"15,0 0-25-15,0 0 84 16,0 0-20-16,8 88-34 0,-4-51 6 15,-1 5-11-15,3-3-18 16,-5-4-15-16,2-4-4 16,-3-1-19-16,3-6-11 15,-1-4-2-15,4-4-4 16,3-8-43-16,3 0-71 16,4-8-86-16,4 0-197 15</inkml:trace>
  <inkml:trace contextRef="#ctx0" brushRef="#br0" timeOffset="44485.272">6657 9177 664 0,'0'0'67'0,"0"0"-48"16,0 0 100-16,-33 83-20 15,28-49-51-15,5-2-20 16,0-1 0-16,0-7-4 15,11 0-8-15,4-9-4 16,0-3-2-16,4-4 0 16,2-8-5-16,3 0-1 15,3 0 1-15,1-8-1 16,2-6-4-16,0-5 0 16,-2-6 2-16,0 1-1 15,-4-5 0-15,-4-2-1 16,-7 1 0-16,-7 4 8 0,-6 2 20 15,0 6 22-15,0 2-5 16,-16 5-14-16,-4 4-2 16,-5 1-18-16,-8 3 0 15,0 3 0-15,-3 0-8 16,2 5-3-16,0 7 0 16,7 3 1-16,3 1-1 15,5 1-17-15,2-4-35 16,7-3-34-16,5-7-76 15,2-3-208-15</inkml:trace>
  <inkml:trace contextRef="#ctx0" brushRef="#br0" timeOffset="44918.096">7177 8692 679 0,'0'0'147'0,"0"0"-4"0,0 0-75 0,0 0-24 0,0 0 57 15,0 0-39-15,102 12-21 16,-50-12-9-16,3 0-13 15,-1 0-7-15,-6 0-11 0,-8-1 1 16,-10-1-2 0,-8-1-11-16,-10 3-33 0,-8-2-60 15,-4 1-99-15,0-2-291 16</inkml:trace>
  <inkml:trace contextRef="#ctx0" brushRef="#br0" timeOffset="45377.658">7737 8414 269 0,'0'0'497'16,"0"0"-394"-16,0 0-23 15,0 0-16-15,0 0-32 0,83-42-11 16,-54 46-7-16,-6 16 1 16,-3 4-1-16,-7 3-11 15,-8-2 0-15,-5 3 1 16,-3-2-3-16,-21-2 4 16,-3-2-2-16,-4-4-1 15,1-2-2-15,12-3-3 16,3-2 1-16,8-1 1 15,2-1-1-15,5-1 2 16,0-1 0-16,0 0 8 16,9 0 16-16,15 0 27 15,6-3-10-15,4 0-18 0,2 1-12 16,-2-1-4-16,-1 0-4 16,-3 0-1-16,-6-1-1 15,-6 0 1-15,-2-1-4 16,-5-2 1-16,-3 0-31 15,-3 0-48-15,-2 0-89 16,0 0-325-16</inkml:trace>
  <inkml:trace contextRef="#ctx0" brushRef="#br0" timeOffset="45907.522">8375 8383 539 0,'0'0'103'0,"0"0"24"0,0 0-64 15,0 0-30-15,0 0 31 16,0 0-17-16,69 3-19 15,-36-3 14-15,3 0-22 0,7 0-12 16,-7-9-3 0,-5 0-1-16,-6-1-2 15,-11-2 1-15,-8 4-3 0,-6-1 0 16,0 1 1-16,0 0-1 16,0 2 2-16,0 0 0 15,-6 4 4-15,0 2 14 16,0 0 15-16,-2 0-10 15,-2 5-10-15,4 12 8 16,0 4 1-16,3 6 1 16,3 5-5-16,0 4-6 15,0-1-4-15,0 4-3 16,0-3 1-16,0-1-2 16,0-3 0-16,0-4-1 0,0-6-3 15,3-1 1 1,-3-5-1-16,0-4 0 0,0-3-2 15,3-5-1-15,-3-1-24 16,0-3-20-16,3 0-23 16,0 0-22-16,-1-7-154 15,-2-4-180-15</inkml:trace>
  <inkml:trace contextRef="#ctx0" brushRef="#br0" timeOffset="46147.348">8432 8553 728 0,'0'0'83'0,"0"0"25"0,0 0 29 0,0 0-37 0,0 0-34 16,119 47-37-16,-69-44-5 15,0-3-11-15,-2 0-9 16,-3 0-2-16,-5-3-2 15,0-4-13-15,-17 3-28 16,-1 2-37-16,-13-2-34 16,-9 2-80-16,0-3-225 15</inkml:trace>
  <inkml:trace contextRef="#ctx0" brushRef="#br0" timeOffset="47177.319">9609 9276 41 0,'0'0'601'0,"0"0"-538"0,-86-51 63 0,44 47-32 16,-6 4-11-16,3 4-19 16,1 22-11-16,5 6-22 15,11 4 1-15,11 1-13 16,7-5-10-16,10-4-5 16,0-5 2-16,14-6 0 0,13-6 1 15,8-4-7 1,5-7-8-16,2 0-16 15,-2-9-23-15,-6-9 6 0,-8-7 10 16,-10-2-13-16,-3-7 23 16,-8-3 6-16,-5 2 15 15,0 4 2-15,0 7 0 16,0 8 14-16,-5 8 21 16,4 3 2-16,-1 5 4 15,2 0-35-15,0 6-7 16,0 17-1-16,0 10 7 15,0 6-2-15,8 6 2 16,3 3-2-16,2 3 3 16,0-3 0-16,2 4 20 0,-3-1-8 15,2-1 2-15,-3 2-4 16,-3-6-11-16,-2-1-1 16,-1-4-3-16,-4-5 0 15,-1-4-1-15,0-7 3 16,0-2 8-16,-9-6 1 15,0-4 1-15,-3-5-5 16,3-4-5-16,0-1-2 16,-4-2 3-16,2-1-5 15,-6 0 1-15,0 0-2 16,-4-5-2-16,5-9 2 0,-5-3 0 16,-1-4 0-1,2-5-5-15,-4-2-1 0,2 2 5 16,5-2 1-16,1 1-1 15,5 0 1-15,5 1 2 16,2 0 0-16,4 1 7 16,0 2-2-16,18 0 2 15,1 0 0-15,4 3-2 16,1 5 0-16,1 2-1 16,2 3-5-16,0 3 8 15,-1 1-4-15,-3 3 5 16,-1 2-5-16,-2 0-4 15,-5 0 6-15,-2-1 0 16,-4 2-6-16,-6-2 3 16,2 0-2-16,-4 0-2 0,-1 2-17 15,0 0-66-15,0 0-85 16,0 0-208-16</inkml:trace>
  <inkml:trace contextRef="#ctx0" brushRef="#br0" timeOffset="47618.95">10926 9287 367 0,'0'0'125'0,"0"0"37"0,0 0-39 16,0 0-30-16,0 0-19 16,0 0-5-16,-29 69 10 15,60-65-6-15,12-3-28 0,11-1-28 16,4 0-12 0,-4 0-1-16,-6-5-2 0,-9-1-2 15,-13 3-25-15,-8 0-42 16,-10-1-33-16,-8 4-36 15,0 0-154-15,-17 0-85 16</inkml:trace>
  <inkml:trace contextRef="#ctx0" brushRef="#br0" timeOffset="47947.463">10931 9425 433 0,'0'0'45'16,"0"0"29"-16,0 0 10 16,0 0 11-16,0 0 11 15,0 0 5-15,67 15-43 16,-35-11-7-16,0-3-16 16,3 1-14-16,6-2-8 15,-2 0-13-15,0 0 4 16,-5 0-2-16,-2 0 6 15,-7 0-2-15,-3-4 7 16,-5 1-4-16,-2-1-3 16,-5 0-4-16,-2 1 0 0,-3 0-6 15,0 2-4 1,-2 1-2-16,-3 0-4 0,0 0-44 16,-18 0-102-16,-10-3-218 15</inkml:trace>
  <inkml:trace contextRef="#ctx0" brushRef="#br0" timeOffset="49092.989">12799 9200 611 0,'0'0'52'0,"0"0"109"0,-26-83-32 0,3 66-44 0,-4 6-39 15,-1 7-10-15,-5 4-7 16,-2 7-9-16,-2 19 0 16,1 16-5-16,3 3-5 15,8-2-4-15,7 3 2 16,8-6-6-16,5-5-2 15,5-4 4-15,0-5-1 16,9-7-2-16,10-4-1 16,10-6 0-16,2-4-1 15,8-5 0-15,0 0-4 16,3 0 5-16,-1-13-1 0,-3-3 3 16,-7-1 0-1,-4-5-1-15,-9-3 1 0,-5 0 1 16,-7-5 5-16,-4-2 10 15,-2-2 2-15,0-2 4 16,-6 0-5-16,-12 0-4 16,-3 2-9-16,-3 10-2 15,0 5-4-15,-1 7 0 16,4 9-5-16,-3 3 5 16,5 0-21-16,5 3-27 15,1 16-30-15,10 2-73 16,3-2-190-16</inkml:trace>
  <inkml:trace contextRef="#ctx0" brushRef="#br0" timeOffset="49347.636">13176 9271 36 0,'0'0'818'0,"0"0"-733"0,0 0 49 0,0 0-18 16,0 0-46-16,0 0-33 16,6 43-15-16,-6-37-7 15,0 0 2-15,-3-2-8 16,-11-4-2-16,-3 0 4 0,-2 0-11 16,4 0-22-1,7 0-50-15,8 0-53 0,0 0-98 16,15-9-462-16</inkml:trace>
  <inkml:trace contextRef="#ctx0" brushRef="#br0" timeOffset="49832.721">13657 9083 731 0,'0'0'155'0,"0"0"-28"16,0 0-24-16,0 0-29 15,-84-65-27-15,53 65-8 0,-1 7-15 16,4 16-7 0,4 4-9-16,8 5-5 0,9 6-1 15,7-2-2-15,0-2 0 16,3-1 1-16,14-6-1 16,4-8-14-16,5-3-6 15,2-9-15-15,2-4-18 16,0-3-2-16,-3 0 18 15,-7-17 8-15,-3-3 10 16,-2-3 10-16,-8-4 9 16,-1-1 0-16,-4 4 3 15,-2 5 2-15,0 5 23 0,0 8 29 16,0 2 27 0,0 4-8-16,0 0-56 0,0 14-18 15,0 11 5-15,-3 11 7 16,-3 2-1-16,-2 4 5 15,1 4-2-15,-5-4-4 16,3 5 10-16,-3-6-8 16,3 0-5-16,3-7-4 15,3-7-3-15,3-8-2 16,0-5-7-16,0-10-33 16,12-4-55-16,4 0-52 15,1-7-108-15,4-13-437 16</inkml:trace>
  <inkml:trace contextRef="#ctx0" brushRef="#br0" timeOffset="50119.87">13990 9063 694 0,'0'0'73'0,"0"0"138"0,0 0-121 0,0 0-63 15,0 0 43-15,0 0 7 16,13 86-3-16,-9-43-3 16,1-1-21-16,-4 0-13 15,-1-1-9-15,0-2 4 16,0-7-18-16,0-2-6 0,-3-8-6 16,-1-1 0-16,1-6-2 15,1-3-9 1,2-6-36-16,0-5-35 0,0-1-75 15,0 0-85-15,15-19-483 16</inkml:trace>
  <inkml:trace contextRef="#ctx0" brushRef="#br0" timeOffset="50345.544">14522 9060 642 0,'0'0'111'0,"0"0"-47"16,0 0 67 0,0 0-40-16,-60 106-23 0,38-67-22 15,-2 0-9-15,-1-1-24 16,0-6-6-16,0-6-5 16,2-1-2-16,2-5-37 15,1-9-54-15,6-2-135 16,3-9-266-16</inkml:trace>
  <inkml:trace contextRef="#ctx0" brushRef="#br0" timeOffset="50579.094">14330 9148 707 0,'0'0'68'0,"0"0"3"16,0 0 50-16,0 0-38 15,94 80-37-15,-69-50 3 16,-1-1 0-16,-3-2-17 16,-2-1-18-16,-1-3-10 15,2-5 1-15,-3-3 1 16,4-5-6-16,-3-4-2 16,5-3-51-16,-1-3-91 15,-1 0-153-15</inkml:trace>
  <inkml:trace contextRef="#ctx0" brushRef="#br0" timeOffset="50847.39">14997 8980 734 0,'0'0'40'16,"0"0"-24"-16,0 0 119 15,0 0-1-15,10 90-56 16,-1-50-1-16,-3 5 1 16,-5 0-3-16,1-5-22 15,-2-2-23-15,0-10-9 16,0-1-12-16,0-7-7 16,3-8-2-16,1-1-1 15,4-6-31-15,5-1-79 0,2-4-48 16,3 0-170-16</inkml:trace>
  <inkml:trace contextRef="#ctx0" brushRef="#br0" timeOffset="51251.818">15376 9068 523 0,'0'0'32'0,"0"0"92"15,-20 84-29-15,18-51-26 0,2 3-31 16,0-6 1 0,14-5-10-16,4-7 0 0,0-6-18 15,4-4-7 1,2-3 5-16,3-5-6 0,-3 0 0 16,7-5 1-16,-1-7-1 15,-2-3 0-15,-1-5-2 16,0-3 2-16,-5-6-1 15,-5 3 3-15,-5-2-3 16,-8 1 16-16,-4 3 16 16,0 6-2-16,-1 1 13 15,-19 5 2-15,-8 4-19 16,0 1-9-16,-7 5-5 0,0-1-3 16,-3 3-6-16,-2 0-5 15,6 3 2-15,4 7-2 16,7 0-7-16,4-1-31 15,7-1-65-15,5-6-69 16,5-2-222-16</inkml:trace>
  <inkml:trace contextRef="#ctx0" brushRef="#br0" timeOffset="51524.124">15467 8630 697 0,'0'0'52'0,"0"0"42"0,0 0 39 0,0 0-15 15,0 0-37-15,0 0-30 16,116 26-22-16,-76-26-16 15,2 0-8-15,-5 0-5 16,-4 0-2-16,-9 0-56 16,-5 0-103-16,-5 0-162 15</inkml:trace>
  <inkml:trace contextRef="#ctx0" brushRef="#br0" timeOffset="51927.546">15986 8421 521 0,'0'0'230'0,"0"0"-80"16,0 0-77-16,0 0-34 15,0 0-24-15,83-7-8 16,-58 25-5-16,-6 4-1 15,-8 6 0-15,-11 1-1 0,0 0 2 16,-8-1 0 0,-18-3 1-16,-2 1 2 0,-5-5-4 15,4-3 0-15,4-2 1 16,7-3-2-16,9-4 1 16,6-2-2-16,3 0 2 15,0-2 2-15,0-1 21 16,6-1 13-16,14 7 5 15,4-3-12-15,7-1-15 16,2-2-8-16,2-2-5 16,1 0-1-16,2-1-1 15,-2-1-58-15,-1 0-66 16,1 0-122-16,-2-11-261 0</inkml:trace>
  <inkml:trace contextRef="#ctx0" brushRef="#br0" timeOffset="52377.347">16467 8408 654 0,'0'0'111'0,"0"0"82"16,0 0-97-16,0 0-38 15,0 0-35-15,0 0-16 16,39-8-4-16,-3 8-1 0,2 0 0 15,2 0-2 1,-6 0-12-16,-4 0-9 0,-6-1 2 16,-8-6 0-16,-4-3 6 15,-3 0 13-15,-4 1 1 16,-2 2 3-16,-2 2 13 16,-1 0 22-16,0 5 15 15,0 0-1-15,0 0-33 16,0 8-18-16,0 15 8 15,0 7 16-15,0 7 4 16,0 2 5-16,0 2-11 16,3 2-10-16,2-3-4 15,-1 2 2-15,2-4-6 16,-2-4 2-16,-2-5-2 0,1-7-5 16,0-5 0-16,1-2-1 15,-1-5 0-15,2-6-22 16,-3-3-32-16,-2-1-17 15,0 0-6-15,0-5-108 16,0-14-220-16</inkml:trace>
  <inkml:trace contextRef="#ctx0" brushRef="#br0" timeOffset="52537.563">16657 8576 535 0,'0'0'76'0,"0"0"33"0,122-5-75 0,-64 5-24 16,11 0-10-16,1 0-85 15,-2 0-223-15</inkml:trace>
  <inkml:trace contextRef="#ctx0" brushRef="#br0" timeOffset="53159.771">12332 8551 593 0,'0'0'73'0,"0"0"56"0,0 0-39 0,-92-20-25 16,66 50-8-16,-2 19 3 15,-2 15 3-15,1 19-4 16,0 13-17-16,-1 14-13 0,0 13-8 16,2 5-4-1,7 3-5-15,9-4-4 0,12-9-1 16,6-8 0-16,33-13-1 15,20-15 2-15,23-11-6 16,21-16-2-16,23-10-7 16,18-14-70-16,9-16-74 15,-1-15-221-15</inkml:trace>
  <inkml:trace contextRef="#ctx0" brushRef="#br0" timeOffset="53951.185">17138 8306 539 0,'0'0'4'0,"0"0"85"0,88 86 8 16,-41-33 1-16,5 9-11 16,1 5-40-16,-1 3-4 15,-10 2 13-15,-5 1-16 16,-18 5-15-16,-14-1-10 16,-5 7-5-16,-20 5-7 0,-14-1 2 15,-11 0-3 1,-5-7 3-16,2-8 5 0,-3-4 9 15,3-4 9-15,1-9-11 16,2-6 0-16,-1-11-5 16,7-8-7-16,5-5 3 15,4-10-7-15,7-7-2 16,11-6-9-16,4-3-41 16,8-3-53-16,0-16-171 15,8-10-347-15</inkml:trace>
  <inkml:trace contextRef="#ctx0" brushRef="#br0" timeOffset="54253.053">18267 8878 556 0,'0'0'26'0,"0"0"60"0,-76 84 1 0,47-52-27 16,1 0-24-16,1 2-11 15,2-5 0-15,3-1-12 16,4-1-8-16,-2-7-5 15,7-7-7-15,-2-1-92 16,4-9-124-16</inkml:trace>
  <inkml:trace contextRef="#ctx0" brushRef="#br0" timeOffset="54560.823">17996 8883 663 0,'0'0'51'0,"0"0"-36"16,0 0 107-16,0 0-20 15,59 79-27-15,-27-49-12 16,3 2-4-16,5 0-1 16,1 1-11-16,-2-1-25 15,-2-4-6-15,-12-3-9 16,-1-4 2-16,-6-6-4 15,-8-5-2-15,-2-5-2 16,-3-2-1-16,-1-3 3 16,-1 0 2-16,0 0-5 15,0 0-9-15,0 0-33 16,-3-7-53-16,0-6-89 16,-2-2-288-16</inkml:trace>
  <inkml:trace contextRef="#ctx0" brushRef="#br0" timeOffset="78283.037">12030 5180 86 0,'0'0'465'0,"0"0"-387"0,0 0 65 15,0 0-32-15,0 0-37 16,0 0-45-16,0 0-28 15,0 0 14-15,0 47 63 16,0-8-27-16,0 0 4 16,0 1-10-16,-3-3-12 15,3 1-16-15,-2-4-5 16,2-2-4-16,0-5 4 0,0-2-7 16,0-5-2-1,0-4-2-15,0-2 2 0,0-7 1 16,0 1-3-16,0-2-1 15,0-4-8-15,0-2-28 16,0 0-26-16,0 0-32 16,10-4-6-16,7-14-209 15,5-4-66-15</inkml:trace>
  <inkml:trace contextRef="#ctx0" brushRef="#br0" timeOffset="78622.015">12487 5104 425 0,'0'0'98'0,"0"0"21"15,0 0-7-15,0 0-60 16,0 0-37-16,0 0 77 15,12 56-9-15,-12-26-22 16,5 4 6-16,-2 1-11 16,-3-1-20-16,1 0 4 15,-1-1-8-15,0-1-12 16,0-3-9-16,0-3-4 16,2-2-6-16,-1-7 3 0,1-5-4 15,2-5-28-15,0-7-38 16,8 0-60-16,6 0-27 15,2-21-93-15,7-7-267 16</inkml:trace>
  <inkml:trace contextRef="#ctx0" brushRef="#br0" timeOffset="79009.875">12826 5188 617 0,'0'0'17'0,"0"0"12"15,0 0 60-15,-79 51-20 16,52-30-14-16,3 0-9 0,0-2-18 16,3-3-17-16,2-5-7 15,4-2 1-15,2-3-3 16,-1 0-2-16,11-6-13 16,0 2-8-16,1-2 7 15,0 2-4-15,2-2 0 16,0 1 7-16,0 1-1 15,0 3-2-15,4 1 14 16,13 4 3-16,0 0 24 16,1 4 10-16,2 2-4 15,0-1-6-15,0 1-3 0,1-1-1 16,-2-1 0 0,-1-1-4-16,1-2-5 15,-2-4-6-15,4-1-3 0,0-2-1 16,1-4-4-16,4 0-45 15,-1-1-52-15,0-13-93 16,0-2-111-16,4-8-139 16</inkml:trace>
  <inkml:trace contextRef="#ctx0" brushRef="#br0" timeOffset="79707.283">13170 5252 398 0,'0'0'129'0,"0"0"40"15,30-77-2-15,-30 62-39 16,0 5-48-16,-16 6-19 0,-5 4-24 15,-6 0-21-15,-3 20-1 16,0 5 9-16,6 7-2 16,8-3-7-16,10 0-12 15,6-1 4-15,0-6 1 16,2-5-7-16,14-2-1 16,2-5-10-16,4-7-31 15,1-3-17-15,-2 0-4 16,1-1-2-16,-3-15-20 15,-2-2 0-15,-4-3-25 16,-1 0 10-16,-3-1 33 16,0 5 22-16,-5 7 40 15,-2 5 4-15,-2 5 63 16,0 0 42-16,0 4-86 0,0 13 46 16,-2 7-6-16,-1 6-12 15,0 5 0-15,0 2-6 16,-1 7-15-16,3 2-2 15,1 0 20-15,0 4 3 16,0-2-19-16,0-1 4 16,0 0-9-16,0 3 7 15,1-2-10-15,3-5-2 16,-2-4 2-16,-2-7-1 16,0-4-4-16,0-5-5 15,0-6-1-15,-9-3-8 16,0-7 5-16,-3-6-3 15,-3-1 3-15,-1 0 1 0,-5-5-2 16,0-9-4 0,3-6 4-16,-1-6-4 0,1-3 1 15,3-11-4-15,3-6 5 16,5-5-5-16,5-1 4 16,2 5-2-16,2 4 1 15,14 5 2-15,2 5-1 16,7 0 1-16,2 5-2 15,6 4 2-15,-2 5-3 16,1 3 0-16,-1 5 0 16,-1 2 0-16,-3 6-3 15,-5 2 0-15,-2 1-7 16,-7 0-29-16,-4 2-25 0,-6 10-28 16,-3 4-18-1,0 1-61-15,-8-2-122 0</inkml:trace>
  <inkml:trace contextRef="#ctx0" brushRef="#br0" timeOffset="80711.835">11185 6221 437 0,'0'0'22'0,"0"0"-11"0,0 0 33 0,0 0 17 16,0 0-12-16,0 0-7 15,-47-21 3-15,47 21-10 16,0 0-16-16,9 0-9 16,26 2 36-16,20 5 13 15,21-1-19-15,25-1-21 0,10-1-2 16,8 2-9 0,10 2-3-16,-1-2 0 0,1-2 0 15,-3-2-1-15,2 0-1 16,4-2 2-16,3 0 5 15,3 0-1-15,-7 0 5 16,3 0-1-16,-10-4-2 16,-6-2-2-16,-8 2 2 15,-8-4 3-15,-11 2-1 16,-8 2 9-16,-11-1 3 16,-8 0-1-16,-9-1 11 15,-9 1-6-15,-5 1-2 16,-4-2-7-16,-4 2 1 15,-5-2-5-15,-2 2 4 16,-7 1-5-16,-6-1-7 0,-5 4-3 16,-5-2 2-16,1 1 0 15,-4 1-5-15,0 0-2 16,0 0-4-16,0 0-35 16,-7 0-38-16,-19 0-40 15,-23 10-73-15,-10-2-209 16</inkml:trace>
  <inkml:trace contextRef="#ctx0" brushRef="#br0" timeOffset="81306.456">12159 6614 571 0,'0'0'91'0,"0"0"79"0,0 0-25 0,0 0-45 0,0 0-78 16,0 0-9-16,0 46 51 16,-5-6 3-1,-2 5-5-15,3-4-13 0,-1 1-15 16,2-5-21-16,0 2 0 15,-2-2-7-15,5-6-6 16,0-6 5-16,0-7-5 16,0-5-10-16,0-6-42 15,0-4-43-15,8-3-57 16,11-3-32-16,1-19-142 16</inkml:trace>
  <inkml:trace contextRef="#ctx0" brushRef="#br0" timeOffset="81694.371">12416 6720 629 0,'0'0'32'0,"0"0"34"16,0 0 46-16,0 0-31 16,-54 73-30-16,54-45-27 15,0-3 4-15,0-1-9 16,16-3-8-16,1-3-6 15,4-5 0-15,2-6 1 16,0-1-6-16,-5-6-15 16,6 0 2-16,-4-6 7 0,-2-9 6 15,3-8 2 1,-4-3-1-16,-1-3 0 16,-5 2 3-16,-3-2 5 15,-6 2 9-15,-2 2 7 0,0 5 6 16,-9 2-10-16,-9 1 1 15,-1 5-9-15,-5 4-7 16,-2 4-5-16,-2 2 1 16,-2 2-2-16,6 0 0 15,1 0-1-15,7 2 1 16,6 5-32-16,9-2-53 16,1 1-110-16,11 0-144 15</inkml:trace>
  <inkml:trace contextRef="#ctx0" brushRef="#br0" timeOffset="82108.771">12920 6663 618 0,'0'0'42'0,"0"0"98"0,0 0-34 0,0 0-53 16,-88 30-24-16,82-9-13 15,3 1-3-15,3 2-4 16,0-1-7-16,9-3 7 16,6-3-4-16,2-4-4 15,2-4-1-15,0-3-15 16,3-6-11-16,-1 0 6 16,3-3 7-16,4-13 11 15,-2-2 2-15,-4-3 1 0,-4-2 1 16,-5 1-1-16,-7 0 7 15,-6 2 12-15,0-2 10 16,0 2 10-16,-11 0-5 16,-6 6 3-16,-4-1-12 15,-1 5-11-15,1 5-9 16,-3 2-6-16,3 3 2 16,5 0-2-16,1 3 0 15,6 8-3-15,3 3-53 16,6 2-74-16,0-2-141 0,4-5-249 15</inkml:trace>
  <inkml:trace contextRef="#ctx0" brushRef="#br0" timeOffset="82476.563">13273 6660 666 0,'0'0'122'15,"0"0"-1"-15,0 0-72 16,0 0-27-16,-83 40-15 16,83-18-4-16,0 1 1 15,3-2-2-15,18-3 5 16,2 0-5-16,4-7-2 16,2-3-14-16,-1-6-21 15,1-2-3-15,-4 0-2 16,-1-9 23-16,-2-6 17 0,-5-5 1 15,-1-2 0-15,-7-1 12 16,-5-3 16-16,-4 1 5 16,0 1 2-16,-3 4-3 15,-15 3 7-15,-6 4-1 16,-2 6-7-16,-1 2-19 16,0 5-11-16,6 0-2 15,5 5-2-15,8 8-60 16,8 3-96-16,0-4-163 15</inkml:trace>
  <inkml:trace contextRef="#ctx0" brushRef="#br0" timeOffset="83278.797">14016 6602 523 0,'0'0'110'0,"0"0"72"15,-103-30-40-15,62 30-53 16,3 0-44-16,7 13-14 16,7 9-19-16,8 2-1 15,7-1-9-15,5 3 3 16,4-3 1-16,0-5-3 16,8-1-3-16,4-6 0 0,6-4-38 15,-1-3-16-15,2-4 3 16,2 0 8-16,-3-1-4 15,1-13 2-15,-2-3 3 16,-1 2 12-16,-3-3 1 16,1 1 13-16,-7 0 11 15,-1 8 5-15,-1 0 5 16,-5 5 28-16,0 3 36 16,0 1-8-16,0 0-56 15,1 15-1-15,4 9 2 16,2 6 9-16,2 3-4 0,3 7-2 15,1 7-4 1,1 5 2-16,-2 2 1 0,-5 2-3 16,-1-5-4-16,-3-5 21 15,-3-2 9-15,0-7 6 16,0-2 5-16,-3-2-8 16,-7-5-9-16,-4-3-14 15,-1-5-10-15,1 0 5 16,-3-7-3-16,-1-2-1 15,-3-7-1-15,-3-3-1 16,1-1-10-16,-1 0 0 16,4-10-3-16,1-6-6 15,4-9 3-15,3-4 7 16,1-7 3-16,3-4-2 0,5-7 6 16,3-3 0-1,0 0-1-15,10-2 5 0,11-1-3 16,6 6 2-16,4 3 1 15,8 6 4-15,3 7 10 16,3 5 3-16,-1 6 8 16,0 5 5-16,-4 2 1 15,-5 2 7-15,-3 4-6 16,-5 1-6-16,-8 3 0 16,-1 3-8-16,-7-2 0 15,-4 2-7-15,0-2-3 16,-5 2-3-16,-1 0-2 15,-1-1-4-15,0 1-1 0,0 0-3 16,-3 0-43-16,-14 5-37 16,-3 4-141-16,7-3-635 15</inkml:trace>
  <inkml:trace contextRef="#ctx0" brushRef="#br0" timeOffset="84243.04">19477 8616 610 0,'0'0'119'0,"0"0"46"0,0 0-43 0,0 0-80 0,0 0-2 15,43 73 53-15,-35-27-21 16,-5 1-9-16,1 0-21 16,-4-2-15-16,0-4-11 15,0 0-9-15,0-7-3 16,0-5-1-16,0-2-1 16,0-5-2-16,0-4-16 15,3-5-27-15,9-5-42 16,2-8-19-16,5 0-48 15,3-6-139-15,1-18-224 16</inkml:trace>
  <inkml:trace contextRef="#ctx0" brushRef="#br0" timeOffset="84487.307">19862 8644 582 0,'0'0'136'15,"0"0"-29"-15,0 0-58 16,0 0 67-16,0 85-27 16,6-45-2-16,1-1-14 15,3-1-16-15,-2-1-18 0,1-5-12 16,0-3-18-16,-2-3-4 16,2-6-1-1,1-4-4-15,1-5-26 0,0-3-55 16,5-5-62-16,2-3-60 15,4-2-221-15</inkml:trace>
  <inkml:trace contextRef="#ctx0" brushRef="#br0" timeOffset="84848.926">20262 8711 106 0,'0'0'557'0,"0"0"-465"16,0 0 32-16,0 0-55 0,-108 21-18 15,74-2-5 1,3 1-18-16,2-2-15 0,7-3-7 16,-1 2-3-16,9-7-1 15,2-2-2-15,4-4-11 16,2-3-17-16,4 1 2 16,2-2 17-16,0 0 9 15,0 0 6-15,0 0-4 16,0 0 4-16,2 0 5 15,13 3-5-15,3 6 5 16,2 4 9-16,3 1 3 16,4 4 9-16,3-2-5 15,0 2-10-15,0-5-8 16,-1-1-5-16,0-2-1 0,-1-5-3 16,-1-2-2-16,-1-3-62 15,-1 0-52-15,3 0-88 16,0-4-151-16</inkml:trace>
  <inkml:trace contextRef="#ctx0" brushRef="#br0" timeOffset="85579.021">20624 8789 243 0,'0'0'262'0,"0"0"-23"16,0 0-27-16,23-79-73 16,-23 68-46-16,-6 5-30 15,-11 5-36-15,-4 1-20 16,-1 1-2-16,-1 16-1 15,3 2-1-15,3 2-3 0,7 3 0 16,5 0 2 0,5-1-2-16,0-4-5 0,0-2-17 15,2-4-5-15,8-3-31 16,10-6-12-16,0-4-4 16,0 0-25-16,2-9-12 15,0-8-8-15,-2-1 37 16,1-1 20-16,-6 2 20 15,0 2 42-15,-8 4 2 16,-2 5 81-16,-5 4 34 16,0 2-4-16,3 0-68 15,1 2-45-15,2 15 27 0,0 5 13 16,3 5-16-16,-3 4 8 16,1 4-10-16,-1 1 2 15,-1 4 14-15,-1 1-2 16,0 1 3-16,0 6-5 15,2 3-16-15,-2 0-1 16,-1-4 0-16,2-1-3 16,-1-1-4-16,-1-6 3 15,-3-3-7-15,3-6-3 16,-3-2 4-16,0-6-4 16,0-6-1-16,0-5 0 15,0-2-2-15,0-7 2 16,0-2 1-16,0 0 1 15,-3-2 0-15,-4-14-4 0,-4-5-1 16,4-5-2-16,-2-6 0 16,-2-3-2-16,3-8 3 15,0-5 1-15,4 1 0 16,4-5 1-16,0 4 1 16,12 1-1-16,7 9 2 15,6 4 4-15,1 5 5 16,2 6 3-16,2 2-1 15,-2 6-3-15,-4 2-3 16,5 3 5-16,-4 5-10 16,-3 3-1-16,-8 0 3 15,-3 2-4-15,-3 0-9 16,-7 0-30-16,-1 4-31 16,-1 7-47-16,-23 2-108 0,-6-4-285 15</inkml:trace>
  <inkml:trace contextRef="#ctx0" brushRef="#br0" timeOffset="86942.168">17026 9043 585 0,'0'0'85'0,"0"0"73"0,0 0-43 15,-18-71-55-15,-3 61-21 16,-5 5-16-16,-7 5-4 16,-5 0-1-16,1 9 5 15,4 11-4-15,9 2-10 0,9 2-4 16,9 2 0-16,6-2-2 15,0 0 0-15,7-5 0 16,14-5 1-16,3-4-4 16,6-7-3-16,3-3-33 15,-2 0-6-15,-1-7-3 16,-6-9 5-16,-5-6 6 16,-7 1-9-16,-2-2 5 15,-4 0 23-15,-2 7 7 16,-3 0 8-16,-1 8 2 15,0 3 9-15,0 5 23 0,0 0-9 16,0 2-25 0,-5 16 4-16,-1 7 10 0,2 7 8 15,0 7-5-15,2 8-2 16,-1 2 5-16,-1 2 1 16,2-3-1-16,-1 0-4 15,-1-6-5-15,1 1-3 16,-1-6-2-16,2 0-5 15,2-5 2-15,-1-2 2 16,-3-7-3-16,1 0 3 16,-3-7-3-16,2-6-1 15,-1-1 0-15,0-5 2 16,-3-3-2-16,2-1 2 16,-3 0 4-16,-3-11-3 15,2-7-1-15,1-4-3 0,-1-1 0 16,2-7 0-1,0-1-3-15,2 0 2 0,2-3-1 16,0 2 1-16,4-1 2 16,0 0-1-16,1 0 2 15,18 2 5-15,7-1 2 16,5-1 6-16,2 4 0 16,1 1-6-16,-1 5 6 15,-2 3-5-15,-2 3 9 16,-4 6 3-16,-4 0-10 15,-3 5 4-15,-5 2-4 16,-2 1-7-16,-5 0 1 0,-2 3-5 16,-1 0 1-16,-3 0-2 15,4 0-4-15,-4 0-30 16,0 0-39-16,0 0-54 16,-16 3-152-16</inkml:trace>
  <inkml:trace contextRef="#ctx0" brushRef="#br0" timeOffset="87997.749">18898 9429 423 0,'0'0'3'0,"0"0"-1"16,0 0 1-16,0 0-1 0,0 0 1 16,0 0 22-16,12 10 18 15,16-10 0-15,13 0-12 16,15 0 1-16,15 0-2 16,15 0-10-16,23 0-9 15,13 0 0-15,19 0 14 16,15 0 1-16,16 0-1 15,10 4 3-15,9 0-3 16,4 5-3-16,2-2 2 16,0-1-7-16,1 3 4 15,-7-2-9-15,0-3-6 16,-13 2-3-16,-3-3-2 0,-10-2 4 16,-8 2 3-16,-4-3-5 15,-8 0 3-15,-9 0 12 16,-9 0 5-16,-16 0 2 15,-11-4 21-15,-18-7 4 16,-7-2-5-16,-12 0-7 16,-5-1 0-16,-4 3-12 15,-12 0 3-15,-7 1-9 16,-5 0-5-16,-8 1-5 16,-6 2 3-16,-8 1-4 15,-3 4-3-15,-5 2-6 16,0 0-2-16,-27 0-69 15,-27 2-42-15,-22 7-108 16,-18 4-284-16</inkml:trace>
  <inkml:trace contextRef="#ctx0" brushRef="#br0" timeOffset="88653.103">20011 10003 704 0,'0'0'89'0,"0"0"69"0,0 0-39 16,0 0-43-16,0 0-67 15,0 0 61-15,-48 76-8 16,45-29-2-16,3 2-17 16,0-1-16-16,0 0-15 15,0-4-6-15,-1-6-2 0,-1-10-1 16,1-5-1-16,1-4-2 15,0-9-24-15,0-3-62 16,6-5-40-16,13-2-58 16,5-7-118-16,2-20-366 15</inkml:trace>
  <inkml:trace contextRef="#ctx0" brushRef="#br0" timeOffset="89010.083">20194 10115 716 0,'0'0'112'0,"0"0"-46"0,0 0-6 16,0 0 31-16,0 0-40 16,-22 88-3-16,22-60-16 15,8-3-18-15,12 0-6 16,0-5 2-16,-1-3-6 16,4-6 0-16,0-4 2 15,-1-3-3-15,-3-4 0 16,3 0-2-16,-1-9 5 15,1-10-2-15,-1-6-3 16,-3-4 0-16,-6 0 2 16,-3-1 1-16,-7 4-2 15,-2-1 1-15,0 4 8 16,-11 6 9-16,-4 0-7 16,-10 6-7-16,5 2-5 15,-5 3-1-15,3 4 0 0,7 1 0 16,2 1-9-16,8 0-30 15,3 0-66-15,2 3-59 16,7 3-56-16,16 0-196 16</inkml:trace>
  <inkml:trace contextRef="#ctx0" brushRef="#br0" timeOffset="89387.399">20630 10083 552 0,'0'0'158'0,"0"0"-78"15,0 0 59-15,0 0-42 16,0 0-31-16,0 0-28 16,-61 78-17-16,61-56-11 15,0 1-4-15,9 2-3 16,12-5 2-16,2 0 2 16,2-4-2-16,2-5-3 15,2-2-2-15,0-9-1 16,-1 0-11-16,-3 0 5 15,-4-17-3-15,-1-3 10 16,-7-3-1-16,-6-2 2 16,1-1-1-16,-6 1 2 15,-2 3-1-15,0-1 5 16,-7 3 1-16,-9 1 7 0,0 3-2 16,-4 3-2-16,2 2-8 15,-4 4-1-15,0 3 0 16,7 2-1-16,-2 2-2 15,7 0-37-15,5 2-64 16,5 6-116-16,0-1-187 16</inkml:trace>
  <inkml:trace contextRef="#ctx0" brushRef="#br0" timeOffset="89767.542">21069 10099 619 0,'0'0'96'0,"0"0"19"16,0 0 12-16,0 0-68 0,0 0-24 15,0 0-26-15,-73 91 0 16,76-69-6-16,15-1 3 16,4-3-2-16,5-2-1 15,3-1-3-15,-4-5-1 16,4-4-16-16,-3-6 4 15,-4 0-2-15,-3 0 1 16,-3-16 14-16,-2-4 3 16,-6-3-1-16,-4-3 1 15,-5-4 7-15,0 3 2 16,0-3 6-16,0 7 5 0,-14 1 14 16,-3 3 28-1,-7 3-34-15,-1 1-16 0,-3 7-11 16,1 4-2-16,7 4-2 15,0 0-14-15,9 5-57 16,7 11-68-16,4-2-143 16,9 1-329-16</inkml:trace>
  <inkml:trace contextRef="#ctx0" brushRef="#br0" timeOffset="90592.974">21979 10058 666 0,'0'0'122'16,"0"0"74"-16,-94-65-68 15,58 57-56-15,3 8-33 16,4 0-23-16,6 1-6 16,7 16-7-16,4 3-1 15,4 1-1-15,8 2 1 16,0-1-2-16,0-5-11 15,1-1-20-15,10-3-10 16,4-4-7-16,3-2 7 16,3-7 0-16,4 0 12 15,2 0 10-15,-1-14-6 16,-4-4-14-16,-3 1 2 16,-4-4 7-16,-4 2 26 15,-4 4 4-15,-3 2 5 0,-4 3 42 16,0 9 9-16,3 1-10 15,-1 0-46-15,2 17 1 16,1 8-1-16,0 7 1 16,5 8 0-16,-1 8-1 15,0 7 4-15,-2 9-4 16,5-4 0-16,-4 4 1 16,-7-6 0-16,-1-3-1 15,0 3 0-15,0-2 0 16,0-4 3-16,0-5 2 15,0-5 8-15,0-7-1 0,0-6-3 16,0-7 10 0,-1-6-5-16,-5-6-10 0,-2 0 0 15,-4-8-2-15,0-2 3 16,-5 0 0-16,0 0-5 16,-7-10-7-16,0-4 1 15,3-6 0-15,-4-5 4 16,1-7 2-16,3-7-2 15,5-3 2-15,6-4 2 16,8-2 0-16,2 1 7 16,7-1 0-16,16-2 2 15,4 1 0-15,6-1 0 16,6 5-4-16,2 5 3 16,-2 7-6-16,1 9 3 15,-4 5 10-15,-7 6 7 0,-3 6 1 16,-7 3 5-16,-5 2 6 15,-4 2 0-15,-7 0-10 16,-1 0-9-16,-2 0-13 16,0 0-1-16,0 0 0 15,0 0-1-15,0 0-2 16,3 0 0-16,-3 0-3 16,0 0-36-16,0 0-26 15,-8 0-43-15,-5 0-102 16,9-2-406-16</inkml:trace>
  <inkml:trace contextRef="#ctx0" brushRef="#br0" timeOffset="91341.906">23160 9463 568 0,'0'0'38'0,"0"0"64"0,0 0 21 16,-103 36-58-16,39 22 20 15,-13 17 14-15,-13 12-19 16,-8 12-30-16,-8 7-5 16,-3 4-17-16,7 6-10 15,8 1-5-15,9-4 3 0,11-7 8 16,7-6-7 0,3-10 0-16,1-5-5 0,3-7-5 15,9-11-4-15,5-5 0 16,9-9 0-16,4-9 0 15,6-8 1-15,8-12-2 16,10-12 0-16,4-7 4 16,5-5-5-16,0 0 2 15,5-10-3-15,7-8-20 16,6-3-4-16,1-2-10 16,1 0-13-16,0-3-34 15,3 1-67-15,-4-7-126 16,-4-4-327-16</inkml:trace>
  <inkml:trace contextRef="#ctx0" brushRef="#br0" timeOffset="92258.232">17389 8745 532 0,'0'0'67'0,"0"0"54"0,0 0-23 0,0 0-22 16,0 0-57-16,0 0 4 15,-28 59 63-15,-3-13-36 16,-9 8 7-16,-8 4-7 16,-9 9-19-16,-2 5-5 15,-6 4-5-15,-3-2 10 16,-4-4 15-16,4-6 0 15,2-5-14-15,6-1 4 16,4-4-9-16,3-5-4 0,4-3-2 16,7-7-6-16,8-7-4 15,7-9 0-15,9-6-5 16,9-7-3-16,6-4-1 16,2-5-1-16,1-1 0 15,0 0-1-15,0 0-4 16,12-6-17-16,5-5-25 15,0-5-32-15,1 1-49 16,-6-4-97-16,-4-6-363 16</inkml:trace>
  <inkml:trace contextRef="#ctx0" brushRef="#br0" timeOffset="93706.284">11083 11426 452 0,'0'0'56'0,"0"0"14"0,0 0 46 15,0 0-4-15,0 0-39 0,0 0-3 16,0 0 6 0,11-3-63-16,35-5-7 0,12 2 1 15,-1 0-4-15,1-1-2 16,-4 4-1-16,-8 1-59 16,-19 2-69-16,-8 0-119 15,-19 0-257-15</inkml:trace>
  <inkml:trace contextRef="#ctx0" brushRef="#br0" timeOffset="93931.014">11006 11534 367 0,'0'0'22'0,"0"0"48"15,0 0 55-15,0 0-45 16,0 0-41-16,0 0 16 16,94 3-14-16,-41-3-27 15,1 0-8-15,7 0-6 16,-3-3-27-16,-7 2-167 16</inkml:trace>
  <inkml:trace contextRef="#ctx0" brushRef="#br0" timeOffset="100391.846">12678 11409 522 0,'0'0'49'0,"0"0"42"0,0 0-15 0,0 0-23 0,0 0-19 16,0 0-15-16,-101-63 6 16,71 81 3-16,-4 10 3 15,-1 4-3-15,-1 9-8 16,7 0-7-16,3 1-1 15,8-1-7-15,8 0 0 0,8-2-1 16,2 0-2-16,0-5 0 16,2-5-1-16,14-6 4 15,-1-2-1-15,6-6-1 16,3-4 3-16,4-3-2 16,6-7-2-16,-1-1 0 15,0 0 0-15,0-9-2 16,-3-9 4-16,0-1-2 15,-7-5-1-15,-3 1 2 16,-2-4-1-16,-9 1 3 16,-6-2 3-16,-3 0 3 0,0 2 5 15,0 0-7 1,-11 1 1-16,-5 2-6 0,-2 4 1 16,0 0 1-1,0 5-5-15,-1 1-1 0,-2 3 0 16,3 4 0-16,2 1 0 15,4 5-7-15,4 0-22 16,1 0-42-16,7 6-86 16,0 4-137-16</inkml:trace>
  <inkml:trace contextRef="#ctx0" brushRef="#br0" timeOffset="100708.886">13263 11635 638 0,'0'0'41'0,"0"0"38"0,0 0 28 0,0 0-23 15,0 0-37-15,0 0 6 16,-24 16-17-16,13-14-5 15,-8-2-2-15,-5 0-10 16,-1 0-14-16,-2 0-2 16,6 0 0-16,2 0-2 15,2-6 2-15,6 1 0 0,3-1-1 16,5 0-2 0,3 1-28-16,0 0-43 0,22 1-91 15,1 2-172-15</inkml:trace>
  <inkml:trace contextRef="#ctx0" brushRef="#br0" timeOffset="101271.133">13663 11516 589 0,'0'0'83'15,"0"0"64"-15,0 0-39 0,-54-81-48 16,23 76-28-16,-4 5-18 16,-2 0-5-16,0 11 1 15,7 13 0-15,7 4-4 16,6 2-3-16,8 4-1 16,4-3 4-16,5-3-1 15,0-2-2-15,0-6 2 16,12-4-3-16,6-5 1 15,3-4-3-15,7-7-21 16,2 0-28-16,0 0 1 16,-3-11-2-16,-3-7 18 15,-6-2 10-15,-5-1 16 16,-4-2 6-16,-4 2 8 0,-5 4-1 16,0 5 35-1,0 3-1-15,0 2 23 0,0 7-9 16,0 0-32-16,0 4-17 15,0 15 1-15,-5 6 5 16,-3 5-2-16,2 4 1 16,-5 8 4-16,2 2 3 15,-3 1 2-15,-2 3 7 16,4-5-10-16,-2-4 0 16,5-3-5-16,-1-6-7 15,2-7-3-15,3-4 1 16,1-5-1-16,2-8-2 15,0-2-11-15,0-4-23 16,0 0-55-16,5 0-16 16,9-14-174-16,6-7-189 0</inkml:trace>
  <inkml:trace contextRef="#ctx0" brushRef="#br0" timeOffset="101613.275">13918 11506 404 0,'0'0'167'0,"0"0"-90"0,0 0 49 0,0 0-30 16,0 0-30 0,0 0-54-16,-9-13-4 0,9 37 38 15,-2 5 1-15,2 5 19 16,-4 2-14-16,0 2-3 15,-1 2-11-15,-1 2-5 16,-3-3-10-16,0-3-13 16,2-1 3-16,-2-5-10 15,3-5 1-15,-3-3 0 16,6-2-1-16,1-4-2 16,1-5 1-16,1-2-2 15,0-3-13-15,0-6-35 16,1 0-38-16,14 0-40 0,5-10-135 15,7-12-270 1</inkml:trace>
  <inkml:trace contextRef="#ctx0" brushRef="#br0" timeOffset="101863.108">14501 11544 578 0,'0'0'67'16,"0"0"-1"-16,0 0 18 16,0 0 2-16,0 0-40 15,-101 82-11-15,74-51 16 16,0 1 3-16,3 1-34 0,2-1-13 16,5-4-3-16,-2-2-2 15,8-6-2-15,0-4-34 16,3-4-53-16,2-7-103 15,3-5-112-15</inkml:trace>
  <inkml:trace contextRef="#ctx0" brushRef="#br0" timeOffset="102121.094">14300 11567 446 0,'0'0'200'0,"0"0"-119"15,0 0-39-15,0 0-11 16,0 0 57-16,7 72-33 0,5-42 19 16,3 2 7-16,8-1-26 15,0-2-29-15,1 0 0 16,-3-8-18-16,-3 0-5 16,1-7 0-16,-4-3-3 15,0-2-4-15,-1-5-35 16,2-4-28-16,-2 0-55 15,-1 0-105-15,2-14-168 16</inkml:trace>
  <inkml:trace contextRef="#ctx0" brushRef="#br0" timeOffset="102372.933">14774 11455 545 0,'0'0'64'0,"0"0"10"16,0 0-52-16,0 0 90 16,-15 89-22-16,15-48-6 15,0 0-25-15,0-2 27 16,0-2-25-16,0-4-22 16,0-3-19-16,0-4-13 15,2-6-2-15,5-3-2 0,1-6-3 16,4-4-38-16,2-2-88 15,6-5-101 1,4 0-225-16</inkml:trace>
  <inkml:trace contextRef="#ctx0" brushRef="#br0" timeOffset="102782.971">15188 11557 422 0,'0'0'223'15,"0"0"-207"-15,0 0 73 16,0 0-9-16,-62 79-12 16,61-53-38-16,1 4-8 15,0-5 0-15,6-1-3 16,10-6-3-16,-1-2-6 0,5-7-4 16,0-2 0-16,1-4-2 15,3-3-1-15,3 0 2 16,-2-10-3-16,-1-7 1 15,2-3 0-15,-4-2-2 16,-1-4 3-16,-8-1-4 16,1-1 2-16,-8 0 5 15,-5 0-6-15,-1 4 0 16,0 4 1-16,-7 2 17 16,-14 6 1-16,-4 4-13 15,-7 3-2-15,-4 5-4 16,2 0-1-16,3 0 1 15,4 6-1-15,6 3-2 0,9-2 2 16,3 0 0-16,3-3-29 16,6 2-69-16,0-6-103 15,0 0-200-15</inkml:trace>
  <inkml:trace contextRef="#ctx0" brushRef="#br0" timeOffset="103101.991">15444 10968 532 0,'0'0'29'0,"0"0"71"0,0 0 13 0,0 0-18 16,0 0-24-16,0 0 3 16,81 37-31-16,-39-37-27 15,1 0-8-15,0 0-1 16,-3 0-3-16,-6 0-3 16,-7 0-1-16,-10 0-6 15,-10 0-24-15,1 0-50 16,-5 0-61-16,-2-6-108 0</inkml:trace>
  <inkml:trace contextRef="#ctx0" brushRef="#br0" timeOffset="103699.785">15960 10681 557 0,'0'0'83'0,"0"0"7"15,0 0-15-15,0 0-34 16,94-26-17-16,-71 29 1 0,-6 18-5 16,-4 4-2-1,-9 7 0-15,-4 0 3 0,0 0-4 16,-4-2-8-16,-16-5 0 15,-1-4-9-15,-3-4 8 16,1-4-3-16,4-5-1 16,6-4-2-16,6-2-1 15,5-2 0-15,2 0-1 16,0 0 13-16,0 0 0 16,3 0-13-16,9-4-4 15,6 2-3-15,3-2 2 16,0 4 2-16,3 0 3 15,-1 0-2-15,0 0 1 16,-7 8 1-16,1 3-1 0,-4 3 0 16,-4 0 1-16,1 3 6 15,-4-2-1-15,1 1 3 16,-6 3 1-16,-1-1 3 16,0-3-4-16,0 1 5 15,-11-4 5-15,-3 0 2 16,-1-4 1-16,-8-2 4 15,-2-3-2-15,-5-3-4 16,-6 0-9-16,-1 0-7 16,3 0 1-16,7-7-4 15,9 1 0-15,9-1-19 0,8-2-23 16,1 0-17 0,0-2-45-16,12-4-117 0,13 0-224 15</inkml:trace>
  <inkml:trace contextRef="#ctx0" brushRef="#br0" timeOffset="104052.714">16481 10787 564 0,'0'0'75'0,"0"0"-1"0,0 0 23 16,0 0-33-16,-53 95-35 15,51-63-13-15,2-2 1 0,0-3-8 16,6-6 0-16,9-5-4 16,4-5 3-16,4-6 1 15,2-5-1-15,3 0-3 16,4 0-3-16,-3-12 0 16,1-6-1-16,-3-5 1 15,-6-4 1-15,-8 1 2 16,-3-3 3-16,-10 4 16 15,0 3 21-15,-5 3-3 16,-16 3-21-16,-9 3-10 16,-9 4-5-16,-4 3-6 15,-6 6-1-15,2 0-17 16,1 6-99-16,11 11-133 0</inkml:trace>
  <inkml:trace contextRef="#ctx0" brushRef="#br0" timeOffset="104555.28">17285 11233 672 0,'0'0'51'0,"0"0"75"0,0 0-57 16,0 0-13-16,0 0 23 15,-29 93-21-15,29-51 6 16,0-1-7-16,0 1-13 15,0-6-22-15,0-4-12 16,0-7-7-16,0-1 2 16,0-4-5-16,0-5-15 15,0-2-33-15,0-3-75 16,10-6-56-16,6-4-187 16</inkml:trace>
  <inkml:trace contextRef="#ctx0" brushRef="#br0" timeOffset="105573.035">17584 11268 789 0,'0'0'79'0,"0"0"-46"16,0 0 35-16,0 0 4 16,-114 56-48-16,81-32-18 15,2 0-3-15,3-3 3 16,0-3-6-16,3 1-8 15,5-8-47-15,6-3-13 16,8 0-10-16,5-7 4 16,1 5 38-16,0-3 28 15,1-1 8-15,11 2 13 16,5 3 27-16,5 2 12 0,2 3 22 16,0 3-15-16,6-2-22 15,-2 2-13-15,2-2-2 16,3 1-4-16,-2-5-11 15,0-1-3-15,1-3-4 16,-1-2-2-16,4-3-48 16,1 0-41-16,8 0-72 15,2-2-27-15,2-13-71 16,1-7 110-16,-3-6 136 16,-1-10 15-16,-8-2 72 0,-8-4 99 15,-7 6 31 1,-15 8 1-16,-7 5-27 0,0 8-51 15,-10 1-24 1,-12 10-53-16,-8 3-25 16,0 3-6-16,3 0-8 0,6 9-7 15,9 8 0-15,6 2-2 16,6 1 0-16,0-1-4 16,0-2-8-16,12-3-4 15,3-1-11-15,0-6-16 16,4-5-19-16,-2-2 6 15,-1 0-15-15,-1-12 12 16,0-4 2-16,-3-4-4 16,0 1 20-16,-5 3 20 15,-1 4 21-15,-3 3 6 0,-1 8 23 16,-2 1 24-16,1 0-53 16,1 13 9-16,1 14-9 15,3 7 14-15,-2 6 6 16,1 9 8-16,-1 3-7 15,-1 0-1-15,2 3 10 16,1 1 1-16,1-2-11 16,-1 1-1-16,-3-3 5 15,-3-4 13-15,0-4-8 16,0-6-13-16,-3-7-9 16,-5-6-4-16,-3-5 4 15,0-7-3-15,1-6-3 16,-5-4 3-16,0-3 4 0,-1 0-1 15,-5-10-6 1,-2-10 1-16,4-1-1 0,0-7 0 16,5-3 1-16,8-6 1 15,6 2 2-15,0-4-3 16,6-1 5-16,15 5-2 16,0 2 8-16,4 1 2 15,1 3 13-15,6 1-23 16,1 3-4-16,0 2 0 15,3 3 0-15,-2 5 0 16,-2 1-1-16,-2 5 0 16,-5 2 2-16,-4 3-2 15,-8 1-3-15,-4 3-5 16,-6 0-29-16,-3 0-32 0,0 0-78 16,-16 3-132-16,-13 4-313 15</inkml:trace>
  <inkml:trace contextRef="#ctx0" brushRef="#br0" timeOffset="110540.066">11486 13180 483 0,'0'0'25'0,"0"0"-9"0,0 0 42 0,0 0-13 15,0 0 5-15,0 0 0 16,0 0 7-16,127 2-17 15,-75-2-21-15,-1 0-10 16,-5-3-5-16,-7 3-1 16,-9 0-3-16,-10 0-51 15,-13 0-138-15,-7 0-221 16</inkml:trace>
  <inkml:trace contextRef="#ctx0" brushRef="#br0" timeOffset="110724.056">11568 13336 322 0,'0'0'3'15,"0"0"35"-15,0 0 32 16,0 0-4-16,79 10-15 16,-47-10-24-16,9 0-6 15,1-4-12-15,10-4-3 16,1 2-6-16,-4-3-111 15</inkml:trace>
  <inkml:trace contextRef="#ctx0" brushRef="#br0" timeOffset="111425.357">13062 13085 424 0,'0'0'43'16,"0"0"55"-16,0 0 3 16,0 0-36-16,0 0-31 15,-87-61-18-15,53 63-4 16,-4 16 1-16,1 6-5 16,3 3 0-16,4 0-5 15,9-1 0-15,9 0 1 16,3-5-1-16,9-1 1 0,0-3-2 15,15-6 1 1,12-6 5-16,3-2-4 16,4-3-4-16,-1 0-30 15,-2-3-14-15,-3-11-19 0,-4-2 19 16,-3-4 30-16,-6-1 13 16,-6 2 1-16,-3 0 2 15,-6 2 2-15,0 4 8 16,0 4 33-16,0 2 7 15,0 6-2-15,0 1 2 16,0 0-38-16,0 13-7 16,-3 10 24-16,2 3 8 15,-1 7 4-15,2 2-3 16,-1 3-14-16,1 3-2 16,-3-3 4-16,0-1-8 0,1-4-6 15,1-6-4-15,-1-3-3 16,1-7-2-16,1-5-3 15,-3-5 0-15,3-3 0 16,0-3 0-16,0-1-2 16,0 0 0-16,0 0-15 15,0 0-51-15,0 0-33 16,0-3-218-16</inkml:trace>
  <inkml:trace contextRef="#ctx0" brushRef="#br0" timeOffset="111710.185">13290 13248 570 0,'0'0'138'0,"0"0"11"0,0 0-90 0,0 0 21 15,0 0-19-15,0 0-23 16,27 42-1-16,-27-34-6 15,0-1-9-15,0-1-13 16,0-2 0-16,-3-1 0 16,-5-3 3-16,-2 0-9 15,-2 0 1-15,7 0 0 16,2-2-4-16,3-6-26 0,0-2-47 16,0-3-45-1,15-2-132-15,6-1-310 0</inkml:trace>
  <inkml:trace contextRef="#ctx0" brushRef="#br0" timeOffset="112030.424">13652 13006 381 0,'0'0'115'0,"0"0"72"16,0 0-40-16,0 0-33 0,0 0-75 15,0 0-15 1,-4 18 49-16,4 12-26 0,0 1 1 16,0 6-15-16,0-2 2 15,0-1-10-15,-2-3 1 16,-2 2-13-16,-2-3-6 16,0-1-1-16,-1-3-3 15,2-4 1-15,1 0-3 16,-1-5 0-16,5-3 0 15,0-4-1-15,0-3-19 16,0-4-37-16,0-3-38 16,6 0-55-16,13-3-95 15,7-14-259-15</inkml:trace>
  <inkml:trace contextRef="#ctx0" brushRef="#br0" timeOffset="112279.781">14277 13054 390 0,'0'0'53'15,"0"0"72"-15,0 0-58 16,0 0 31-16,0 0-12 16,-25 74-17-16,10-44 2 15,-1 4-24-15,-4-1-21 16,0-3-15-16,0 2-5 15,-2-5-3-15,1-2-2 0,3-5-1 16,2-5 0-16,5-4-51 16,3-6-90-16,4-5-181 15</inkml:trace>
  <inkml:trace contextRef="#ctx0" brushRef="#br0" timeOffset="112541.019">14115 13023 517 0,'0'0'18'0,"0"0"9"0,0 0 100 16,0 0-24-16,21 102 0 16,1-70-27-16,-1-1-7 15,0-3-13-15,1-1-6 16,-5-5-23-16,-1 1-16 15,-4-4-4-15,0-4-4 16,-2-1-1-16,-1-3-2 16,2 1-38-16,2-3-62 15,-1-4-118-15,8-5-202 16</inkml:trace>
  <inkml:trace contextRef="#ctx0" brushRef="#br0" timeOffset="112789.98">14724 13037 573 0,'0'0'41'16,"0"0"36"-16,0 0 18 16,0 0 55-16,-3 81-63 15,3-48-9-15,0 1-8 16,0-3-21-16,0-1-20 15,3-3-19-15,1-2-5 16,1-4-3-16,0-1-2 16,1-5-27-16,2-3-81 15,4-6-103-15,4-5-251 16</inkml:trace>
  <inkml:trace contextRef="#ctx0" brushRef="#br0" timeOffset="113186.236">15094 13151 472 0,'0'0'57'15,"0"0"-34"-15,0 0 75 16,-36 89-26-16,36-64-27 16,0-3-26-16,13-2-6 15,5-6-2-15,3-3 6 16,0-3-5-16,1-5-1 15,3-3-4-15,1 0-2 16,-2 0-4-16,0-3 5 16,-2-12-6-16,0 1 6 0,-4-6-4 15,2-3 1-15,-5 0 1 16,-4-1-2-16,-4-2 3 16,-6 5 9-16,-1 1 10 15,0 3 13-15,-14 3-16 16,-6 1-9-16,-4 3 0 15,-4 6-7-15,-4 3-3 16,1 1-1-16,0 0 0 16,5 0-1-16,7 5 0 15,4 4 0-15,7-2-2 16,5-1-54-16,3-3-82 16,0-3-232-16</inkml:trace>
  <inkml:trace contextRef="#ctx0" brushRef="#br0" timeOffset="113440.092">15341 12703 0 0,'0'0'502'0,"0"0"-420"0,0 0 8 0,0 0 9 0,0 0-7 0,0 0-42 16,69 24-24-16,-39-19-12 15,1-1-8-15,2 1-2 16,-2-3-4-16,1-1-72 16,-2-1-195-16</inkml:trace>
  <inkml:trace contextRef="#ctx0" brushRef="#br0" timeOffset="113994.263">15896 12429 419 0,'0'0'36'0,"0"0"31"0,0 0 17 15,0 0-28-15,0 0-17 16,88 30-14-16,-72 5-4 16,-5 6 10-16,-8 2 0 15,-3-4-17-15,0-4-4 16,-9-7-7-16,-7-5 3 16,1-5 1-16,1-6-4 15,2-4 2-15,6-5-3 16,5-3 0-16,-3 0 0 15,4 0 12-15,0 0-7 0,0-5-7 16,10 1 0 0,3 1 0-16,5 3-1 0,4 0-3 15,-2 0 4-15,2 0 0 16,-2 1 0-16,-2 9 0 16,-2 2-1-16,-2 2 1 15,-4 2 0-15,-1 2 6 16,-5 1 13-16,-1 1 6 15,-3-1 3-15,0 0-4 16,0-1 6-16,-7 1-4 16,-9-3-4-16,-3-2 1 15,-4-6-7-15,-7 1-1 16,-2-7-7-16,-3-1-1 0,-2-1-3 16,5 0-2-1,7 0 0-15,5-2-2 0,11-8 0 16,6-1-31-16,3 0-41 15,0-10-84-15,15-4-171 16</inkml:trace>
  <inkml:trace contextRef="#ctx0" brushRef="#br0" timeOffset="114271.98">16360 12378 335 0,'0'0'114'0,"0"0"34"0,0 0-12 0,0 0-92 15,0 0 24-15,0 0 37 16,35 104-32-16,-30-54-4 16,0 1-10-16,-2-1-18 15,-2-4-17-15,1-6-8 16,-2-3-10-16,0-4-2 15,1-4-2-15,-1-2 3 16,2-1-5-16,-2-4-49 16,0-3-103-16,0-7-270 15</inkml:trace>
  <inkml:trace contextRef="#ctx0" brushRef="#br0" timeOffset="114797.398">17138 12934 497 0,'0'0'20'0,"0"0"66"0,0 0 58 0,0 98-24 15,0-57-20-15,0 5-29 0,7-6-22 16,-4 1-22-16,3-6-9 15,-3-2-10-15,-3-4-3 16,4-4-3-16,-4-8-2 16,0-4 0-16,5-6-67 15,4-7-88-15,6 0-88 16,9-6-216-16</inkml:trace>
  <inkml:trace contextRef="#ctx0" brushRef="#br0" timeOffset="115150.135">17479 13088 541 0,'0'0'59'0,"0"0"82"16,0 0-43-16,0 0-21 15,-113 44-36-15,78-23-28 16,4-2-6-16,1 0-5 16,5-3 0-16,6-5 0 15,5-2 1-15,5-6-3 16,3-1-5-16,5-2-9 15,1 0 7-15,0 0 4 16,0 0-15-16,0 0 9 16,1 0 9-16,8 0 2 15,3 0 0-15,6 14 32 16,2 2-3-16,6 5-15 16,1-1 20-16,3-1-4 15,0 1-12-15,0-3-7 0,1-4-4 16,2-2-6-16,0-5 0 15,4-4-3-15,1-2-17 16,3 0-64-16,-1 0-51 16,3-2-120-16,-1-14-94 15</inkml:trace>
  <inkml:trace contextRef="#ctx0" brushRef="#br0" timeOffset="115870.127">17916 13192 300 0,'0'0'183'0,"0"0"60"16,0 0-63-16,-24-80-51 15,1 73-65-15,-3 2-33 0,1 5-11 16,1 0-8-16,2 9-6 16,9 5-1-1,3 2-4-15,7 0-1 0,3 0 1 16,0-2 0-16,6 1 3 16,12-6-3-16,4-2-1 15,1-4-22-15,2-3-6 16,1 0-7-16,0-5 8 15,-3-9-12-15,-2-4-5 16,-3 0 2-16,-3 2 10 16,-2 2 8-16,-9 6 15 15,2 2 9-15,-6 5 1 0,0 1-1 16,0 1-1 0,0 14 1-16,0 8 19 15,0 4 8-15,7 4 19 0,-2 6-11 16,4 5 0-16,-1 6-8 15,-4 3 7-15,-1 1-11 16,3 3-4-16,-5 0 1 16,1 2-4-16,-2-1 1 15,0-5-1-15,0-3-13 16,0-10 8-16,0-8-8 16,0-7 0-16,-6-4-3 15,2-5 3-15,-1-5-2 16,-1-5 0-16,2-4 1 0,-5 0 4 15,-8 0-1-15,4-9-5 16,-6-5-5-16,-1-3-11 16,2-3-10-16,0-5-7 15,6-6 13-15,1-3 4 16,6-5 6-16,4 3 9 16,1-3 1-16,0 3 0 15,0 2 1-15,16 1-1 16,5 0 2-16,6 1-1 15,6-1 5-15,5 1-3 16,10 4 1-16,4 4-3 16,0 7 2-16,-4 3 3 15,-7 5-2-15,-6 4 8 16,-14 1 1-16,-6 0-4 16,-6 4 3-16,-3-2-8 0,-1 2-4 15,-5 0 0-15,0 0 0 16,-2 0-1-16,-18 0-41 15,-5 0-104-15,-5 0-356 16</inkml:trace>
  <inkml:trace contextRef="#ctx0" brushRef="#br0" timeOffset="117532.202">3974 13941 261 0,'0'0'111'0,"0"0"-80"0,58-100 70 0,-56 74-1 0,-2 4 14 15,-8 7-27-15,-17 8-7 16,-6 7-36-16,-8 5-19 16,-7 24 5-16,1 12 4 15,-1 5-2-15,10 5-15 16,6 1 0-16,12-2-4 16,9-4-7-16,9-7 2 15,0-7-5-15,15-10-1 16,8-8 1-16,8-8 2 15,6-6-3-15,3 0 0 16,2-15-2-16,0-8-5 16,-5-6 0-16,-7-5 2 15,-6-1 3-15,-9-6 0 0,-9 1 0 16,-6 0 1 0,0 1-1-16,-12 2 1 0,-6 5 1 15,0 5 2-15,-1 7 0 16,2 10-3-16,-1 6 2 15,1 4-3-15,3 0 0 16,6 11-1-16,8 6-4 16,0 3-102-16,17-5-112 15,14 1-335-15</inkml:trace>
  <inkml:trace contextRef="#ctx0" brushRef="#br0" timeOffset="117695.505">4360 13968 636 0,'0'0'58'0,"0"0"155"0,0 0-95 0,0 0-42 15,0 0-51-15,0 0-20 16,-31-14-5-16,31 14-19 16,3 0-208-16,20 0-254 15</inkml:trace>
  <inkml:trace contextRef="#ctx0" brushRef="#br0" timeOffset="118170.038">4826 13751 583 0,'0'0'79'0,"0"0"110"16,0 0-66-16,0 0-35 15,-90-54-55-15,56 66-19 16,1 9-6-16,6 12-2 15,8-6-1-15,4 3-4 16,15-2 0-16,0-1 2 16,0-6-2-16,17-3 0 15,2-7 2-15,5-7-3 16,0-4 0-16,6 0-4 16,3-11-22-16,-2-11 0 15,-1-2-1-15,-8-2-1 16,-3-1 12-16,-7 3 11 0,-7 2 3 15,-5 6 2-15,0 9 0 16,0 4 4-16,0 3 29 16,0 1-7-16,-8 16-4 15,4 8 6-15,2 7-3 16,-1 3 4-16,3 6 3 16,0-2-3-16,0 2-8 15,0 2 2-15,0-3-6 16,0-1-9-16,3-9-4 15,-1-3-1-15,1-5-1 16,-2-6-1-16,4-7-1 16,1-4-22-16,4-5-73 15,2 0-66-15,4-1-105 0,1-17-327 16</inkml:trace>
  <inkml:trace contextRef="#ctx0" brushRef="#br0" timeOffset="118425.256">5254 13687 619 0,'0'0'70'0,"0"0"39"0,0 0 0 0,0 0-20 16,-7 86-19-16,7-46-2 15,0-1 0-15,7 3-12 16,1-3-7-16,-1-2-20 15,-4 0-3-15,0-4-13 0,-1-3-7 16,-2-3-4-16,3-5 2 16,-2-5-4-16,5-5-6 15,3-4-89-15,2-8-99 16,3 0-262-16</inkml:trace>
  <inkml:trace contextRef="#ctx0" brushRef="#br0" timeOffset="118679.746">5991 13620 557 0,'0'0'71'0,"0"0"76"0,0 0-72 15,0 0 2-15,0 0-12 16,-37 75-18-16,13-36-4 15,-3 0-10-15,3 0-16 16,-1-5-12-16,4-2-4 16,6-5 3-16,3-6-4 15,2-7-19-15,7-6-61 16,-2-8-98-16,5 0-121 16</inkml:trace>
  <inkml:trace contextRef="#ctx0" brushRef="#br0" timeOffset="118890.024">5790 13680 445 0,'0'0'110'0,"0"0"-16"15,0 0 40-15,0 0-18 16,0 0-26-16,73 99-25 16,-52-68-11-16,-2-1-6 15,5-4-14-15,-3-3-21 16,3-3-5-16,-5-6-5 15,-1-3-3-15,0-4-9 16,-3-2-84-16,6-5-79 16,-3 0-274-16</inkml:trace>
  <inkml:trace contextRef="#ctx0" brushRef="#br0" timeOffset="119121.792">6372 13538 607 0,'0'0'19'16,"0"0"34"-16,0 0 83 15,-15 76-6-15,15-38-44 16,7 1-17-16,5 0 4 16,0-4-27-16,3-7-28 15,-4-5-11-15,2-3-2 16,-4-6-5-16,0-5-6 0,6-3-89 15,-2-5-71-15,5-1-155 16</inkml:trace>
  <inkml:trace contextRef="#ctx0" brushRef="#br0" timeOffset="119487.655">6651 13630 472 0,'0'0'17'0,"0"0"43"15,0 0 26-15,0 90-1 16,0-55-43-16,10-2-24 16,8-5-13-16,3-5 1 15,1-8 0-15,2-4-4 16,3-8 1-16,0-3 3 0,-2 0-3 16,1-3 1-1,-1-12-3-15,-1-2-2 0,-5-6 2 16,-4-4 1-16,-6-5-2 15,-3-3 5-15,-6 1-4 16,0 3 5-16,-7 4 0 16,-13 4 41-16,-5 5 39 15,-5 6-9-15,2 2-21 16,-4 4-22-16,-2 2-22 16,4 3-7-16,2 1-4 15,1 0 1-15,12 1-2 16,2 9-2-16,5 1-61 15,7-1-74-15,1-5-183 0</inkml:trace>
  <inkml:trace contextRef="#ctx0" brushRef="#br0" timeOffset="119776.656">6961 13233 521 0,'0'0'68'0,"0"0"6"0,0 0 46 0,0 0-12 0,0 0-37 15,83 18-27-15,-45-14-12 16,4-2-11-16,1-2-11 15,2 0-5-15,-1 0-5 16,-8-2-1-16,-5-2-77 16,-5-4-98-16,-10-1-301 15</inkml:trace>
  <inkml:trace contextRef="#ctx0" brushRef="#br0" timeOffset="120155.539">7508 12850 503 0,'0'0'15'0,"0"0"11"16,0 0 29-16,0 0 8 15,91 9-28-15,-65 19-19 16,-7 5-4-16,-2 2 37 15,-10-1-2-15,-4-1-22 16,-3-5-13-16,-1-5 1 0,-17 0-7 16,1-4-2-16,0-4-2 15,0-2 3 1,8-2-3-16,0-3-2 0,5 1 1 16,1-3 4-1,1-1-1-15,2 0 0 0,0-3 0 16,0 1 3-16,12-1-2 15,6-1-1-15,6-1-1 16,0 0-3-16,6 0-21 16,4 0-83-16,-3 0-104 15,5 0-293-15</inkml:trace>
  <inkml:trace contextRef="#ctx0" brushRef="#br0" timeOffset="120606.139">7952 12875 510 0,'0'0'21'15,"0"0"80"-15,0 0-12 16,0 0 1-16,0 0-57 16,0 0-2-16,-27 65 2 15,49-47 8-15,5-3-16 16,3-1-18-16,4-4 0 15,2-3-3-15,0-4-2 16,5-3-2-16,-5 0-3 16,-1 0-32-16,-7-10-13 15,-3-5-6-15,-11-2 18 0,2-1 17 16,-8 1 17 0,-5 1 2-16,-3 3 1 0,0 5 0 15,0 2 31-15,0 3 30 16,-3 3-22-16,-2 0-1 15,-1 6-4-15,-1 12-1 16,1 6-1-16,4 3 1 16,2 6-6-16,0 2-4 15,0 2-3-15,0-1-2 16,0 3-9-16,2-7-3 16,2-1-2-16,-2-5-3 15,1-6-2-15,1-4-28 16,-4-3-74-16,0-7-73 15,0-6-203-15</inkml:trace>
  <inkml:trace contextRef="#ctx0" brushRef="#br0" timeOffset="120772.863">8126 13106 129 0,'0'0'624'0,"0"0"-569"0,0 0-11 15,0 0-17-15,97-10-16 16,-56 14-10-16,0 6-1 16,1-2-94-16,4-6-234 15</inkml:trace>
  <inkml:trace contextRef="#ctx0" brushRef="#br0" timeOffset="121715.608">9954 13162 402 0,'0'0'52'0,"0"0"58"0,0 0 3 0,-45-72-29 0,9 65-48 15,-2 4-25-15,-4 3-2 16,1 12 9-16,3 12 19 15,14 8-4-15,6 0-10 16,12 3-5-16,6-3-7 16,0-4-4-16,15-5-3 15,15-7 0-15,3-8-1 16,11-7-3-16,-2-1-13 16,1-2-61-16,-4-14-29 15,-2-4-51-15,-5-3 10 0,-12 1-1 16,-3-2 83-1,-8 3 28-15,-9 5 34 0,0 5 15 16,0 5 77-16,0 6 43 16,-2 0-34-16,-2 10-52 15,1 13 1-15,3 10-9 16,0 7-16-16,0 4-7 16,3 6 0-16,13 7 15 15,1 0-11-15,5 1-9 16,-1 1 13-16,1 1 24 15,-2-4 5-15,-2-2-12 16,-5-8-10-16,-3-7-16 16,-2-3-7-16,-2-8-4 0,-6-4-4 15,0-7 0 1,0-5 0-16,-6-3 0 0,-9-5 3 16,-4-4 1-1,-8 0-3-15,-5 0 1 0,1-10-3 16,1-5 1-16,5-5-1 15,4-4 1-15,5-6 6 16,4-9 35-16,9-6 8 16,3-15-19-16,0 2-6 15,22-1-14-15,14 0-9 16,12 11-1-16,8 5-2 16,10 5-3-16,4 6-36 15,2 2-70-15,2-2-135 16,-8-3-668-16</inkml:trace>
  <inkml:trace contextRef="#ctx0" brushRef="#br1" timeOffset="128355.346">3283 13253 462 0,'0'0'9'0,"0"0"-3"0,0 0 1 0,0 0 18 15,-28-74 17-15,26 74-1 16,2 5-30-16,0 18-8 16,0 18 24-16,0 18 14 15,0 14 20-15,0 20-16 16,3 21-9-16,2 6-16 16,7 3 2-16,4-7-3 15,4-16 5-15,10-10-9 0,1-11 13 16,-1-7-6-16,1-7-2 15,-4-7-13-15,-2-5 1 16,-4-9-4-16,-3-3 1 16,0-7-2-16,-3-5-1 15,0-8 1-15,-3-5 1 16,7 0-2-16,6-8-1 16,7-2 5-16,8-4-4 15,6-1 0-15,2 2-1 16,1 0 0-16,2-1 0 15,1 3-1-15,5-2 1 16,4-3 0-16,2 0 0 16,7 0-1-16,9 0 2 0,10 0-1 15,10-5-1 1,13-5 0-16,6-2 0 0,7 0-1 16,9 2 1-16,-2-1 0 15,1 6 0-15,2-1 2 16,-2 0-2-16,4 4 0 15,2-3 0-15,4 3 0 16,2 0 0-16,6 2 0 16,2 0-1-16,-2 0 1 15,-2 0 4-15,-3 9-3 16,-11 2 2-16,-5-3-3 16,-8 3-4-16,0-1 4 15,-4-2 2-15,7 0-2 16,-2-2 1-16,-1-2 0 0,8-1-1 15,7-2 1-15,9 0 1 16,11-1-2-16,4 0-2 16,8 0 2-16,5 0 0 15,-5 0 1-15,2 0-1 16,-5 0 1-16,-4 0 0 16,4 0-1-16,-3-2-2 15,10 2 2-15,-4 0 0 16,2 0 1-16,0 0-1 15,-6 0 3-15,2 0-3 16,0 0-3-16,-9 0 3 16,2 0 0-16,-8 0-3 0,-9 0-4 15,-7 0 5-15,-9 0-1 16,-9 0 1-16,-5-3 1 16,-6-1-1-16,5 1-1 15,-1-4 3-15,1 1-1 16,2-1 1-16,3-2 1 15,1 2-1-15,3-1 3 16,-1 1-3-16,3 1 0 16,5-1-2-16,2 2 2 15,7-1-2-15,8-3 1 16,2 2 1-16,3-1 0 0,8 2 1 16,0 3 0-1,6 2-1-15,10 1-1 0,1 0 0 16,10 0 1-1,-1 0 0-15,-4 0 1 0,-8 0-1 16,-8-2 0-16,-1 0-2 16,-1-3 1-16,1 1 1 15,-1 0 1-15,-3-2 0 16,-7 1 0-16,-8-1 0 16,-9 1-1-16,-10-3-3 15,-6 2 3-15,-7-4 1 16,-4 1 0-16,-2-1-1 15,-2 1 0-15,-5 1 1 16,5 0-1-16,-4-1 1 16,3 4 1-16,1-1-2 0,5 5-2 15,2 1 0-15,-2-2 2 16,-1 2 0-16,-4-4 1 16,-9-2-1-16,-9-2 0 15,-10-5 0-15,-13-4 0 16,-13-3 3-16,-9-2-3 15,-7-8 1-15,-10-2-2 16,-7-9 3-16,-8-3-4 16,-1-5 3-16,-4-6-1 15,0-5 0-15,2-6 0 16,3 1-3-16,1-5 3 16,6-2 0-16,0 3 0 0,-3 2 0 15,5 7 0 1,-6 3 0-16,-4-1 0 0,-1 3 0 15,-6-1 0-15,2-2-1 16,-3 3 1-16,0-3 1 16,0 2-1-16,-3-1 0 15,-5 3-1-15,-1 4 1 16,-2 3 0-16,-2 6 0 16,-2 7-1-16,0 3 1 15,1 8 0-15,0 1 0 16,0 4 0-16,-4 1 0 15,-1 3-1-15,-7 3 1 16,-3 0 0-16,-3 8 0 16,-2 0 0-16,-2 3 0 0,-5 0 0 15,-4 0 0-15,-1 0 0 16,-4 0 0-16,1 1 0 16,2 4 1-16,0 3-1 15,2-1 0-15,1 1 0 16,3 0 0-16,2-1 0 15,-2 2 2-15,2-5-2 16,1 1 0-16,-6-3 2 16,2-1-2-16,-5-1 0 15,0 0 0-15,-4 0 0 16,2 0 1-16,-2 0-1 16,-1 0 0-16,1 0-3 15,-5 0 3-15,2 0-1 16,-4-3 1-16,-5-3 0 0,-1 3 0 15,-3-6-1-15,-5 4 0 16,-4-1-1-16,1 2 1 16,-2 0-3-16,4 1 4 15,4-1 0-15,2 3 0 16,5-2-1-16,9 0-2 16,-5-2 3-16,4 2-7 15,-4-2-4-15,3-2 5 16,1-1-2-16,0 0 3 15,1-2 2-15,-1 1 1 16,0-3 0-16,1 3-2 16,2 0 0-16,6 1 1 0,2 1 0 15,4 1 1 1,3 0 0-16,5 2 0 0,0 0-4 16,1 1-20-16,1 0 20 15,4 1 5-15,5 0 0 16,3-2-2-16,5 2 3 15,2-1 0-15,2 3 1 16,5-1 2-16,0 1-3 16,1-2 0-16,2 2 1 15,0 0-1-15,-1-1 0 16,-1 1 0-16,2-1 1 16,-1 1-1-16,1 0 0 15,0 0-17-15,0 0-49 0,-2 0-47 16,-1 0-45-16,-1-3-137 15</inkml:trace>
  <inkml:trace contextRef="#ctx0" brushRef="#br1" timeOffset="129990.653">3267 13165 219 0,'0'0'47'0,"0"0"-42"0,0 0 4 15,0 0 18-15,0 0-12 16,0 0 1-16,21-19 20 15,-3 2 7-15,4-3-4 16,2-4-1-16,4 0-25 16,2-4-1-16,1-2-4 15,4-1-5-15,-2-1 2 16,-2-1 1-16,2 1-2 16,-2 2 5-16,-4 3 8 15,1 5-4-15,-4 2-5 0,0 2 0 16,0 3-1-16,3 1 2 15,3 3-4-15,-2 0-1 16,8 1 4-16,3-2 1 16,4 4 5-16,5 1-3 15,4-1-4-15,1 2 1 16,4 0-1-16,4-2 0 16,6-1-6-16,7-1 1 15,9-2 0-15,5-2 0 16,6-3-2-16,11-1 1 15,6 2-1-15,10-1 0 16,3 3 3-16,0 0-3 16,-2 0 0-16,-1-1 1 0,4 2 3 15,7-3-4-15,11-1 1 16,5 3-1-16,6-2-1 16,-4 3 1-16,-5 5 0 15,-12 1 1-15,-8 3-1 16,-6 1 1-16,-4 1 0 15,-5-2-1-15,-2 3 0 16,1-2-1-16,0 0 1 16,1 2 1-16,-1 0-1 15,-3 1 0-15,-6 0 1 16,-9 0-1-16,-3 0 0 16,-6 0 3-16,-4 0-2 0,-13 0 0 15,-8 0-1-15,-9 0-1 16,-2 0 1-16,11-3 0 15,10-3 0-15,13 2 0 16,13 0-2-16,7-5 2 16,6 5 1-16,4-3-1 15,-5 0 2-15,-8 1-2 16,-6-1 1-16,-6 1-1 16,-12 0 3-16,-5 0-3 15,-17 1 0-15,-18 3-2 16,-14 2 1-16,-14 0-11 15,-5 0-82-15,-14 0-131 16</inkml:trace>
  <inkml:trace contextRef="#ctx0" brushRef="#br1" timeOffset="131560.738">9369 12271 228 0,'0'0'190'0,"0"0"-182"0,0 0-1 16,0 0 11-16,0 0 7 16,0 0-3-16,55-35-9 0,-19 29-6 15,7 2 0-15,2 1-5 16,9 0-1-16,7 0 1 15,6 2-1-15,15-1 0 16,6 0 2-16,7 1-3 16,5 1 1-16,5-2 0 15,-1-1-1-15,-1-4 1 16,5 2 2-16,1-6 1 16,5 3 8-16,6-2 3 15,4 0-7-15,-1 3 2 16,1 0-6-16,0 0 0 15,-7 0-2-15,-5 1 0 0,-5-1-2 16,-6 3 1 0,-4-1 0-16,-3 1 1 15,-3 1-1-15,-4 2 2 0,4 1-3 16,1-1 2-16,4-2-1 16,-1-1 3-16,4 0-3 15,1 1-1-15,3-1 0 16,-3-1 1-16,-2 5-1 15,-1-2 2-15,1 0-2 16,-4 2 5-16,-1-2-2 16,-6 2 3-16,1 0 1 15,-2 0 1-15,2-1-2 16,-1 0 0-16,2-2 1 16,-2 2-1-16,-4-2-2 0,-2 3 0 15,-8 0-4-15,-3 0 3 16,-1 0-1-16,-4 0 2 15,-4 0 2-15,-1 0 8 16,-3 0-1-16,0 0-4 16,4 7-1-16,3 0 1 15,4-1-7-15,-2-1 2 16,0-1-2-16,-2-1 1 16,0 0-1-16,-1 0-1 15,0-3 1-15,-2 1 0 16,-3 0 3-16,0 1-2 15,-1 1 1-15,1-3-1 16,-3 1-2-16,5 0 0 16,-5-1 2-16,-4 0-1 0,-5 0-1 15,-1 4 4-15,-2-2 4 16,0 2 2-16,-1 1 0 16,-2-1 0-16,2 0-6 15,-2 2 2-15,-1-2-1 16,0 0-3-16,0 1-3 15,-7-1 2-15,0-1 3 16,-4 0-4-16,0-2 1 16,-5 1 0-16,-2-1 3 15,-2-1-2-15,-4 0 1 16,1 0 1-16,-2 0 3 16,1 0 4-16,0 0 7 0,1 0-3 15,-1 0-7-15,1 0-3 16,0 0-4-16,1 3 4 15,-2 0-4-15,2 2-2 16,-2 2 3-16,-1 1-3 16,2-1 4-16,0 3-1 15,-1 2 2-15,-2 0 0 16,-1 3-1-16,-1 2 4 16,0 0-4-16,0-1 3 15,2 3-2-15,-1 1-2 16,2-5 2-16,2-1-1 15,1-4 2-15,4-2-5 0,-1-1 1 16,4 0 0 0,-1 0 1-16,4-2-2 15,2 2-1-15,3 2-1 0,-1 0-39 16,0 2-70-16,-1-4-159 16</inkml:trace>
  <inkml:trace contextRef="#ctx0" brushRef="#br1" timeOffset="135617.286">3777 3568 656 0,'0'0'0'0,"0"0"-6"0,0 0-3 0,0 0-22 0,-7 80 31 16,4-10 14-16,3 15 4 15,0 8 6-15,0 6-13 16,0-3 0-16,0-6-1 15,3-8-5-15,7-6 5 16,2-11-7-16,0-8 4 16,-3-5-2-16,0-6-2 15,-1-3 1-15,-3-3-2 16,-2 0 0-16,-1-5 1 16,-1-4 0-16,-1 0-3 15,0-7 0-15,0 0 1 16,3-6 0-16,2-3 2 15,1-2-3-15,3-5 3 16,1-3 1-16,5-2 1 0,6-3-1 16,7 0 2-16,4 0-2 15,2 0 0-15,2 0-2 16,0 0-2-16,2 0 1 16,3 0 0-16,7 0-1 15,8 0 0-15,10 8 0 16,10-3 1-16,3 0 0 15,3 1 4-15,6-2 1 16,3-1 16-16,0-1-9 16,3 0 0-16,0 1-4 15,-3-3 0-15,-3 2-2 16,-6-2 4-16,-1 0 1 0,-4 0-4 16,2 0-2-16,6 0 0 15,3 0-1-15,-3 0-3 16,-1 0 0-16,1-2 0 15,0-1-2-15,0 3 1 16,-3 0-1-16,0 0 1 16,-4 0-1-16,1 3 1 15,-3 2 0-15,0 5 0 16,-4-5 3-16,-1 1-4 16,5 0 1-16,-2-2-1 15,0-1 0-15,-2-1 2 16,-7 0-2-16,-2 1 0 15,0 1-1-15,-2-2 2 0,3-2-1 16,3 0 0 0,2 0 2-16,1 0-2 0,6 0 0 15,-3 0 1-15,6-4-1 16,-4 2 0-16,-4 0 1 16,5 1-1-16,-1 1 0 15,2 0 1-15,1-2-2 16,-2 0 1-16,-1 0 0 15,-3-2 0-15,2 3-1 16,1-4 1-16,-1 4 0 16,2 0 0-16,2-2 0 15,-2 3 0-15,3-2 0 16,-6-1 1-16,-4 2 0 16,-1 0-1-16,-4-2 0 15,4-2 2-15,-6 3-4 16,-2 2 4-16,0 0-2 0,-11 0 0 15,-1 0 0-15,-5 0-4 16,0 0 4-16,-1 0 0 16,0 0 0-16,4 0 0 15,2 0 0-15,-2 0 1 16,-1 0-1-16,-4-5 1 16,0 1-1-16,-4 1 0 15,-1-5 0-15,-6-1 2 16,0 1-2-16,-5-3 0 0,0 1 2 15,-2-3-2 1,-4 0 2-16,-1-6 0 0,-4-3 0 16,0-3 0-16,-5-9-1 15,-4-4 0-15,2-10 1 16,-4-3-1-16,-1-4 0 16,4 1-1-16,-5-6 1 15,2-2-1-15,0-2 1 16,-3 0-1-16,0-1 0 15,0 4 0-15,0-1 3 16,0 4-2-16,-3 0 3 16,-9 0-3-16,-3 2 17 15,2 2 1-15,-5 4-14 16,3 0-3-16,-3 2 8 0,6 3-7 16,-4 1 0-16,4 3 0 15,-1 6-1-15,2 7 2 16,3 3-3-16,-2 6 2 15,1 4-1-15,0 1-2 16,-4 5-12-16,1 0 12 16,-3 4 12-16,-8-3-12 15,0 8 0-15,-4 0-4 16,-4 0 3-16,-7 0 0 16,-8 5 0-16,-2 1 1 15,-7 3-1-15,-8 0-4 16,1-4 1-16,-9 0 1 15,-9-1 3-15,-8-1 0 0,-6-2 0 16,3 1 0-16,0-1 0 16,-1 1-1-16,-2-1-1 15,-2 0 2-15,-1-1 0 16,0 0-8-16,1 0 8 16,4 0 1-16,1 0 0 15,3 0 1-15,5 0-1 16,-7 0 0-16,2-4 3 15,0 0-4-15,-2 0-2 16,-1 1 2-16,2 0 0 16,-2 0-2-16,3 1 2 15,3-2 3-15,4 2-2 16,1 0 0-16,-4 1-1 0,2-1 2 16,-3 1-2-1,0-1 1-15,6 0-1 0,1-2 0 16,8 3 0-16,3-1 0 15,-1 2-1-15,3 0 1 16,-2 0 0-16,-3 0 1 16,1 0-1-16,-4 0 0 15,2 0 0-15,2 0 0 16,-2 0 0-16,6 0 0 16,4 0 0-16,3 0 3 15,4 0-3-15,-4 0 0 16,-3 0-1-16,-2 0 3 15,5 0-4-15,1 0 1 16,2 0-1-16,2 0 2 0,-3 0 0 16,4 3 0-16,-5 2 0 15,1 1-2-15,-1-1 2 16,3 1 1-16,-1-2-1 16,9 1 2-16,4-1-2 15,0-1 0-15,1 1 0 16,0 0 0-16,-2 0 0 15,-2 1 0-15,5 0 0 16,-3 0 0-16,7-2 2 16,0 3-1-16,-1-2-1 15,1 0 1-15,-4-1 0 16,4 3-1-16,0-2 0 16,0 4-2-16,0-3 2 0,5 1-1 15,-2-2 1-15,9 1 0 16,-1 1 1-16,10 0-1 15,0 1-2-15,0-2 1 16,2 2 0-16,-1 2 1 16,1-1 0-16,1 0 0 15,1-3 1-15,0 1 2 16,-1-3-3-16,-3-2 5 16,-2 2 2-16,-5-3-1 15,1 2-1-15,0-1-1 16,-1-1 1-16,-2 5-3 15,4 0-2-15,-5 2 1 0,3-1-1 16,0 3 2 0,0 0-2-16,0-4 1 0,3 5 1 15,2 0 4-15,-2 0-6 16,10 0 1-16,-4 1-1 16,-1 2 0-16,2 1 0 15,-1 0-1-15,5 2-21 16,4 0-15-16,4-1-16 15,0-1-44-15,7-3-144 16</inkml:trace>
  <inkml:trace contextRef="#ctx0" brushRef="#br1" timeOffset="146094.05">9873 17158 525 0,'0'0'0'0,"0"0"-1"0,0 0 1 0,0 0 1 0,0 0-1 0,0 0-1 16,0 0-1-16,-7 10 2 15,7-4 0-15,0 1-73 16,0-5-151-16</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1:05:22.679"/>
    </inkml:context>
    <inkml:brush xml:id="br0">
      <inkml:brushProperty name="width" value="0.05292" units="cm"/>
      <inkml:brushProperty name="height" value="0.05292" units="cm"/>
      <inkml:brushProperty name="color" value="#00B0F0"/>
    </inkml:brush>
    <inkml:brush xml:id="br1">
      <inkml:brushProperty name="width" value="0.05292" units="cm"/>
      <inkml:brushProperty name="height" value="0.05292" units="cm"/>
      <inkml:brushProperty name="color" value="#FFC000"/>
    </inkml:brush>
  </inkml:definitions>
  <inkml:trace contextRef="#ctx0" brushRef="#br0">2336 2123 352 0,'0'0'186'0,"0"0"-39"0,0-71-21 0,0 49 1 0,-5 4-55 15,-2 5-2-15,6 5 2 16,-4 5 7-16,5 3-30 15,-3 0-49-15,-1 17-28 16,-7 18 27-16,-5 14 2 0,-8 10 1 16,-6 1 21-16,-1-4-17 15,5-3-1-15,1-7-4 16,3-6-2-16,4-8-7 16,6-7-44-16,3-12-10 15,4-4-21-15,5-9-59 16,0-9 4-16,0-16-236 15</inkml:trace>
  <inkml:trace contextRef="#ctx0" brushRef="#br0" timeOffset="264.188">2234 2020 579 0,'0'0'97'0,"0"0"-51"16,0 0-24-16,0 0-12 0,0 0 36 15,0 0 35-15,32 108-22 16,-19-69 11-16,1 2-23 16,2-4-15-16,-2-5-7 15,-1-3-15-15,-1-4-7 16,3-3 2-16,-5-2-1 16,-4-1-3-16,3-5-1 15,-6-4-29-15,0-3-24 16,-3-3-42-16,0-4-71 15,0 0-131-15,-10-1-188 0</inkml:trace>
  <inkml:trace contextRef="#ctx0" brushRef="#br0" timeOffset="419.16">2157 2351 676 0,'0'0'43'16,"0"0"-9"-16,0 0 62 15,0 0-28-15,0 0-24 16,91 2-24-16,-27-18-20 16,5-8-57-16,2 1-268 15</inkml:trace>
  <inkml:trace contextRef="#ctx0" brushRef="#br0" timeOffset="3740.841">3355 2081 671 0,'0'0'52'0,"0"0"10"15,0 0 37-15,0 0-75 16,0 0-9-16,0 0-1 0,133-28-1 16,-67 11-7-1,-5 0-3-15,-8 0-2 0,-7 2-1 16,-13 2-16-16,-13 4-56 15,-10 0-34-15,-10 3 75 16,0-2 3-16,-10 2-7 16,-11 1 19-16,-6 2 16 15,3 2 47-15,2 1-14 16,5 0 41-16,1 0 1 16,7 0-14-16,3 13-38 15,1 5-14-15,1 11 20 16,4 4 17-16,0 7-17 0,0-1-8 15,4 3 2 1,7-3-4-16,-5-5-5 0,3 0-1 16,1-5-6-16,-5-3-4 15,-2-3 0-15,-3-4-1 16,0 0 2-16,0-1 1 16,-5-6-5-16,-1-3-25 15,-1-3-33-15,7-6-76 16,0 0-155-16</inkml:trace>
  <inkml:trace contextRef="#ctx0" brushRef="#br0" timeOffset="4114.171">3938 2225 625 0,'0'0'103'15,"0"0"-66"-15,90-50 50 0,-50 30-45 16,1 0-17-16,-6 0-18 16,-5 1-1-16,-9 4-3 15,-8 3 0-15,-7 0 2 16,-6 3 1-16,0-2-5 16,-19 6 2-16,-2-1-3 15,-6 5 1-15,-3 1 10 16,-3 0-8-16,2 0 3 15,4 8 19-15,2 7-5 16,10 6-6-16,3 4-8 16,3 3 7-16,6 1 2 0,3-2-1 15,0-3-7-15,9-2 2 16,12-5-4-16,5-6 6 16,5-6-7-16,9-5-4 15,5 0-35-15,2-13-104 16,-2-12-272-16</inkml:trace>
  <inkml:trace contextRef="#ctx0" brushRef="#br0" timeOffset="4529.792">4525 1982 98 0,'0'0'758'15,"0"0"-737"-15,0 0 57 0,0 0-5 16,0 0-18-16,-36 85-4 15,36-61-3-15,0-3-16 16,0-2-1-16,0-2-22 16,0-5-4-16,3-2-3 15,0-4 1-15,-2-4-2 16,1-2-1-16,-2 0-2 16,0-1 2-16,1-14 0 15,-1-6-6-15,3-5-1 16,5-4 0-16,2 4 4 0,1-1 2 15,-2 5 1 1,4 6 0-16,-4 5 3 0,4 6 5 16,-1 5-5-1,2 0-3-15,5 0-2 0,-1 10 2 16,-3 7 0-16,3 1 2 16,-6 1 4-16,-3 3-2 15,-2-4-2-15,-4 1 0 16,5-5 1-16,-5-3-3 15,0-2-30-15,3-3-95 16,2-6-134-16,0 0-278 16</inkml:trace>
  <inkml:trace contextRef="#ctx0" brushRef="#br0" timeOffset="4963.062">4874 1963 819 0,'0'0'139'0,"0"0"-21"0,0 0-64 0,0 0-34 16,0 0-19-16,0 0 22 16,3 32 11-16,0-15-8 15,4 1-7-15,1 1-5 16,-4-4-8-16,-1 1-2 16,-3-4-1-16,0-2-3 15,0-2-4-15,0-2-11 16,-3-3 0-16,-1-3 2 15,-1 0-7-15,2-4 1 0,3-13 0 16,0-4-1 0,0-3 14-16,12-2 3 0,3 1 1 15,-3 4 4-15,3 3 2 16,-2 3 5-16,-1 1 7 16,0 7-12-16,0 3 7 15,0 2-9-15,0 2 0 16,3 0 2-16,-2 9-4 15,1 7 0-15,-1 2 4 16,-2 1 3-16,-2 5-5 16,2-1 4-16,-3-3-3 15,1 0 1-15,-1-2-4 16,0-4-13-16,4-4-56 0,3-6-107 16,0-4-205-1</inkml:trace>
  <inkml:trace contextRef="#ctx0" brushRef="#br0" timeOffset="5180.973">5415 1883 784 0,'0'0'150'0,"0"0"-43"0,0 0-75 0,0 0-22 0,0 0 35 15,0 0 15-15,-9 90-13 16,7-67-12-16,2-2-20 15,0-2-13-15,0-1 2 0,0-3-4 16,0-4-23-16,0-8-63 16,0-1-73-16,0-2-168 15,-2 0-322-15</inkml:trace>
  <inkml:trace contextRef="#ctx0" brushRef="#br0" timeOffset="5310.023">5420 1717 591 0,'0'0'171'0,"0"0"-125"16,0 0-46-16,0 0-10 15,0 0-51-15,0 0-201 16</inkml:trace>
  <inkml:trace contextRef="#ctx0" brushRef="#br0" timeOffset="5640.941">5697 1805 565 0,'0'0'170'16,"0"0"21"-16,0 0-59 16,0 0-36-16,0 0-59 15,0 0-32-15,-12-2-5 16,-4 22-6-16,5 2 5 16,3 1-8-16,8-2 9 15,0-2-1-15,0-1-2 16,8-6-4-16,3 0 4 15,7-4-4-15,-3 2-1 0,-2 0 6 16,2 3 0 0,-3 1 0-16,-2 1 0 0,-8 1 0 15,-2 2 2-15,0-2 4 16,-5-3 7-16,-14 2 3 16,-3-7 6-16,-1-1-6 15,-4-5-7-15,1-2 5 16,0 0-12-16,6 0 0 15,6-14-89-15,6-7-286 16</inkml:trace>
  <inkml:trace contextRef="#ctx0" brushRef="#br0" timeOffset="6307.626">6524 1544 565 0,'0'0'161'0,"0"0"30"0,0 0-90 0,0 0-90 0,0 0 6 15,0 0-6-15,18 95 31 16,-6-48-9-16,-5-2 2 15,-4 2 7-15,-1-8-21 16,-2-4-13-16,0-5 0 16,0-7-1-16,0-7-3 15,0-6-2-15,0-4-2 16,-2-5-17-16,1-1 13 16,-1 0-3-16,2-13 5 15,0-9-17-15,0-3 2 0,0 1 16 16,9 0-1-16,6 3 2 15,0 4-1-15,6 3 2 16,3 7-2-16,1 2 2 16,-1 5-1-16,3 0 3 15,0 0 4-15,1 10-5 16,-4 6 4-16,-6 1 8 16,-3 2-5-16,-9 1-1 15,-6 0-1-15,0 0 4 16,-8-1 0-16,-14-1 5 15,-3-5-8-15,-4-1-6 0,5-6-4 16,5-2 2 0,3-4-52-16,11 0-13 0,5-6-81 15,10-17-257-15</inkml:trace>
  <inkml:trace contextRef="#ctx0" brushRef="#br0" timeOffset="7160.872">7055 1698 457 0,'0'0'497'0,"0"0"-335"0,0 0-34 16,0 0-79-16,0 0-30 15,0 0 0-15,-67 53 10 16,49-26-19-16,9-2-10 16,3-2 1-16,6 1 0 15,0-6-1-15,0-3-19 0,6-4-17 16,3-9-6-1,4-2 9-15,1 0 16 0,2-14-5 16,4-8 7 0,-1 0 3-16,-1 1 4 0,-5 5 8 15,-4 4 1-15,-4 5 12 16,-1 5 21-16,2 2-25 16,-3 0-9-16,5 8-35 15,-1 7 35-15,3 2 7 16,-2 1-1-16,1-1-1 15,1-1-1-15,-1-5-1 16,2-4 1-16,2-4 6 0,2-3 1 16,6 0-1-16,3-7-10 15,0-11-12-15,0-8-23 16,-2-6 2-16,0-8-10 16,-5-6 9-16,-4-2 5 15,-1 1 29-15,-6 8 2 16,-4 7 21-16,-2 10 47 15,0 7 8-15,0 9-16 16,0 4-17-16,0 2-17 16,0 0-28-16,-5 8-12 15,2 13 4-15,0 8 8 16,2 4 0-16,1 8 3 0,0 1 1 16,0 2-1-1,0-3-1-15,1-6 0 0,5-7 1 16,2-8-1-16,6-6-1 15,3-8 1-15,7-6 1 16,7 0-3-16,4-10-3 16,2-13-5-16,4-9-6 15,-2-8-5-15,-1-3-3 16,-4-7-1-16,-7 4 0 16,-9 0 17-16,-11 7 6 15,-5 6 1-15,-2 8 4 16,0 5 15-16,-8 8-2 15,-1 2 2-15,0 4 3 0,5 6 7 16,-1 0-23-16,-1 13-7 16,0 15-4-16,-4 12 4 15,4 2 6-15,3 2 9 16,3 2 5-16,0-2 6 16,0-3-12-16,0-5-3 15,0-6-5-15,11-8-4 16,2-6 1-16,2-6-3 15,4-7-2-15,2-3-33 16,3 0-59-16,1-9-72 16,2-10-359-16</inkml:trace>
  <inkml:trace contextRef="#ctx0" brushRef="#br0" timeOffset="7882.466">8841 1470 549 0,'0'0'276'0,"0"0"-124"0,0 0-20 0,0 0-94 15,0 0-33-15,0 0 7 16,-2 75 32-16,2-40-3 15,0-2-12-15,3-5-8 16,5-4-7-16,5-4-8 16,-4-7 3-16,2-2-5 15,-3-6 2-15,0-5-6 16,1 0-7-16,3-4 5 16,0-14-1-16,0-4-13 0,4-2 6 15,-2 4 1 1,-4 2 5-16,-4 6 4 0,-3 6 2 15,0 2-1-15,-3 4 4 16,2 0-5-16,1 0-16 16,3 13 4-16,1 1 12 15,0 1 2-15,4-1-1 16,4-1-1-16,0-3 3 16,4-3-1-16,2-6 5 15,3-1-1-15,1 0-3 16,2-6-3-16,-2-6 2 15,-1-2 0-15,-4-3-1 16,-3-1 2-16,-4-4-1 16,-2 1 1-16,-3 3 3 0,-4 0 7 15,-4 1 16-15,0 1 10 16,0 0-7-16,0 2-20 16,-4 6-10-16,-5 1-2 15,0 4-31-15,0 3-63 16,6 0-81-16,3 0-122 15,0 9-364-15</inkml:trace>
  <inkml:trace contextRef="#ctx0" brushRef="#br0" timeOffset="8630.13">9490 1396 814 0,'0'0'170'0,"0"0"-8"0,0 0-48 0,0 0-28 15,0 0-37-15,0 0-36 0,-28-9-12 16,8 36-2-16,2 6 2 16,2 1-1-16,7 2 0 15,3-7 2-15,3-2-2 16,3-8-6-16,0-3-3 16,0-7-12-16,0-3-5 15,9-6 3-15,9 0 16 16,1-9 5-16,5-9-7 15,-2-3 2-15,-5-1 3 16,4 3 2-16,-7 0 2 0,-6 5 0 16,3 3 5-16,-8 2 33 15,1 5 12-15,-2 3-30 16,2 1-14-16,2 0-6 16,0 1-1-16,1 10 1 15,2 2 4-15,3 3-4 16,-3 2 0-16,1-1 1 15,-2-3 0-15,-2-3-1 16,0-1 2-16,2-5 0 16,3 0-2-16,-2-5 1 15,8 0 2-15,1 0 1 16,4-14-1-16,8-7 1 16,-2-3 0-16,2-2-2 0,1-3 1 15,-1 1 6-15,-2-5 12 16,-1-1 1-16,-4 3-3 15,-1 1-3-15,-4 11-3 16,-9 5-2-16,-1 4-5 16,-7 6-2-16,-1 4 0 15,0 0-4-15,0 0-9 16,0 11-7-16,-6 11-2 16,-2 4 7-16,8 2 9 15,0 1 0-15,0-1 0 16,16-5 1-16,9 1 1 15,9-4 0-15,2 1 0 0,-3-2 1 16,1-3-1 0,-13 1 0-16,-8-1-1 0,-8-2 2 15,-5-2-1 1,0-3 5-16,-15 2 0 0,-5-4 1 16,-5-2 1-16,0-1-5 15,-3 0-2-15,-1-4-34 16,2 0-62-16,6 0-151 15,10-4-384-15</inkml:trace>
  <inkml:trace contextRef="#ctx0" brushRef="#br0" timeOffset="12027.743">11753 1250 259 0,'0'0'459'0,"0"0"-412"0,0 0 54 0,0 0-66 0,0 0-31 0,-97-20 30 16,61 47-14 0,-1 8-9-16,10 3 11 0,8 3-13 15,7-3 2-15,10-3 0 16,2-8-10-16,0-4-1 15,18-5 0-15,10-10 15 16,5-7-3-16,6-1-4 16,-1-1-4-16,-1-15-4 15,-3-7-6-15,-8-2 3 16,-9-9 6-16,-8 0 3 16,-9-2-4-16,0 1 7 15,-3 10-6-15,-13 4 0 0,-5 9 10 16,-1 3-9-16,2 6-8 15,1 3 8-15,3 0-4 16,2 0 0-16,9 9-1 16,5-5-1-16,0 0-27 15,11-3-54-15,23-1 35 16,17 0 29-16,7-3-40 16,3-13 20-16,-4 0 10 15,-11-5 17-15,-11 0 12 16,-10 0 8-16,-13 1 36 15,-8 3 46-15,-4 6-5 16,0 4-3-16,0 5-9 16,0 2-28-16,0 0-39 0,-4 10-6 15,-2 14 0-15,0 10 13 16,0 2 16-16,6 7-20 16,0 2 9-16,0 0-5 15,0-1-4-15,8-1-7 16,1-8 7-16,-4-9-6 15,0-7-2-15,-2-6-1 16,0-8-19-16,-3-3-16 16,0-2 6-16,0 0 28 15,0-6 0-15,0-8-23 16,0-3 13-16,0-3-3 16,0 2 14-16,0-2 0 15,6 0 0-15,3 2-3 16,9 1-1-16,2 3 1 0,3 3 1 15,11 4 2-15,0 2-1 16,2 3 1-16,-3 2 5 16,-6 0 1-16,-6 12-1 15,-3 5 1-15,-9 4-3 16,-9 2 4-16,0 1-4 16,0-2-1-16,-18-1 5 15,-9-2 6-15,0-3-11 16,2-4 6-16,1-3-8 15,7-5-42-15,4-3-37 16,7-1-119-16,6-4-150 16</inkml:trace>
  <inkml:trace contextRef="#ctx0" brushRef="#br0" timeOffset="12387.281">12692 1201 842 0,'0'0'81'0,"0"0"61"0,0 0-78 0,0 0-38 16,0 0-25-16,0 0 4 15,-84 32 2-15,72-12-7 16,6 1 0-16,6 1 0 16,0 2-1-16,0-2-3 15,22 0-9-15,-5-8-1 0,5 2 0 16,-4-3 4-16,0-2-4 15,-6 1 10-15,-2-3 2 16,-7 1-2-16,-3 3-4 16,0-2 5-16,0 3 3 15,-14 0 2-15,-6-3 17 16,-7 1 1-16,-3-2 2 16,-1-5-8-16,1 0 0 15,8-5-10-15,5 0-1 16,4 0-3-16,4-5-37 15,9-7-81-15,0-3-189 16</inkml:trace>
  <inkml:trace contextRef="#ctx0" brushRef="#br0" timeOffset="12764.155">12912 1422 857 0,'0'0'98'15,"0"0"45"-15,73-75-54 16,-47 51-48-16,-2 0-15 16,-5 3 0-16,-4 2-13 15,-6 2 1-15,-5 5 12 16,-4 1-13-16,0 2-3 16,-13 1-10-16,-8 5-10 15,-7 3-6-15,2 0 6 16,1 8 4-16,4 6 1 0,8 6-5 15,2 8 1-15,4-2 9 16,4 5 0-16,3 3-1 16,0-3 0-16,6-1 1 15,6-6 3-15,4-6 1 16,2-8-4-16,1 0 7 16,1-8-7-16,-1-2-15 15,3 0-16-15,0-1-49 16,0-12-29-16,0-2-33 15,2-6-87-15,-3-10-104 16</inkml:trace>
  <inkml:trace contextRef="#ctx0" brushRef="#br0" timeOffset="13063.147">13302 1221 580 0,'0'0'209'16,"0"0"-48"-16,0 0-68 15,0 0-56-15,0 0-34 16,0 0 17-16,40 42 4 15,-28-16 3-15,-2 5 16 16,-2 4-7-16,-5-2-14 16,0 0-16-16,-3-5 2 15,0-4-5-15,-3-6 2 16,-8-7 1-16,-1-3-6 16,-1-6-3-16,1-2-9 15,3 0 9-15,5-2 2 16,2-14-7-16,2-9-2 0,2-9 9 15,19-6 1-15,4-3 0 16,0 4-3-16,3 7 2 16,-2 8-46-16,-1 4-36 15,-1 9-77-15,-5-1-167 16</inkml:trace>
  <inkml:trace contextRef="#ctx0" brushRef="#br0" timeOffset="13369.796">13639 1189 490 0,'0'0'166'0,"0"0"-146"15,0 0 93-15,0 0-5 16,0 82-24-16,0-50-20 16,0 4-11-16,3-2-11 15,3 0-14-15,-2-6-12 16,1-4-10-16,-1-7-1 15,1-6 1-15,-2-6-2 16,-2-3-2-16,2-2 2 16,3 0 10-16,3-9 0 15,8-12-11-15,0-5-1 16,3-10-1-16,4-3-1 16,-1 0 3-16,-1 6-3 15,-2 7-23-15,-3 10-51 16,-5 6-87-16,-5 8-219 0</inkml:trace>
  <inkml:trace contextRef="#ctx0" brushRef="#br0" timeOffset="13647.113">14073 1401 347 0,'0'0'210'0,"0"0"-40"15,67-79 13-15,-48 52-53 16,-5 5-17-16,-4-1-28 16,-4 7-26-16,-6 3-25 15,0 5-34-15,-4 5 0 0,-17 3-11 16,-7 0 11-16,1 10-25 16,2 9-7-16,8 6 11 15,7 2-21-15,5 2 6 16,5 0-16-16,0-4-42 15,16-3-73-15,10-6-91 16,4-6-145-16</inkml:trace>
  <inkml:trace contextRef="#ctx0" brushRef="#br0" timeOffset="14058.774">14448 1326 182 0,'0'0'315'0,"0"0"-53"15,0 0-25-15,0 0-57 16,9-72-74-16,-39 72-73 0,-3 0-22 15,3 17-9-15,6 4-1 16,9 7-2-16,8-1-2 16,4 0 1-16,3-2-1 15,0-6-30-15,15-6-17 16,7-9-28-16,3-4-18 16,5 0-45-16,-2-23-19 15,-1-5 34-15,-4-7-41 16,-4-5-2-16,-4 2 69 15,-3-3 61-15,-6 0 39 16,-4 2 153-16,-1 4 112 16,-1 11-49-16,0 7 21 0,0 8-65 15,0 8-56 1,0 1-62-16,0 0-51 0,0 18 4 16,0 15-7-16,-1 7 30 15,-2 7 13-15,3 1 0 16,0 4-19-16,0-2-8 15,1-4-10-15,5-5-1 16,0-9-5-16,0-3-7 16,-3-12-35-16,0-6-50 15,-2-7-85-15,2-4-185 16</inkml:trace>
  <inkml:trace contextRef="#ctx0" brushRef="#br0" timeOffset="14563.82">15720 1017 828 0,'0'0'132'0,"0"0"-111"0,0 0-21 16,0 0-10-16,0 0 10 16,-10 78 83-16,10-42-8 0,0 1-8 15,0-3-27 1,0 0-7-16,1-1-10 0,2-7-8 15,0-2-12 1,0-8-2-16,0-6-1 0,-2-3-41 16,-1-6-48-16,0-1-53 15,0-3-43-15,-1-17-320 16</inkml:trace>
  <inkml:trace contextRef="#ctx0" brushRef="#br0" timeOffset="14973.877">15556 1191 706 0,'0'0'88'16,"0"0"37"-16,0 0-52 0,0 0-42 15,100-14-21-15,-36 8-4 16,3-1-1-16,-4-2-3 16,-11 5 1-16,-10 0-3 15,-15 2 1-15,-15 2-1 16,-11 0-7-16,-1 3-7 15,0 12 14-15,-10 2 17 16,-1 4 19-16,4-1 1 16,2 1 2-16,5 0-7 15,0-6-2-15,3-1-7 16,17-5 1-16,4-5-4 16,6-4-8-16,5 0-4 15,-4-3-3-15,-1-11-2 0,-7-3 2 16,-2-1-3-16,-8-2 4 15,-4 0-3-15,-8-1 0 16,-1 1-2-16,0 2 0 16,-13 4 2-16,-8 1-3 15,-9 1 0-15,-3 3-2 16,-5 6 1-16,2 2-3 16,2 1-58-16,7 0-63 15,12 0-169-15</inkml:trace>
  <inkml:trace contextRef="#ctx0" brushRef="#br0" timeOffset="15409.809">17074 926 535 0,'0'0'94'0,"0"0"79"0,0 0-16 0,0 0-75 0,0 0-75 15,0 0-3-15,-17 64 42 16,11-21 3-16,3 2 2 16,-1-3-11-16,2 1-10 15,-1-5-16-15,2-3-8 16,-1-2-2-16,-1-8-4 15,2-6-22-15,1-6-69 0,-3-4-64 16,3-9-159 0,-3 0-396-16</inkml:trace>
  <inkml:trace contextRef="#ctx0" brushRef="#br0" timeOffset="15815.415">16840 1165 705 0,'0'0'105'0,"0"0"4"16,0 0-26-16,98-30-30 16,-43 21-28-16,4-2-16 15,2 2-2-15,-2 5-5 16,-8 1 0-16,-7 3 0 16,-10 0-2-16,-10 6-7 15,-7 10 1-15,-4 4-2 16,-5 2 8-16,-2 2 1 15,-3-1 6-15,-3 1 6 0,0 1 3 16,0-3-6-16,0-1-6 16,-2-4 0-16,-7-6 0 15,-4-2 0-15,-1-8 2 16,1-1-3-16,1 0 0 16,0-16-1-16,9-5 2 15,0-5 1-15,3-4 3 16,0 2 9-16,14 0 19 15,11 0-13-15,6 2-19 16,7 4-4-16,5 6-2 16,3 8-41-16,1 5-73 15,-3 3-66-15,-2 0-125 0,-5 0-96 16</inkml:trace>
  <inkml:trace contextRef="#ctx0" brushRef="#br0" timeOffset="16168.063">17764 1091 415 0,'0'0'286'16,"0"0"-67"-16,0 0-85 15,0 0-85-15,0 0-5 16,-88-20 10-16,58 27-3 16,2 14-31-16,7 3-4 15,6 3-9-15,9 0-6 16,6-2 0-16,0-1 4 16,1-6-3-16,13-3 1 15,5-9-3-15,1-2-14 16,4-4-9-16,3 0-19 0,-2-6-24 15,-3-10 17 1,-4 0 1-16,-5-1 15 0,-2 0 11 16,-2 7 19-16,-6 1 3 15,1 8 20-15,-4 1 53 16,0 0-14-16,0 0-48 16,0 10-2-16,0 4 14 15,2 4 0-15,1-1-9 16,3-3-2-16,3 3-1 15,6-6-6-15,1-6-5 16,5-3-19-16,6-2-84 16,-6 0-143-16,1-9-295 0</inkml:trace>
  <inkml:trace contextRef="#ctx0" brushRef="#br0" timeOffset="16452.901">18037 1064 881 0,'0'0'169'15,"0"0"-122"-15,0 0-32 16,0 0 63-16,0 76-35 16,0-46 7-16,0-3-11 15,8 2-12-15,4-6-9 16,-1-1-1-16,-2-9-7 16,-1-3-5-16,-2-9-1 15,3-1 3-15,0 0 3 16,3-11-3-16,6-8-2 0,7-7-1 15,2-3-3-15,2-3-2 16,1 1 1-16,-5 4-20 16,-3 8-17-16,-8 9-28 15,-6 8-34-15,-6 2-94 16,-2 6-140-16,0 11-124 16</inkml:trace>
  <inkml:trace contextRef="#ctx0" brushRef="#br0" timeOffset="16964.273">18369 1196 314 0,'0'0'183'0,"0"0"-13"0,86-14-27 16,-55 2-34-16,-4-3-53 15,-3 2 9-15,-10 1 12 16,-7 5 14-16,-7 1-6 16,-6 6-39-16,-18 0-46 15,-13 4-5-15,1 16 4 16,5 6-1-16,5 2 2 15,11-2 0-15,8-3 0 16,7-3-6-16,0-7-21 16,24-7 6-16,13-6-13 15,9 0-41-15,11-7-9 16,0-10 19-16,-2-5 23 16,-9 2-5-16,-7-3-13 15,-9-1-9-15,-11-2 4 16,-11 2 65-16,-5 5 5 0,-3 0 94 15,0 9 12-15,0 2-12 16,0 2-42-16,0 2-32 16,-3 1-10-16,1 0-10 15,-1 1 4-15,3 1 11 16,0 1 36-16,0-1-28 16,0 1-26-16,0 0-2 15,0 0-14-15,0 14 14 16,-1 4 3-16,-1 7 27 15,1 0 22-15,-1 3 1 0,2 2-15 16,0-4-8 0,0 0-18-16,0-2-8 0,0-4 1 15,0-4-5-15,3-2-8 16,8-5-65-16,6-9-111 16,3 0-287-16</inkml:trace>
  <inkml:trace contextRef="#ctx0" brushRef="#br0" timeOffset="20540.091">2118 3661 676 0,'0'0'70'0,"0"0"73"0,11-80-27 0,-11 68-8 0,-3 9-31 16,-15 3-41-16,-5 8-25 15,-8 24-5-15,-5 8 6 16,-1 6-5-16,16-3-7 16,6-5 3-16,11-5-3 15,4-7 2-15,0-5-1 16,1-7-1-16,14-5-3 15,3-9-16-15,6 0 4 0,1-7 11 16,0-16-1-16,-5-4-4 16,-1-2 8-16,-7 0 1 15,-7 2 7-15,2 5-6 16,-4 11 8-16,0 4 15 16,-3 7-5-16,6 0-19 15,0 4-21-15,7 14 13 16,7 0 8-16,1 1 3 15,1-3 2-15,2-4-1 16,3-3 0-16,3-8 1 0,-2-1 3 16,2-7-8-1,0-11-5-15,-5-10-4 0,2-6-7 16,-12-7 4-16,3-1-13 16,-8-4 12-16,-5 6 4 15,-5 4 4-15,0 8 5 16,0 10 2-16,0 8 20 15,-5 6 11-15,-1 4-28 16,-1 0-5-16,-8 17-14 16,6 7 14-16,1 3 4 15,2 6 5-15,2 2-2 16,4 2 6-16,0-1-7 16,6-2 7-16,6-4-2 0,6-5-5 15,-3-7 0 1,4-7-2-16,-1-6 2 0,3-3-6 15,0-2-31-15,-3 0-35 16,-2-7-49-16,-4-10-169 16,-6 0-369-16</inkml:trace>
  <inkml:trace contextRef="#ctx0" brushRef="#br0" timeOffset="20682.854">2442 3534 821 0,'0'0'80'0,"0"0"-6"0,0 0-61 16,0 0-13-16,110-31-32 0,-56 23-218 15,7 0-396-15</inkml:trace>
  <inkml:trace contextRef="#ctx0" brushRef="#br0" timeOffset="21066.283">3253 3396 836 0,'0'0'97'0,"0"0"68"16,0 0-73-16,0 0-37 15,-89 24-29-15,59-1-4 16,-1 1-2-16,7-2-12 16,5 1-4-16,7 0-3 15,4-1 0-15,5-2 1 0,3-5-2 16,0 1 0-1,0-8-15-15,14-3-7 0,3-5-5 16,6 0 11-16,4-9 0 16,1-11-10-16,-4 2-6 15,3-1 12-15,-12 1 10 16,3 6 10-16,-12 4 0 16,0 7 3-16,-5 1 14 15,1 0-17-15,1 3-1 16,-1 13 1-16,1 5 10 15,0 3 12-15,-1-2-3 16,1 0-10-16,0-3-4 0,3-3-3 16,3-7-2-1,4-4-35-15,4-5-142 0,8-2-487 16</inkml:trace>
  <inkml:trace contextRef="#ctx0" brushRef="#br0" timeOffset="21432.813">4023 3281 754 0,'0'0'191'0,"0"0"-85"0,0 0-33 0,-95-15-55 16,66 18-5-16,1 13-8 15,9 4-4-15,4 3-1 16,8 3 0-16,7 0 0 0,0-3 1 15,17-3-1 1,7-3-21-16,6-3-7 0,0-4 7 16,-6 1-4-16,1-2 7 15,-7 0 9-15,-6 3 9 16,-7-1-2-16,-5 3 2 16,0 1 0-16,-17 0 21 15,-10 0 15-15,-6-1 1 16,-1-2-8-16,1-8 2 15,6-3 7-15,5-1-15 16,11 0-14-16,8-8-9 16,3-8-23-16,5-3-73 0,23-8-79 15,5-3-206-15</inkml:trace>
  <inkml:trace contextRef="#ctx0" brushRef="#br0" timeOffset="21680.83">4086 3306 705 0,'0'0'147'16,"0"0"34"-16,0 0-63 16,0 0-69-16,0 0-49 15,0 0 13-15,30 54 32 16,-18-25-12-16,-3 3 5 16,1 1-6-16,-4 1-15 15,-4-3-7-15,-2-1-8 16,0-2 6-16,0-4-5 0,0-3-2 15,0-5-2-15,0-5-32 16,-5-7-30-16,5-4-14 16,0 0-63-16,0-3-57 15,0-19-390-15</inkml:trace>
  <inkml:trace contextRef="#ctx0" brushRef="#br0" timeOffset="21913.73">4077 3258 584 0,'0'0'175'16,"0"0"-53"-16,0 0-20 15,0 0-41-15,60-74-40 0,-32 72-21 16,2 2 0-16,0 2-2 16,-3 15 2-16,-7 5 10 15,-6 3-10-15,-6 2 3 16,-8 3 2-16,0-1 2 15,-17 1 1-15,-8-2-4 16,-5-3-4-16,0-2-67 16,3-7-169-16</inkml:trace>
  <inkml:trace contextRef="#ctx0" brushRef="#br0" timeOffset="22638.741">4520 3459 525 0,'0'0'125'0,"0"0"-38"15,0 0-7-15,0 0-1 16,103-88-34-16,-76 67 12 16,-5-2 8-16,-5 3-13 15,-4 2-5-15,-13 3-13 16,0 2-8-16,-7 4-26 15,-14 5 7-15,-6 4-7 16,-6 0-5-16,0 11 4 16,2 8 0-16,9 3-9 0,4 6 1 15,7 1 7-15,7-1-3 16,4-2 4-16,1-6 1 16,23 0 0-16,6-7 6 15,7-10-2-15,7-3-4 16,2 0-23-16,-1-10-18 15,1-10-2-15,-7-1-11 16,-2-4 15-16,-4 0 28 16,-3-1 11-16,-11 2 1 15,-4 4 10-15,-6 2 25 16,-9 6 38-16,0 4-10 16,0 2-14-16,-10 6-38 15,-10 0-12-15,2 0-1 0,-4 6-1 16,4 11-3-16,2 3-2 15,5 4 3-15,8 1 0 16,3-1 2-16,0-1 2 16,6-5-1-16,18-6-17 15,6-7-21-15,10-5-13 16,6 0-41-16,8-12-61 16,3-6 14-16,1-1 12 15,-3-4-19-15,-7-3 108 16,-8-2 33-16,-12 0 6 15,-13 1 52-15,-12 5 108 16,-3 4 67-16,-6 8-40 16,-10 4-115-16,-5 5-50 0,2 1 10 15,-1 0-17 1,7 8-12-16,2 3 1 0,4 3-2 16,0 0-2-16,7-3-2 15,0-2-37-15,0-2-18 16,13-5-44-16,0-2-53 15,7 0-63-15,-2-6-125 16</inkml:trace>
  <inkml:trace contextRef="#ctx0" brushRef="#br0" timeOffset="22880.118">5336 3089 45 0,'0'0'473'0,"0"0"-253"0,0 0-33 15,0 0-68-15,0 0-47 16,0 0-38-16,-10-48-34 0,10 55 2 15,-2 11-2 1,-1 12 37-16,3 7 20 0,0 8 12 16,0 4-9-16,0 2-12 15,0-4-19-15,0-1-8 16,0-6-11-16,11-5-2 16,-2-6 0-16,4-5-7 15,-2-6-1-15,0-8-23 16,-3-3-45-16,1-7-97 15,-3-2-155-15</inkml:trace>
  <inkml:trace contextRef="#ctx0" brushRef="#br0" timeOffset="23733.923">6577 3052 755 0,'0'0'152'0,"0"0"-40"0,0 0-64 16,0 0-48-16,-117 52 3 15,77-15 4-15,14-3-3 16,7-4 3-16,13-7-2 15,6-5-1-15,0-6 2 16,10-6 9-16,14-6 0 16,13 0 4-16,1-9-19 15,-4-11-6-15,-4-2-14 0,-6-3 9 16,-13-1 4 0,-9 1 7-16,-2 2 1 0,-12 5-1 15,-13 8 0-15,2 2 4 16,-2 8 7-16,10 0-4 15,8 0-2-15,5 0-5 16,2 0-2-16,6 0 2 16,21 0 3-16,16 0 6 15,5-2-9-15,4-12-27 16,-1-7-13-16,-5-2-10 16,-5-5 19-16,-10 0 4 15,-12-3 23-15,-11-2 4 16,-8 5 4-16,0 1 8 0,-6 6 12 15,-12 7 8-15,6 2 0 16,1 10 24-16,3-1 4 16,0 3-24-16,-1 0-25 15,3 14-10-15,0 9 2 16,2 13 1-16,4 7 5 16,0 7 15-16,0 1 13 15,4 5 1-15,8-6 3 16,-3 2-20-16,2-8-3 15,-1-3-3-15,-1-4-2 16,-3-4-5-16,-3-6-4 16,4-7-2-16,-2-6 4 0,-1-5-4 15,-2-6-2-15,1-3 0 16,0 0-1-16,1 0-25 16,3-7-44-16,-2-9-83 15,-5-7-98-15,0-8-478 16</inkml:trace>
  <inkml:trace contextRef="#ctx0" brushRef="#br0" timeOffset="23937.85">6734 3152 760 0,'0'0'200'0,"0"0"-105"0,0 0 19 0,0 0-52 16,0 0 1-16,0 0-19 0,127 7-23 15,-72-8-12-15,-7-9-3 16,-5-1-6-16,-12 4-6 16,-5-2-48-16,-10 5-35 15,-8-2-88-15,-8 5-137 16</inkml:trace>
  <inkml:trace contextRef="#ctx0" brushRef="#br0" timeOffset="24598.616">7963 3071 805 0,'0'0'107'0,"0"0"33"0,0 0-51 15,-44-71-72-15,16 69-5 16,-8 2-12-16,-5 5 0 16,0 13 9-16,8 5 3 15,12 0-3-15,9 4-7 16,11 0 1-16,1-2-1 16,0-3 7-16,16-6-6 15,2-5-3-15,10-6-2 16,4-5-15-16,2 0-9 15,0-1-16-15,-1-12-26 16,-9-4 16-16,-2-3 10 16,-7-2 12-16,-9 1 30 0,-3 1 3 15,-3 5 18-15,0 6 32 16,0 4 45-16,0 4 10 16,0 1-44-16,0 0-59 15,0 17-2-15,0 10-3 16,-3 8 17-16,-2 6 6 15,1-1 16-15,4 0-13 16,0-2 1-16,0-5-10 16,0-3-10-16,0-7-6 15,0-7 3-15,9-6-4 16,0-5-25-16,7-5-51 16,2 0-41-16,3-10-132 15,3-13-430-15</inkml:trace>
  <inkml:trace contextRef="#ctx0" brushRef="#br0" timeOffset="25026.254">8289 2928 843 0,'0'0'92'0,"0"0"68"0,0 0-111 0,0 0-43 15,0 0-2-15,-33 76 4 16,33-34 5-16,0 5 8 15,0-1-2-15,0 3 1 16,0-3-13-16,0-5-3 0,0-7 3 16,0-9-5-16,8-7-2 15,5-8 3-15,3-8-3 16,10-2-2-16,2 0-4 16,5-13-1-16,-2-4 4 15,-1-3 0-15,-2 1 3 16,-2-2 1-16,-8-2 2 15,-5 2 0-15,-2-2 9 16,-8 4 18-16,-3 0 14 16,0 3-4-16,-8 6-9 15,-6 2-15-15,-11 6-14 16,-6 2-1-16,-2 0-2 16,-3 16 2-16,2 1-2 15,3 3 1-15,5-1 0 16,4 0-5-16,4-2-36 0,3-2-29 15,10-2-61-15,5-7-165 16,0-6-580-16</inkml:trace>
  <inkml:trace contextRef="#ctx0" brushRef="#br0" timeOffset="26284.996">9129 2898 462 0,'0'0'202'0,"0"0"-73"0,0 0-37 15,0 0-67-15,0 0 52 16,0 0-9-16,0 72-17 16,0-49 1-16,0-2-13 15,0-3-17-15,0-1-11 16,0-3-7-16,0-4 1 15,0 0 0-15,-3-6-5 16,1-4-13-16,-1 0-15 16,0-4 23-16,-3-12-52 0,6-3 35 15,-3-1 22 1,3 0 0-16,0 5 0 0,0 2 14 16,6 4 17-16,0 5 11 15,11 4-17-15,2 0-14 16,2 0-5-16,9 10 1 15,-5 3 2-15,-4 1-7 16,-6 0 4-16,4-1-6 16,-10 0 3-16,-3-1 0 15,-4-4-3-15,-2 1 0 16,0-4-18-16,0 1-12 16,-5-4-27-16,-4-2 11 15,2 0 15-15,3-8-7 16,-1-4 10-16,5-2 23 15,0 0 5-15,0-1 12 0,5 0 14 16,14 1-5-16,5 0-7 16,2 5-14-16,7 2 8 15,-1 5-2-15,-4 2 1 16,-1 0-2-16,-5 0-3 16,-1 8 7-16,-6 5-3 15,-2 2 3-15,-8 0-7 16,-2-1 1-16,-3 0 4 15,0-2-7-15,0-2-25 16,0-3-69-16,0-7-133 16,0 0-327-16</inkml:trace>
  <inkml:trace contextRef="#ctx0" brushRef="#br0" timeOffset="26487.152">9694 2887 853 0,'0'0'105'0,"0"0"2"0,0 0-89 16,0 0-7-16,0 0 9 16,-10 84 8-16,10-55 9 15,-3-4-13-15,3-1-14 16,0-4-3-16,0-5-1 16,0-3-6-16,0-4-51 15,0-5-93-15,0-3-144 16,0 0-291-16</inkml:trace>
  <inkml:trace contextRef="#ctx0" brushRef="#br0" timeOffset="26638.211">9711 2674 930 0,'0'0'47'15,"0"0"50"-15,0 0-64 16,0 0-33-16,0 0-69 15,0 0-98-15,33-20-138 16</inkml:trace>
  <inkml:trace contextRef="#ctx0" brushRef="#br0" timeOffset="26863.037">9884 2577 538 0,'0'0'333'0,"0"0"-192"16,0 0-40-16,0 0-73 15,0 0 29-15,22 83 12 16,-16-37-24-16,2 1 25 16,-5 3-17-16,0-4-25 15,-3-2-3-15,0-6-14 16,0-7-7-16,0-8-1 16,0-5-3-16,0-8-16 15,0-6-65-15,0-4-70 16,0 0-142-16</inkml:trace>
  <inkml:trace contextRef="#ctx0" brushRef="#br0" timeOffset="27222.773">10136 2964 760 0,'0'0'108'16,"0"0"42"-16,0 0-100 15,0 0-32-15,0 0-9 16,92-43-4-16,-62 31-2 16,-3-2 1-16,-3 0 0 15,-9-1-2-15,-9-2-2 0,-2 0-1 16,-4 4-9-16,0 0 4 16,-16 3-5-16,-6 10 5 15,-4 0 4-15,-5 0 2 16,7 10 1-16,-3 7 2 15,6 8 2-15,8 0 0 16,1 3 2-16,7-1 6 16,5-2-2-16,0-3 0 15,8-4-1-15,14-6-4 16,5-3 5-16,4-9-11 16,2 0-37-16,-3 0-106 15,1-10-261-15</inkml:trace>
  <inkml:trace contextRef="#ctx0" brushRef="#br0" timeOffset="27537.398">10606 2750 854 0,'0'0'135'0,"0"0"26"16,0 0-105-16,0 0-42 15,0 0-11-15,0 0-2 16,-54 28-1-16,47-3-2 15,4 0-7-15,3 4 9 0,0-5-4 16,0-3-4 0,11-2-4-16,2-4 4 0,-4-3 3 15,2 2 4-15,-2-3-4 16,-3 1 4-16,-4 1 0 16,-2 0-1-16,0 1 2 15,-17-2 4-15,-8-5 2 16,3 1 0-16,-2-4 0 15,0-1-3-15,0-3-3 16,2 0-7-16,1 0-104 16,13-13-348-16</inkml:trace>
  <inkml:trace contextRef="#ctx0" brushRef="#br0" timeOffset="27951.7">11577 2588 689 0,'0'0'111'0,"0"0"-61"0,0 0 23 0,-34 75 26 0,22-32-21 15,4 1-8-15,1 2 6 16,4-2-21-16,0-6-18 15,1-4-12-15,2-4-8 16,-1-8-9-16,1-6-6 16,0-8-2-16,0-2-1 15,0-5-55-15,0-1-58 16,0 0-69-16,0-17-350 16</inkml:trace>
  <inkml:trace contextRef="#ctx0" brushRef="#br0" timeOffset="28185.221">11480 2564 396 0,'0'0'294'0,"0"0"-269"16,0 0 35-16,97-48-37 16,-55 48-15-16,-2 4-1 15,-7 15 11-15,-9 9-4 16,-9 3-13-16,-11 4 22 15,-4-2-6-15,-4 1 20 16,-19-2 16-16,-3-2-39 16,-4-4-8-16,0-1-6 0,7-6-76 15,6-6-202 1</inkml:trace>
  <inkml:trace contextRef="#ctx0" brushRef="#br0" timeOffset="28565.068">12022 2855 584 0,'0'0'158'0,"0"0"-4"16,0 0-46-16,0 0-38 15,89-91-26-15,-57 69-8 16,-4-1-11-16,-7-1-11 15,-9 3-2-15,-8 1 0 0,-4 4 1 16,-3 3-9-16,-18 5-4 16,-7 3-9-16,-1 5 0 15,-2 0 4-15,3 8 1 16,3 15-3-16,1 5-7 16,9 1 12-16,3 7 2 15,6 1 3-15,6-2 3 16,3-3 5-16,18-5-3 15,5-7-1-15,6-3 2 16,4-11-3-16,-2-6-6 16,2 0-14-16,4-5-64 15,-10-13-84-15,0-3-137 0,-8-5-171 16</inkml:trace>
  <inkml:trace contextRef="#ctx0" brushRef="#br0" timeOffset="28827.375">12395 2668 645 0,'0'0'140'0,"0"0"-5"16,0 0-60-16,0 0-41 16,0 0-9-16,0 0 6 15,73 68 19-15,-66-40-4 16,-2 2 13-16,-5-5-5 16,0 1-11-16,0-7-15 15,-12-5-2-15,-6-3-5 16,0-2-3-16,2-9-3 0,3 0-9 15,5 0 1-15,5 0 0 16,3-11-1-16,0-6-1 16,3-11-5-16,22-9 0 15,8-6-31-15,8-7-63 16,3-2-92-16,0 2-166 16</inkml:trace>
  <inkml:trace contextRef="#ctx0" brushRef="#br0" timeOffset="29854.749">13421 2657 885 0,'0'0'96'0,"0"0"20"0,0 0-73 0,0 0-23 15,112-82-4-15,-58 55-3 0,-5-5-1 16,-9-6-3-16,-5 1 1 16,-10-1-2-16,-11 7-1 15,-6 2-5-15,-8 7-1 16,0 4-1-16,0 3-4 16,-10 4 4-16,-1 7 0 15,1 2 14-15,-2 2 3 16,0 0-4-16,0 10-12 15,0 12 1-15,3 8 8 16,2 9 7-16,5 6 0 16,2 1 16-16,0 4-7 15,0-5 1-15,6-2-2 0,8-4-7 16,-1-4-4-16,-1-5-9 16,-1-5-2-16,-1-5-1 15,-3-1 0-15,-1-8-2 16,-1-9-5-16,4-2-7 15,0 0 3-15,6-13 5 16,4-12-12-16,2-3 4 16,-2 0 0-16,2 0 4 15,0 6 5-15,-1 3 0 16,0 5 2-16,0 1 0 16,-5 8 0-16,1 5 0 15,-1 0-10-15,0 5 5 16,-2 13 2-16,-2 5 4 0,2 1-2 15,-4 1 3-15,-3-2-3 16,-1-5-3-16,0-2-9 16,1-5-5-16,2-5-14 15,4-3 0-15,4-3 3 16,2-3-6-16,0-17-3 16,-2-2 9-16,-2-5 20 15,-6-5 8-15,-3 7 2 16,-3 7 0-16,-2 7 16 15,0 5 3-15,0 6 1 16,0 0-20-16,-2 10-6 16,-3 10 6-16,3 3-2 0,2 0 2 15,0-3 0-15,5-2 1 16,8-7 2-16,2-1 3 16,6-8-2-16,-1-2-3 15,2 0-2-15,-2-12-4 16,-3-5 3-16,-5-4 0 15,-6-1 2-15,-5-4-2 16,-1-1 2-16,-1 3 1 16,-14 0 2-16,-5 8 23 15,1 1 8-15,4 8-23 16,0 3-11-16,8 4 0 16,1 0-47-16,6 0-51 15,0 4-125-15,9 1-92 0</inkml:trace>
  <inkml:trace contextRef="#ctx0" brushRef="#br0" timeOffset="30245.187">14451 2463 679 0,'0'0'165'0,"0"0"-31"0,0 0-67 16,0 0-3-16,0 0 17 15,0 101 0-15,3-70-42 16,7-1-12-16,0-7-2 15,1-1-6-15,8-9-4 16,-1-5-11-16,2-6 5 0,2-2 0 16,-3 0-5-1,-1-11-3-15,-2-8-1 0,-2-1-11 16,-3-7-8-16,-3-1-9 16,-2-1 3-16,-4 7 16 15,-2 4 8-15,0 6 1 16,0 7 7-16,0 5 1 15,0 0-8-15,-3 5 0 16,-2 13-3-16,4 5 3 16,1-2 3-16,0 2-2 15,0-8 3-15,10-1-3 16,4-8 1-16,4-3-2 16,4-3-32-16,2 0-48 0,0-9-55 15,-2-5-11 1,0-8-169-16,0-4-176 0</inkml:trace>
  <inkml:trace contextRef="#ctx0" brushRef="#br0" timeOffset="30508.321">14913 2435 633 0,'0'0'201'15,"0"0"-80"-15,0 0-61 16,0 0-27-16,0 0 4 16,64 75 11-16,-48-44 5 15,-2 0-12-15,1 0 11 16,-3-7-4-16,-4-3-9 15,-4-6-21-15,-4-7-8 16,0-2-3-16,0-6-3 16,-6 0 7-16,-8 0 3 0,0-14-9 15,3 1-1-15,7-7 1 16,4-7 0-16,0-7-5 16,13-4 5-16,15-1-5 15,8-2-5-15,6 9-33 16,1 7-57-16,2 11-86 15,-3 7-273-15</inkml:trace>
  <inkml:trace contextRef="#ctx0" brushRef="#br0" timeOffset="30638.133">15544 2548 474 0,'0'0'415'0,"0"0"-234"0,0 0-78 16,0 0-103-16,0 0-105 15,0 0-514-15</inkml:trace>
  <inkml:trace contextRef="#ctx0" brushRef="#br0" timeOffset="33895.016">16648 2300 697 0,'0'0'89'0,"0"0"-35"0,0 0 93 0,0 0-81 15,0 0-25-15,-80-65-21 0,47 65-8 16,-8 11-7 0,-3 10 1-16,0 12 2 0,1 2-2 15,3 3-2-15,9 5 2 16,5-6-5-16,13-1-1 15,8-5 0-15,5-3-25 16,12-7-44-16,21-3 9 16,13-7-62-16,7-6-43 15,6-5-33-15,2 0 40 16,-2-16 37-16,-9-12 121 16,-8-5 9-16,-8-4 124 15,-10-3 35-15,-9 7-37 16,-9 6 29-16,-6 8-6 0,0 9-56 15,-15 7-29-15,-7 3-48 16,-5 13-17-16,-6 13-3 16,5 4 2-16,4 0-2 15,6-1 0-15,11-2-1 16,5-5 1-16,2-4-1 16,0-6 0-16,9-4-6 15,12-8-7-15,1 0-8 16,1 0-3-16,1-17 17 15,-2-4 2-15,-4-1 3 16,0 0 2-16,-6 5 0 16,-2 10-1-16,-5 4 1 0,-1 3 5 15,2 3-5-15,4 19 0 16,2 2 1-16,1 1 9 16,0-3-7-16,-1 0-1 15,2-4-1-15,5-5 6 16,1-6 1-16,7-7-8 15,-2 0-28-15,5-3-57 16,-4-15 2-16,-4-8-60 16,-3-9-19-16,-2-9-39 15,-4-8 48-15,-4-7 99 16,-3-2 54-16,-4 2 66 16,-2 4 80-16,0 12 26 15,0 11-23-15,-3 13 15 0,-6 9-25 16,3 8-39-16,-1 2-53 15,-1 2-42-15,-1 18-5 16,1 6 13-16,1 6 15 16,4 5 18-16,3 2 11 15,0 4-6-15,0 5-13 16,7-4-24-16,1-5-6 16,-3-1-6-16,-1-8 2 15,1-6-4-15,-1-4-4 16,3-5-40-16,1-6-51 15,7-4-85-15,4-5-159 16,6-5-294-16</inkml:trace>
  <inkml:trace contextRef="#ctx0" brushRef="#br0" timeOffset="34619.902">17340 2246 718 0,'0'0'147'0,"0"0"-84"0,0 0 20 0,0 0-13 0,-80 64-19 0,71-31-15 16,7 0-15-16,2-3-3 16,0-4-3-16,3-3-4 15,11-7-2-15,-4-9-2 16,-1 1-7-16,6-6-11 16,-3-2-16-16,1-2-1 15,1-15-6-15,0-8-2 0,-1-2-3 16,-3 0 10-16,-4 7 17 15,-4 7 12-15,3 11 29 16,-3 2 24-16,1 2-53 16,3 17-3-16,2 3 3 15,3 1 6-15,1-3-1 16,-1-3-1-16,8-6 1 16,-1-4 5-16,2-7 7 15,2 0-7-15,-3-3-9 16,-1-14-1-16,-5-4-17 15,0-1-10-15,-6-1 7 16,-5 3-4-16,-2 6 18 16,0 9 6-16,0 5 6 0,0 2-6 15,0 18-13-15,0 5 10 16,0 0 3-16,3-4 0 16,8-5 1-16,8-3 0 15,4-4 0-15,6-9 10 16,5 0-5-16,0-9-6 15,4-12-32-15,-7-7-30 16,-1-6-63-16,-6-5-20 16,-7-2 21-16,-5-2 28 15,-4-2 96-15,-2-1 2 16,-3 1 56-16,-3 6 34 16,0 9 36-16,0 8 26 15,0 9-38-15,0 8-45 0,0 3-6 16,0 2-27-16,-3 5-38 15,-1 16 0-15,1 13 0 16,1 8 12-16,2 7 13 16,0 5 12-16,0-2-8 15,7 1-18-15,-2-7-7 16,-4-6-4-16,7-10-3 16,-1-10-43-16,8-10-56 15,8-4-69-15,4-6-19 16,4-6-104-16,2-17-42 15</inkml:trace>
  <inkml:trace contextRef="#ctx0" brushRef="#br0" timeOffset="35198.986">18152 2324 127 0,'0'0'237'0,"27"-80"-4"0,-27 58 28 0,0 10-36 15,0 9-72-15,-9 3-98 16,-5 3-37-16,-3 17-18 16,4 5 2-16,5 0 2 15,5 2 3-15,3-8-4 16,0-2 2-16,3-8-5 15,13-6 0-15,-1-3-12 16,4 0 7-16,-2-12-6 16,2-7-11-16,-8 2-5 15,1 3-9-15,-8 5 22 16,-1 5 11-16,-3 4 0 16,6 3-27-16,3 14-20 0,1 3 50 15,10-1 0 1,2-1 1-16,8-8 3 0,8-4-1 15,1-6 0-15,3-1 0 16,-1-15 1-16,0-5-4 16,-5-6-4-16,-6-1-2 15,-3-3-4-15,-7 0 8 16,-6-3 2-16,-6-1 2 16,-8-1 2-16,0 4 14 15,0 8 21-15,-3 9 2 16,-2 8-7-16,-1 7-14 15,-1 0-20-15,-4 13-23 16,-1 15 23-16,1 6 2 16,5 7-1-16,3-1 5 15,3-1-3-15,0-5 1 0,4 0 2 16,8-8 3-16,1-5-6 16,4-9 2-16,1-5 0 15,-2-7-1-15,1 0 3 16,2-1-6-16,-5-10-1 15,-1 0-1-15,-6 1-5 16,-1 3-7-16,-1 3-5 16,-2 1-20-16,-3 1-22 15,0 0-10-15,0 2-61 16,0-6-140-16,0-3-252 16</inkml:trace>
  <inkml:trace contextRef="#ctx0" brushRef="#br0" timeOffset="35336.356">18626 2142 624 0,'0'0'312'0,"0"0"-237"0,0 0 5 0,97-37-67 16,-45 28-13-16,3 1-114 16,1-2-441-16</inkml:trace>
  <inkml:trace contextRef="#ctx0" brushRef="#br0" timeOffset="36161.002">1963 4672 652 0,'0'0'124'0,"0"0"-30"0,0 0 44 0,0 0-53 0,0 0-83 16,0 0 2-16,-36 73 21 15,32-21 24-15,1 4 6 16,3-2-2-16,-3-4-17 16,3-5-24-16,0-7-9 15,0-5-3-15,0-9 3 16,0-7-3-16,0-7-41 15,0-10-16-15,0 0-38 16,0-3 27-16,0-14-143 16,-6-8-198-16</inkml:trace>
  <inkml:trace contextRef="#ctx0" brushRef="#br0" timeOffset="36729.844">1732 4877 676 0,'0'0'109'0,"0"0"71"15,0 0-103-15,0 0-62 16,0 0-12-16,0 0 14 16,79-20-9-16,-20 3-6 15,7-6-2-15,4 1-5 16,2-2-23-16,-8 0-21 16,-12 0-17-16,-12 4-40 0,-20 2 18 15,-11 1 88 1,-9 4 4-16,0 0 79 0,-15 6 3 15,-3-1-43-15,0 6 20 16,9 1 29-16,0 1-37 16,3 0-13-16,2 3-42 15,1 15 3-15,1 7-2 16,2 5 12-16,0 2 9 16,11 7-1-16,5-3 4 15,-2 0-9-15,5-5-8 16,-7-3-4-16,-1-8-1 15,-1-3-1-15,-7-3 1 16,0-4-3-16,-3-5 0 16,0-2-15-16,0-1 0 15,0-2 8-15,0 0 7 0,0-13 6 16,0-10-6 0,0-2 1-16,0-5 3 0,0 1-3 15,9 1-1-15,7 6-1 16,5 6-5-16,6 8-2 15,0 6 3-15,0 2 0 16,-2 0-1-16,-1 16-4 16,-6 4 4-16,-2 1 6 15,-2 2 0-15,-4-2 1 16,-4 0-1-16,-3-3 1 0,0-3-1 16,-3-3-113-1,0-3-203-15,0-5-519 0</inkml:trace>
  <inkml:trace contextRef="#ctx0" brushRef="#br0" timeOffset="37051.951">2698 4817 652 0,'0'0'110'0,"0"0"32"0,56-79-47 0,-34 52-35 15,-7 2-33-15,-3 3-11 16,-6 3 8-16,-3 5 5 15,-3 2 7-15,0 4-25 16,-9 4-11-16,-9 4-2 16,-6 0-7-16,-3 18 9 0,2 9-5 15,6 6 3-15,2 3 2 16,11 5 5-16,-1-1 18 16,7-5 8-16,0-5 2 15,18-8-18-15,5-6 2 16,6-8-4-16,2-5 5 15,3-3-6-15,4 0-3 16,1-6-9-16,5-4-2 16,-3 5-65-16,-10 2-86 15,-6 3-84-15</inkml:trace>
  <inkml:trace contextRef="#ctx0" brushRef="#br0" timeOffset="39596.301">4650 4463 542 0,'0'0'105'0,"0"0"14"0,0 0 10 0,0 0-28 0,0 0-87 15,0 0 2-15,-88-20-9 16,60 40 0-16,4 4-1 15,6-1 2-15,10-2-8 16,8 1-8-16,0-3 8 16,8-2 11-16,10-4-4 15,6-4-1-15,-2-2-4 16,2 0 0-16,-3-1 2 16,-5 4-4-16,-4 1 0 15,-7 7-4-15,-5 4-2 16,0 3 4-16,-3 0-1 15,-20-3 3-15,-1-1 2 16,-10-4 3-16,-2-6 10 16,-2-3-1-16,-3-6-6 0,4-2-1 15,5 0-2-15,9-2-2 16,9-12-3-16,10-6-67 16,4-6-54-16,31-10-146 15</inkml:trace>
  <inkml:trace contextRef="#ctx0" brushRef="#br0" timeOffset="39887.319">4819 4453 703 0,'0'0'98'0,"0"0"-57"16,0 0 3-1,0 0 10-15,0 0 33 0,0 86-31 16,0-46 13-16,0 2-8 15,2 6-6-15,4-4-7 16,2-2-17-16,-2-5-14 16,2-8-8-16,-7-3-5 15,-1-6-1-15,0-5 1 16,0-5 0-16,0-3-4 16,0-4-11-16,0-3-21 15,0 0-11-15,0 0 1 16,-6-13-89-16,0-5-34 15,-3-8-114-15,1-8-369 16</inkml:trace>
  <inkml:trace contextRef="#ctx0" brushRef="#br0" timeOffset="40140.973">4802 4404 512 0,'0'0'107'16,"0"0"-55"-16,112-45 55 15,-63 41-35-15,0 4-41 16,-4 0-8-16,-9 16-13 16,-9 11-4-16,-11 2 10 15,-8 5 8-15,-8 1 18 16,0-1-3-16,-19-4-3 16,-7 2-27-16,-11-6-7 0,6-2 17 15,-2-7-10 1,3-6-9-16,9-2-48 0,0-8-58 15,10-1-107-15,11 0-278 16</inkml:trace>
  <inkml:trace contextRef="#ctx0" brushRef="#br0" timeOffset="40884.971">5293 4638 490 0,'0'0'155'0,"0"0"-82"0,0 0 42 16,91-62-42-1,-66 45-25-15,-2 3-13 0,-2-1-5 16,-9-1 4 0,-5 4-8-16,-6-2-2 0,-1 2 2 15,0 0 10-15,0 7 0 16,-13 1-36-16,-5 2 0 15,-4 2 0-15,-2 0 10 16,6 11-10-16,2 9-2 16,2 3-7-16,11 4 9 15,3-1 0-15,0 4 2 16,3-3 3-16,17-3-4 16,5-5-1-16,5-6-5 15,1-6-7-15,5-7-6 0,0 0-7 16,2-4 10-16,0-13 1 15,-1-4 7-15,-4-3 7 16,-8 0 0-16,-4-2 1 16,-9 1 2-16,-6 0-1 15,0 1-2-15,-6 4 5 16,0 3 14-16,0 5 26 16,-6 3 6-16,-3 4-41 15,-7 2-10-15,1 3-8 16,-4 0 6-16,0 15 0 15,3 3 0-15,7 5 0 16,3 1-10-16,6 0 9 16,0-3-17-16,20-1-2 0,5-7-6 15,6-3-12 1,2-6-31-16,6-4-47 0,1 0-92 16,2-17 11-16,4-3 45 15,-1-8 62-15,-6 0 92 16,-12-2 7-16,-8 2 82 15,-13 5 48-15,-6 6 51 16,0 8 12-16,-6 5-48 16,-15 4-95-16,0 0-31 15,3 12-17-15,8 6-7 16,1 1 6-16,3-1 2 16,6-1-10-16,0-3-16 15,6-6-19-15,13-3-7 0,-1-5-29 16,9 0-53-16,-3-13-100 15,1-9-85-15</inkml:trace>
  <inkml:trace contextRef="#ctx0" brushRef="#br0" timeOffset="41118.369">6133 4196 397 0,'0'0'220'0,"0"0"34"0,0 0-45 15,0 0-91-15,0 0-76 16,0 0-38-16,-72-15 12 15,69 41 15-15,3 13-7 16,0 4 5-16,0 9 7 0,0 3 1 16,0 2-6-1,5-2-3-15,-2-4-10 0,-2-4-13 16,2-8 0 0,-1-5-5-16,-1-8-1 0,1-8-31 15,4-9-57-15,6-4-98 16,-3-5-198-16</inkml:trace>
  <inkml:trace contextRef="#ctx0" brushRef="#br0" timeOffset="41793.112">7083 4356 851 0,'0'0'156'0,"0"0"-89"0,0 0-8 16,-98 3-33-16,68 22-2 16,12 3-7-16,8 3 0 15,8-1 2-15,2-5-10 16,9-5-1-16,12-4-2 16,10-8-1-16,2-8-5 15,3 0-3-15,3-7-6 16,-1-14 3-16,-6-5 1 15,-11-5 0-15,-6-2 3 16,-15 0 2-16,0 1-1 16,-15 5 1-16,-15 7 0 0,-7 10 0 15,-5 6 0-15,0 4 0 16,11 0 0-16,7 7 0 16,9 4 0-16,9-1-10 15,6-2-18-15,11 0-5 16,20-5 26-16,15-3-10 15,9 0-39-15,1-9-15 16,0-8-21-16,-5-7-6 16,-8 0 26-16,-8-3 57 15,-13 0 15-15,-13 3 3 16,-9 4 12-16,0 3 43 16,-3 4 23-16,-8 4-1 0,1 2 5 15,0 7-22 1,2 0-27-16,5 0-21 0,-2 4-6 15,4 11 14-15,-1 5 5 16,2 6-7-16,0 9-5 16,0 6 16-16,0 4 19 15,0 2-7-15,0 0-12 16,0-4-2-16,0 0-15 16,0-5-3-16,0-3-1 15,0-5-6-15,0-7 0 16,0-6-3-16,2-8-2 15,1-5-6-15,0-4-31 16,0 0-34-16,-3-7-51 16,0-14-155-16,0-4-409 15</inkml:trace>
  <inkml:trace contextRef="#ctx0" brushRef="#br0" timeOffset="41930.157">7325 4402 853 0,'0'0'86'0,"0"0"-21"0,0 0-27 0,0 0-38 16,0 0-10-16,91-31-115 15,-63 24-265-15</inkml:trace>
  <inkml:trace contextRef="#ctx0" brushRef="#br0" timeOffset="42361.805">8520 4103 762 0,'0'0'164'15,"0"0"-68"-15,0 0-82 16,0 0 33-16,-13 97 20 15,10-53-21-15,3-2-3 16,0-2-5-16,0-3-2 16,0-6-12-16,-3-3-8 15,1-7-11-15,-1-3-5 16,-1-5 0-16,-1-3-40 16,-2-6-36-16,-1-2-34 0,-2-2-27 15,-5 0-57-15,0-4-99 16</inkml:trace>
  <inkml:trace contextRef="#ctx0" brushRef="#br0" timeOffset="42930.787">8264 4325 348 0,'0'0'380'16,"0"0"-251"-16,0 0-12 16,0 0-64-16,0 0-37 15,0 0-6-15,134-23 4 16,-70 14-7-16,6 0-3 15,10-4 0-15,-3-1-4 16,-10 0-10-16,-9 0-44 0,-19-2-5 16,-14 1-7-1,-12-3 24-15,-13-2 33 0,0 1-6 16,-8 1 10-16,-10 4 5 16,-3 1 21-16,1 6 22 15,1 3 11-15,4 4 4 16,5 0-3-16,-1 2-28 15,1 17-10-15,4 9 11 16,1 2 16-16,5 6-3 16,0 4-6-16,0 0-5 15,0 1-1-15,8-3-10 16,4-3-9-16,-6-5-4 0,0-5-4 16,-3-10 2-1,-2-2-4-15,-1-6-6 0,0-5-22 16,0-2-3-16,0 0 21 15,0-16-11-15,3-5-6 16,4-4 2-16,1-5-2 16,9-1 8-16,-1 0 15 15,2 5 1-15,4 5 3 16,-4 5 0-16,0 8 0 16,-2 4 7-16,-2 4 4 15,-1 0-1-15,-1 11-4 16,0 6-2-16,-6 4 6 15,0 4-2-15,-3 1-5 16,-3-1-2-16,0 1-1 16,0-5-28-16,0-3-102 0,0-6-171 15,0-7-343-15</inkml:trace>
  <inkml:trace contextRef="#ctx0" brushRef="#br0" timeOffset="43246.339">9126 4414 597 0,'0'0'139'0,"0"0"26"16,0 0-47-16,112-75-54 16,-76 54-27-16,-2-2-8 15,-1 3-16-15,-8 1 1 16,-6 0-8-16,-11 4-1 16,-8 0 2-16,0 6-7 15,-18 3-9-15,-8 6-14 0,-9 0 4 16,1 1 3-16,4 17 14 15,9 3 2-15,1 6 17 16,7 3 21-16,3 3-4 16,7 0 5-16,3-3-2 15,0-4-15-15,17-8 0 16,13-5-1-16,6-8-7 16,12-5-4-16,10 0-7 15,-1 0-3-15,-1-11-47 16,-4-1-97-16,-4-5-151 15</inkml:trace>
  <inkml:trace contextRef="#ctx0" brushRef="#br0" timeOffset="43915.704">10685 3876 607 0,'0'0'183'0,"0"0"-107"0,0 0-54 15,0 0 34-15,-12 103 7 16,12-57 6-16,0 3-16 16,9-6-2-16,0-2-3 15,4-6-18-15,-5-6-4 16,-2-7-14-16,-3-6-8 15,-3-7 3-15,0-3-7 0,0-4-14 16,0-2-12 0,0 0 12-16,0 0-6 0,-9-11-23 15,1-3 9-15,1-4 4 16,1 0 8-16,4-2 17 16,2 4 4-16,0 0 1 15,5 0 4-15,19 5 9 16,7 3-6-16,2 2 11 15,4 4-10-15,2 2 4 16,0 0-3-16,-5 8 5 16,-4 9 3-16,-2 4-1 15,-10 3 1-15,-6-1-2 16,-9 0 2-16,-3 0-2 16,-9-2 5-16,-16-4-2 0,-5-1-5 15,-2-4-7 1,-3-4-3-16,5-3-3 0,1-3-7 15,9-2-27-15,11 0-27 16,7 0-69-16,2-13-175 16,21-7-390-16</inkml:trace>
  <inkml:trace contextRef="#ctx0" brushRef="#br0" timeOffset="44318.636">11185 4074 769 0,'0'0'109'0,"0"0"56"0,0 0-75 0,0 0-51 0,-81-2-4 16,57 19-12-1,3 3-12-15,9 1-4 0,4-1-4 16,8-3 0-16,0 0 0 16,0-6-3-16,16-4-6 15,6-6-7-15,1-1 0 16,7-1-3-16,-2-14 5 15,2-3 8-15,-3 1 3 16,-5 2 0-16,-9 4 2 16,-4 5 9-16,-3 6 24 15,-3 0-16-15,5 4-19 16,-1 12 14-16,3 2-1 16,-2 2-2-16,1-3 1 15,1-1-5-15,-1-7-3 0,5-3 3 16,1-6 0-16,6 0 1 15,3 0-8-15,-2-13-13 16,-1-4-20-16,-5-4-6 16,2-2-73-16,-6-6-25 15,1-1-123-15,-2-2-22 16,-4 3-20-16</inkml:trace>
  <inkml:trace contextRef="#ctx0" brushRef="#br0" timeOffset="44546.274">11531 3973 245 0,'0'0'270'0,"0"0"-36"16,0 0-33-16,0 0-56 15,0 0-49-15,0 0-37 16,0-25-38-16,0 29-15 16,0 8 27-16,0 9 5 15,0 0 1-15,0 8-8 0,10 0-1 16,-5-1-8-16,-1-2-2 16,4-1-8-16,-5-5-7 15,4-2-3-15,-4-4-2 16,3-4-4-16,3-2-18 15,3-5-30-15,1-3-27 16,5 0-28-16,2-5-54 16,2-19-67-16,3-7-147 15</inkml:trace>
  <inkml:trace contextRef="#ctx0" brushRef="#br0" timeOffset="44821.081">11861 3811 671 0,'0'0'166'0,"0"0"-12"0,0 0-49 16,0 0-37-16,0 0-12 16,0 0-40-16,0 12-12 15,0 18 24-15,0 7 20 16,6 5-1-16,-2 2-1 16,0 0-8-16,-2-2-8 15,-1-6-5-15,2-5-4 16,6-8-9-16,2-6-3 15,7-5 0-15,7-6-3 16,6-6 1-16,1 0-7 0,-1 0-1 16,5-7-23-1,-8-6-35-15,-3 0-63 0,-1-4-115 16,-7-2-461-16</inkml:trace>
  <inkml:trace contextRef="#ctx0" brushRef="#br0" timeOffset="47430.038">12800 4113 523 0,'0'0'36'0,"0"0"25"0,0 0 81 0,0 0-13 0,0 0 4 16,0 0-94-16,36-22-31 15,-6-2 1-15,-2-5-6 16,-2 2 6-16,-8 0-5 16,-9 1 4-16,-4 6 0 15,-5 5 0-15,0 5 5 16,-5 10 3-16,-10 0-11 16,-6 12-5-16,1 15-3 15,7 3 2-15,4 1 1 16,9-3 6-16,0-1 3 15,3-6 7-15,16-5-2 16,4-8-1-16,10-7-5 0,5-1-8 16,1-1-10-16,-1-14-21 15,-4-6-20-15,-6-2-3 16,-4-4 4-16,-3-2 8 16,-8 2 14-16,-5 1 16 15,-5 11 12-15,-3 4 11 16,0 5 48-16,0 6 30 15,0 0-44-15,0 10-41 16,0 9 18-16,-8 5 16 16,2 2-11-16,-1-2-3 15,4-2-5-15,1-3-9 16,-2-2-5-16,4-6-2 16,0-3-1-16,0-3-2 15,0-5-7-15,0 0-9 0,0 0 14 16,0-11-1-16,2-9-10 15,5-3 2-15,3-1 1 16,1 0 8-16,5 4 2 16,1 3-1-16,2 6 1 15,2 5 6-15,-3 6 3 16,4 0 6-16,-1 10-4 16,-3 6 4-16,0 2 5 15,-6 2 3-15,1 1-3 16,-4-3-9-16,-4-1-2 15,-4-5-5-15,-1-1-1 16,0-5-3-16,0-5-25 16,-1-1-42-16,-13 0-47 0,-2-11-152 15,-6-15-475-15</inkml:trace>
  <inkml:trace contextRef="#ctx0" brushRef="#br0" timeOffset="47612.171">13045 3592 932 0,'0'0'24'0,"0"0"73"0,0 0-18 15,0 0-47-15,0 0-31 16,0 0 1-16,18 6 2 16,-3 4-4-16,-3 1-5 0,0 4-65 15,-3-4-86 1,-6-3-295-16</inkml:trace>
  <inkml:trace contextRef="#ctx0" brushRef="#br0" timeOffset="48946.254">14055 3835 572 0,'0'0'125'16,"0"0"57"-16,0 0-80 0,0 0-65 16,0 0 45-1,0 0 4-15,21 55-30 0,-16-35-14 16,-2 2-9-1,-3-2-20-15,0-3-6 0,0 2-2 16,-3-1 2-16,-10-3-7 16,-1-2-2-16,0-6-24 15,1-4-14-15,2-3 0 16,2-6 24-16,8-11-22 16,1-6 13-16,0-3 18 15,6 2 6-15,13 6 1 16,2 4 4-16,8 5 12 15,3 7 10-15,8 2-11 16,-1 0 7-16,2 8-3 16,-5 6 0-16,-7 1-4 0,-3 5-7 15,-9-1-5-15,-4-2-2 16,-9-3-1-16,-2-2 0 16,-2-2-14-16,0-3-19 15,0-3-20-15,-6-4-1 16,-4 0-3-16,0 0 23 15,4-11 6-15,0-7-3 16,5-3 26-16,1 1 5 16,0 3 6-16,0 1 15 15,3 8 5-15,7 1 11 16,8 4-16-16,1 3-6 16,2 0 2-16,3 6 1 0,2 6 3 15,-4 5 2-15,-6 2-13 16,-2 1-2-16,-7-1-7 15,-2-1 5-15,-2-1-6 16,-3-2-25-16,0-5-30 16,0-2-11-16,0-6-10 15,7-2-9-15,8 0 13 16,9-2 53-16,7-15 17 16,6-1 2-16,1-3 1 15,-1-2 26-15,-2 1 28 16,-4-1 14-16,-7 1-19 15,-5 0 5-15,-8 1-9 16,-5 0-2-16,-5-1-8 16,-1 4-15-16,0 2-8 15,0 5-4-15,-3 1-7 0,-6 6-2 16,-5 4-14-16,-6 0 13 16,-3 10-3-16,1 11 2 15,2 9 1-15,6 2 1 16,8 2 0-16,6-2-1 15,0-1 4-15,0-9-2 16,16-7 0-16,11-6 1 16,7-8-2-16,8-1-3 15,6-4-33-15,3-14-18 16,1-5-28-16,0-5-1 0,-4-5-49 16,-5-3-70-1,-10-4-127-15,-11 1 40 0,-7 0 289 16,-12 6 70-16,-3 6 202 15,0 4-3-15,-2 8-78 16,-5 4-77-16,0 5-24 16,2 6-22-16,2 0-31 15,0 0-33-15,-1 19 2 16,2 8 11-16,2 9-6 16,0 0 4-16,0 4 1 15,0-1 5-15,0-3-2 16,0-4-6-16,0-8-5 15,0-5-3-15,6-5 0 0,3-7 2 16,7-3-3 0,3-4-4-16,4 0-10 0,4-3-31 15,0-10-54-15,-2-4-47 16,-5-5-202-16</inkml:trace>
  <inkml:trace contextRef="#ctx0" brushRef="#br0" timeOffset="49105.227">15147 3751 569 0,'0'0'215'0,"0"0"-76"0,0 0-88 0,0 0-47 16,93-16-4-16,-45 13-38 0,-1 2-124 15,-9 1-125-15</inkml:trace>
  <inkml:trace contextRef="#ctx0" brushRef="#br0" timeOffset="49692.573">15444 3832 274 0,'0'0'195'16,"0"0"24"-16,0 0-59 16,0 0-69-16,103-29-31 15,-70 7 3-15,-2 3-6 16,-6-4 21-16,-8 1-15 15,-5 0 2-15,-8 1-16 16,-4 4-21-16,0 5-17 16,-16 6-11-16,-9 6-2 15,-2 0-1-15,-3 14 0 0,3 7-2 16,5 7 2 0,8 4 0-16,7 0-1 0,7 0 4 15,0 0 0-15,0-9 0 16,18-3 0-16,4-8-8 15,2-8-21-15,8-4-13 16,0 0-23-16,4-12-36 16,-5-2-6-16,-3-4-40 15,-5-2-55-15,-2-2-50 16,-3-1-8-16,-5 0 137 0,-2 5 123 16,0 3 244-1,-3 5 34-15,0 4-116 0,-2 3-28 16,4 3-48-16,0 0-53 15,4 6 7-15,1 11 3 16,-2 4-3-16,2 6 5 16,-4 3 11-16,-5-1-17 15,-2-1-15-15,-4-4-10 16,0-2-3-16,-4-6-1 16,-8-6-1-16,-1-4-2 15,-1-6 1-15,3 0-1 16,2 0 0-16,2-16 1 15,5-3-4-15,2-10-4 16,0-5 4-16,11-5-4 16,11-4-15-16,10-1-33 0,5 2-61 15,0 9-64 1,0 3-142-16</inkml:trace>
  <inkml:trace contextRef="#ctx0" brushRef="#br0" timeOffset="50268.388">16762 3523 706 0,'0'0'183'0,"0"0"-12"0,0 0-69 0,0 0-84 16,0 0-17-16,0 88 29 16,-3-40 11-16,-2 0 10 15,4-2 0-15,1-1-20 16,0-5-8-16,-2-6-14 16,2-7-6-16,0-10-3 15,0-8-8-15,0-4-40 0,0-5-29 16,0 0 7-16,0-13-66 15,0-11-139-15,0-7-300 16</inkml:trace>
  <inkml:trace contextRef="#ctx0" brushRef="#br0" timeOffset="50491.952">16704 3511 675 0,'0'0'37'15,"0"0"86"-15,0 0-12 16,0 0-73-16,0 0-19 15,107-68-7-15,-76 71-2 16,0 15-4-16,-4 9 0 16,-10 4 1-16,-9 3-3 0,-8-2 2 15,0-1-2-15,-23-2 0 16,-12-6-1-16,-5-3 8 16,3-4-1-16,4-4-10 15,11-1-115-15,11-7-117 16,11-4-321-16</inkml:trace>
  <inkml:trace contextRef="#ctx0" brushRef="#br0" timeOffset="50858.656">17085 3682 29 0,'0'0'617'0,"0"0"-513"0,0 0 27 15,111-48-53-15,-81 32-25 16,-2-1-14-16,-6 0-5 16,-8 0-3-16,-4-1-11 15,-9 1 7-15,-1 1-6 16,-4 3-21-16,-20 5-20 16,-4 6 18-16,-5 2 2 15,2 3 2-15,4 21-2 16,5 6-2-16,5 4 2 15,5 1 21-15,6-3-10 16,6-2-2-16,0-4-4 0,18-9 3 16,5-3 1-1,7-7 0-15,-1-7 0 0,10 0-9 16,-3 0-23-16,0-11-51 16,-4-5-15-16,-5-6-52 15,0-1-113-15,-3-4-189 16</inkml:trace>
  <inkml:trace contextRef="#ctx0" brushRef="#br0" timeOffset="51113.761">17509 3537 584 0,'0'0'183'0,"0"0"-66"15,0 0-47-15,0 0-40 16,0 0 8-16,0 0 5 0,27 91-1 16,-27-58 2-1,0-6 0-15,0 2-2 0,-6-5-10 16,-6-6-9-16,-4-6-5 15,-1-4-7-15,2-6-1 16,0-2 1-16,8 0-1 16,-2 0 1-16,6-11 0 15,3-6 0-15,0-8 8 16,15-8-14-16,13-9-2 16,6-6-3-16,7-4-28 15,2 1-64-15,-3 6-78 16,-5 8-209-16</inkml:trace>
  <inkml:trace contextRef="#ctx0" brushRef="#br0" timeOffset="51623.87">18369 3324 670 0,'0'0'95'0,"0"0"53"0,0 0-83 0,0 0-45 16,-96-15-19-16,46 30 5 15,1 6-5-15,14 5 6 16,11 2 6-16,13 1 7 16,11 0 1-16,0-1-14 15,11-4 4-15,17-3-2 16,6-5-4-16,1-2 2 15,-2-3-2-15,-5 3-5 16,-10 0-2-16,-9 1 0 0,-9-1-1 16,0 0 3-16,-14-3 2 15,-16-2 29-15,-1-3 6 16,-9-3-7-16,7-1-4 16,2-2-10-16,10 0-16 15,9 0 0-15,9 0-79 16,3-2-105-16,12-3-435 15</inkml:trace>
  <inkml:trace contextRef="#ctx0" brushRef="#br0" timeOffset="51932.781">18526 3574 186 0,'0'0'343'16,"0"0"-254"-16,109-74 47 15,-79 49-16-15,-6 3-35 16,-7-3 6-16,-7 4-26 16,-10 2-16-16,0 0-20 15,-5 5-29-15,-17 3-13 16,-3 5 1-16,-2 6 0 16,2 0 5-16,2 10 1 15,2 13 4-15,4 7 1 16,3 5 1-16,8 0 3 15,4-1 0-15,2-4 1 16,3-5-3-16,17-7-1 16,8-5 0-16,7-9-34 0,3-1-73 15,6-3-210-15</inkml:trace>
  <inkml:trace contextRef="#ctx0" brushRef="#br0" timeOffset="52448.104">19106 3377 584 0,'0'0'193'0,"0"0"-10"16,0 0-85-16,0 0-70 15,0 0 10-15,-80-43-33 16,58 61-4-16,3 8 2 16,4 3 14-16,2 7 9 15,8 2-13-15,3-3-9 0,2-5-2 16,0-7 4-16,12-5-3 15,6-7-3-15,7-5-21 16,5-6-20-16,6 0-12 16,-1-2-17-16,-4-15-5 15,0-2 32-15,-4-7 4 16,-5-2 20-16,-7 1 19 16,-4 3 3-16,-10 9 35 15,2 6 43-15,-3 3-9 16,0 6-26-16,0 0-45 15,0 6 2-15,0 11-3 16,-3 4 15-16,3 0-9 16,0-1-3-16,8-6 4 15,8-2-3-15,5-8 2 0,4-1 0 16,5-3 2-16,3 0-8 16,-6-7 5-16,-3-8-4 15,-11-3 0-15,-4-2-1 16,-9 0-1-16,0 1-7 15,-19 3-5-15,-5 3 10 16,0 6-1-16,4 6 1 16,1 1 0-16,7 0-13 15,3 11-58-15,9 2-53 16,0-4-64-16,11-1-124 16</inkml:trace>
  <inkml:trace contextRef="#ctx0" brushRef="#br0" timeOffset="53201.759">19584 3391 707 0,'0'0'161'0,"0"0"-60"0,0 0-56 0,0 0-3 16,0 0 13-16,0 0-10 16,0 86 6-16,0-64-16 15,0-4-15-15,0-5-10 16,0-6-1-16,0-4-2 15,2-3-1-15,1 0-1 16,1 0-5-16,4-12-7 16,7-7-16-16,0-3 9 0,4-1 3 15,0 2 3-15,-2 4 5 16,-3 7 1-16,-3 6 0 16,-2 4 1-16,1 0-7 15,-1 4-3-15,4 11 7 16,1 4-9-16,1-2-15 15,8-2 10-15,2-4-5 16,5-2 3-16,3-5-11 16,1-4-18-16,3 0-3 15,2 0 5-15,-2-13-28 16,-7-6 29-16,-6 1 41 16,-8-2 5-16,-10 4 0 15,-6 3 17-15,-1 6 65 16,-21 7-60-16,-7 0 13 0,-3 6-15 15,-1 14-3-15,6 4 11 16,7 1-20-16,6 0 3 16,11-2-11-16,3-6-3 15,4-8-24-15,21-7 7 16,5-2-36-16,6 0-70 16,-2-9 11-16,-4-10-46 15,0-4-6-15,-8 0 59 16,-2-4 102-16,-10 0 6 15,-1 0 46-15,-2-1 79 16,1-2 32-16,-2 1-29 0,-1 2 25 16,-1 1-30-1,-2 7-21-15,-1 2-16 0,-1 4-16 16,0 7-12-16,0 4-5 16,0 1-8-16,0 1-33 15,0 0-12-15,0 18-18 16,0 11 18-16,0 8 4 15,0 5 6-15,0 3-1 16,0 3 1-16,0-1-3 16,0-2-4-16,4-8-3 15,5-9-1-15,5-10-67 16,7-5-87-16,4-6-168 0</inkml:trace>
  <inkml:trace contextRef="#ctx0" brushRef="#br0" timeOffset="53331.248">20629 3496 462 0,'0'0'494'0,"0"0"-318"0,0 0-100 0,0 0-45 0,0 0-31 16,0 0-117-16,-26-11-112 16</inkml:trace>
  <inkml:trace contextRef="#ctx0" brushRef="#br1" timeOffset="58723.015">398 6356 336 0,'0'0'53'0,"0"0"-52"0,0 0 31 0,0 0 111 0,0 0-54 0,83-16 12 16,8-17-40-1,26-13-24-15,26-11 10 0,12-4-14 16,-4 0-10-16,3 1-17 15,-15 9 1-15,-17 2-6 16,-18 5 3-16,-13 7 5 16,-13 7 3-16,-17 8-3 15,-18 8-6-15,-16 7-2 16,-18 4-1-16,-9 3-14 16,-12 0-111-16,-36 20-70 15,-29 11-77-15</inkml:trace>
  <inkml:trace contextRef="#ctx0" brushRef="#br1" timeOffset="59031.136">558 6439 512 0,'0'0'49'15,"0"0"-45"-15,0 0 13 16,0 0 75-16,0 0 36 15,0 0-94-15,107-55-33 16,-16 15 1-16,27-8 5 16,10-6 13-16,11-2-6 15,4 1-5-15,-7 1 0 16,-9 4-4-16,-5 0-2 0,-7 4 13 16,-12 0-1-16,-15 10-2 15,-21 8-7-15,-25 7-2 16,-21 12-2-16,-11 4-2 15,-7 5-62-15,-3 2-133 16,-6 19-66-16,-24 9-67 16</inkml:trace>
  <inkml:trace contextRef="#ctx0" brushRef="#br1" timeOffset="59586.62">1541 6985 834 0,'0'0'63'0,"0"0"-52"0,0 0-11 0,0 0 1 0,-82-4-1 15,43 34 7-15,0 7-1 16,0 3 1-16,8-4 15 15,7-1-6-15,11-2-16 16,13-3 9-16,0-5-6 16,13-2 1-16,17-7-1 15,9-6-3-15,0 0-15 16,2-8-1-16,-8 6 12 16,-5 2 3-16,-11 2-3 0,-8 3 4 15,-9 3-3 1,0 5-5-16,-21 0 8 0,-12-1 5 15,-7 2 8-15,-5-4 4 16,-4-4-1-16,6-7 4 16,4-4-8-16,7-5 0 15,10 0-12-15,19-13-2 16,3-11-54-16,30-13-114 16,18-7-83-16</inkml:trace>
  <inkml:trace contextRef="#ctx0" brushRef="#br1" timeOffset="59914.954">1690 7072 596 0,'0'0'165'0,"0"0"-107"0,0 0 62 16,0 0-30-16,-91 75-37 16,85-55-27-16,6-1-19 15,0-3 3-15,6-3 3 16,13-4 3-16,4-5-6 15,8-4-4-15,-1 0-6 16,3-6-17-16,-6-10-13 16,-5-4-1-16,-10-2-1 15,-2-3 18-15,-5-4 9 16,-5 2 1-16,0 0 3 16,-2 6 1-16,-17 7 3 15,-5 8 0-15,-4 6 25 0,2 0-20 16,-1 3-3-1,8 7-5-15,7-2 0 0,12 0-48 16,6-5-151-16,24-3 69 16,6 0-169-16</inkml:trace>
  <inkml:trace contextRef="#ctx0" brushRef="#br1" timeOffset="60170.048">1981 6676 600 0,'0'0'110'15,"0"0"52"-15,0 0-1 16,0 0-36-16,0 0-14 16,0 0-101-16,-45-35 7 15,45 70 6-15,0 4 25 16,8 8 12-16,2 4-14 0,5-1-10 16,-6 2-16-1,6 1-6-15,-5-7-9 0,1-6 0 16,-4-9-5-16,2-10-1 15,-3-11-26-15,2-4-25 16,0-6-42-16,3-4-44 16,7-19-79-16,-5-14-182 15</inkml:trace>
  <inkml:trace contextRef="#ctx0" brushRef="#br1" timeOffset="60471.725">2151 6836 563 0,'0'0'254'16,"0"0"-142"-16,0 0-63 0,0 0 49 15,0 0-15-15,12 92-42 16,0-62-4-16,-3-3-11 16,6-6-7-16,-2-3-7 15,-5-9-5-15,2-6 2 16,-1-3-2-16,-3 0 2 16,3-5-9-16,0-15-8 15,0-6-11-15,-2-5 4 16,1-3 4-16,5 3 4 15,-1 7 5-15,-3 7 2 16,0 8 0-16,-3 8 0 16,0 1-1-16,6 1-4 15,1 13 1-15,-1 8 4 0,3-1 0 16,3 0-14-16,0-3-102 16,-1 1-62-16,2-6-261 15</inkml:trace>
  <inkml:trace contextRef="#ctx0" brushRef="#br1" timeOffset="60594.184">2660 6967 715 0,'0'0'161'0,"0"0"7"16,0 0-116-16,0 0-52 16,0 0-68-16,0 0-713 15</inkml:trace>
  <inkml:trace contextRef="#ctx0" brushRef="#br1" timeOffset="65478.832">7580 2610 433 0,'0'0'130'0,"0"0"-118"0,0 0-3 16,-75-84 23-16,64 74 18 0,5 4 5 15,3 6-12 1,1 0-26-16,-1 16-17 0,0 17-13 16,2 21 13-16,1 10 9 15,0 8 16-15,6 2-13 16,7 1-3-16,0-7 8 15,-2-4-13-15,-2-7 3 16,-2-3-6-16,-1-7 3 16,-1-8-2-16,-1-5 1 15,-1-4-3-15,-1-5 5 16,1-6-5-16,1 1 1 16,-4-7 0-16,3-4-1 0,0-2-6 15,-1-3-4-15,1 0 9 16,1-1 1-16,4-2 0 15,6-1 3-15,3 3 1 16,7-3-2-16,4 0 3 16,2 0-4-16,3 0-1 15,1 0 0-15,2 0 1 16,0 0-1-16,7 0 0 16,2 0 0-16,4 0 1 15,8-3-1-15,7 3 0 16,8-2 3-16,5-4-3 15,4 0-2-15,4-2 2 16,3-2 0-16,1 1 0 16,-4 2 0-16,-4 2 1 15,-10 2-1-15,-4 1 0 0,-4-1 1 16,0 3-1-16,-2 0-1 16,-1 0 1-16,-2 0 4 15,3 0-4-15,8-1 1 16,7-3 0-16,4 1-2 15,4 0 1-15,-6 0 0 16,-1 1 0-16,-4-1-1 16,-1 0 1-16,1 1 1 15,-6-3-1-15,5-1 0 16,-1 0 0-16,5-3 1 16,-2 2 1-16,3-3 0 15,-1 1 4-15,2 1-2 0,-2 2 2 16,3 2-1-16,-4 0 13 15,-13 1 0-15,-4 1-7 16,-1 1-2-16,-5 0-4 16,5-2 3-16,-3 0-3 15,-1 0 1-15,-2-2-1 16,7 1-2-16,0-3 1 16,5 0-2-16,3 2-2 15,1 1 3-15,-1 1-3 16,-7 2 3-16,-1 1-2 15,-1-1-1-15,1 1 1 0,5-4 0 16,-1 2-1 0,6-1 1-16,-7-3-1 0,3 5 0 15,-1-4-1-15,4 1 1 16,0 1 0-16,3 0 1 16,-6 2-1-16,2-1 1 15,-5 1-1-15,0 0 0 16,0-1 0-16,-3 1 1 15,4-1-1-15,-3-2 1 16,2 2 2-16,2-2-2 16,0 2-1-16,4-1 0 15,2 0 1-15,-4 3-1 16,-2-1-1-16,0 0 1 16,-1 1-2-16,3-2 0 0,3 2 4 15,1 0-2-15,-4 0 0 16,4 0 1-16,0 0-1 15,2 0 0-15,1 0 0 16,-3 3 1-16,-1 1-1 16,-2 1-1-16,1-1 1 15,2 2 3-15,-1-3-3 16,4 1-1-16,-7 2 1 16,-1 0 0-16,-1 1 0 15,-2-1 0-15,4 3-2 16,-3-3 2-16,1 2 1 15,-2-5-1-15,0 3 0 16,-1 0 0-16,1-2 1 16,0-1-1-16,0 0 0 15,-3-2 0-15,-5 0 3 0,-1-1-3 16,-3 2 1-16,-4-2-1 16,-3 0 1-16,-8 0 0 15,-1 0-1-15,-8-8 0 16,-5-4 5-16,-3 3 0 15,-6-5 6-15,-2-2 12 16,0-4-6-16,0-4-3 16,0-4-7-16,0-2-7 15,1-3 0-15,-1 0 0 16,3-5 0-16,-1-2 0 0,-4-4 0 16,5-2 1-1,-5-5-1-15,-2-2-2 0,-2 2 2 16,-3-1 1-16,0-1-1 15,0 0 0-15,0-3 0 16,0-1 0-16,0 2-1 16,-5 4-1-16,1 6 1 15,-2 7 1-15,-1 5 0 16,-1 5 0-16,-4 2 1 16,0 2-1-16,-1 0 0 15,0 6 2-15,2 0-1 16,-1 2 2-16,0 1-3 15,0 2 0-15,1 3 0 16,-2 0 0-16,-2 2-1 16,-1 2-1-16,-2 1-1 0,-3 2-6 15,-3 1 1-15,-1 0 0 16,-5 0 5-16,-3 2-3 16,-3 0-1-16,-4 0 2 15,-11 0-4-15,-7 0-3 16,-10 0-3-16,-7 0-12 15,-7-1 2-15,1-1 16 16,1 1 4-16,1 1 5 16,8 0 0-16,0 0 0 15,2 0-1-15,1 0 1 16,-7 0 0-16,-7 3 2 16,0-2 0-16,0-1-2 0,1 0-2 15,1 0 1-15,-1 0 1 16,1 0 0-16,-4 0 0 15,2 0 1-15,0 0 1 16,-6 0-2-16,0 0 0 16,3 0-2-16,-8 0 2 15,-1 0 4-15,-5 0-4 16,2 0-1-16,0 0 0 16,7 2-3-16,2 0 1 15,7 0-11-15,1 1 1 16,5-1 6-16,-4 1 4 15,4-1 0-15,-3 1 0 16,-4-2-2-16,-2 1 1 16,0-1-2-16,-2 0-3 0,1 1 5 15,4-2 4-15,4 0-3 16,5 0 3-16,3 0 0 16,-2 0-1-16,5 0 1 15,-4 0 0-15,1 0 0 16,-2 0 0-16,1 0 0 15,-2 0-1-15,2 0 2 16,-2 0-1-16,2 0 0 16,1 0 1-16,-2 0-1 15,-2 0 0-15,4 0-1 16,3 0 1-16,5 0 0 0,6 0 1 16,-3 0-1-1,0 0 0-15,-5 0-1 0,5 1-1 16,-3-1 3-16,1 0-2 15,-1 0 2-15,3 0-1 16,-2 0 1-16,-1 1-1 16,1 0-2-16,0 1 1 15,1 0 0-15,1-1-1 16,1 2-4-16,3-2 4 16,-1 1 2-16,6 0 0 15,-2 0-3-15,3-1 2 16,4 1 1-16,0-1 1 15,7-1-1-15,-5 3 0 16,8-3 0-16,-3 2-1 16,-1-2 2-16,0 0-2 0,0 2 2 15,4-2-2-15,0 0 2 16,-1 1 1-16,-1 1-2 16,-5-1 0-16,2 2-2 15,2-2 2-15,-5 1 0 16,2-1 0-16,1 1 0 15,1-1-2-15,0 1 2 16,5-2 0-16,0 1 0 16,0-1 1-16,2 0 0 15,-2 1-1-15,-1 2 0 16,-2-3 0-16,2 2 3 16,4-1-3-16,0 1 0 0,2-1-1 15,1-1 1-15,-3 1-2 16,2 2 2-16,1-1 0 15,0 4 0-15,4-4 0 16,0 2 0-16,-1 1-2 16,0-1 2-16,3-2 0 15,-1 3 2-15,-2-1-2 16,2 0 0-16,-1 0-1 16,-2 2 2-16,-2 1-2 15,2 0 2-15,-2-1 1 16,4 2-2-16,-1 1 0 15,2-2 0-15,-2 6 0 16,3-5 0-16,-1 1 0 16,3 0 1-16,0 0 0 15,-1 2-1-15,-1-1 0 0,3-1 0 16,0 6 0-16,1-3 0 16,4 2 2-16,0-1 0 15,1 6 3-15,1-2 0 16,4 9 2-16,1 1 3 15,3 9 9-15,3 3 3 16,0 4 6-16,0-1-4 16,0 0-16-16,0-2-2 15,0-1 1-15,0 0-5 16,0-5 0-16,0 2 3 16,0-2-5-16,0-1-41 15,6-5-107-15,6-7-214 0</inkml:trace>
  <inkml:trace contextRef="#ctx0" brushRef="#br1" timeOffset="68807.407">14078 4352 336 0,'0'0'70'0,"0"0"-70"0,0 0-2 0,0 0-2 15,0 0 2-15,0 0-4 16,0 0-1-16,6 15 7 16,11-7 11-16,4-1 3 15,5 2 14-15,5-2-9 16,8-1-6-16,4-2-6 15,9-3-2-15,8-1 0 16,7 0-4-16,5 0 1 16,5-1-1-16,2-8 4 0,6-1 7 15,5 2 1-15,-1-2-10 16,-2 2 0-16,-5 2-2 16,2 2 0-16,-4 0 0 15,2 0 1-15,2-2 1 16,2 1-3-16,4-3 0 15,1 0 2-15,-2-1-2 16,1 2 0-16,-4-2 0 16,5 2 0-16,5 1 0 15,2 0 1-15,-1-2 0 16,-1 3-1-16,-2 0 0 16,-3-1 2-16,1 2-2 15,2 0 0-15,5-2 3 0,2 0-3 16,2-1 1-16,2 0 1 15,-4 2 5-15,2-3 1 16,0 3 5-16,-3 0 4 16,0-1 2-16,-5 3-8 15,-1 0-2-15,-3 0-4 16,2-2-1-16,2 1-2 16,1 2 3-16,4 1-4 15,0-1 1-15,2-1 7 16,5 0-1-16,3 1 2 15,1-1-1-15,0 2 2 16,-2 1-5-16,-6 0 1 16,-3 0 1-16,2 0-3 0,-6 0 2 15,-2 0 5-15,-5-4 5 16,-3 2-4-16,7-3-4 16,-1-2-1-16,1 3 2 15,-2-2-3-15,-2-1 0 16,-7-1-5-16,-6 1-1 15,-6-2 1-15,-3 3-1 16,-7-4 3-16,1 2-4 16,-5-1 1-16,-7-3-1 15,0-1 7-15,-7 1 5 16,-2-2-3-16,-3 0-5 16,-10-2 0-16,-3-2-2 15,-11-2 3-15,-5-4 5 0,-8-4 12 16,0-6 15-16,-3-4-24 15,-7-3-7-15,-1-5-2 16,5-9-3-16,2-2 0 16,0-4 3-16,4 0-3 15,0 4-1-15,0 5 0 16,0 3 1-16,0 2 0 16,0-1 0-16,-11 0-2 15,-1 1 2-15,-3 2-1 16,0 3 2-16,-3 2-1 15,3 2 1-15,-4 0 4 16,2 2 2-16,3 0 3 16,-2 1 2-16,-1 3-8 0,-2 4 4 15,-3 3-3-15,-8 6-3 16,-6 2-3-16,-8 5 0 16,-10 2-3-16,-1 6 2 15,-9 1 1-15,-8 3 0 16,-1 0-3-16,-3 5 2 15,3 8 1-15,3 1 0 16,-2 2 0-16,1-2 0 16,-4 3 1-16,-4-2-1 15,0 2-2-15,-3 0-7 16,-5-5-5-16,-4 6-9 16,-4-5 13-16,4-1 5 0,3-2 0 15,8 2 0 1,-3-3 5-16,1-1-9 0,0 1-9 15,-3 0-1-15,0-2 7 16,0 2 0-16,3 0 2 16,-2 0 0-16,5-1-1 15,0 0-6-15,-6-1 4 16,7-2 0-16,-1-1 0 16,6 0-8-16,3-4-2 15,0 3 10-15,-2-3 6 16,0 2 6-16,-3-1-4 15,-3 2-1-15,1-2 5 16,-7 5 0-16,2-2 0 0,-2 2 1 16,4-2 0-1,2 1 1-15,2 1 0 0,3-1-1 16,0 0 0-16,4 1 0 16,-2 1 0-16,-5 1 0 15,-2 0 0-15,-5 1 0 16,0 0-2-16,1-1 2 15,0-1 1-15,2 3 0 16,1 0-1-16,2-2 0 16,5 2 0-16,1 0 1 15,1-1-1-15,-7 1 0 16,-4-2 0-16,4-1 0 0,-2 1 0 16,8 1-1-1,3 0 1-15,-1-1 0 0,3 0 0 16,-2 0 1-16,2-3 0 15,5 1-1-15,0-2 2 16,0 0-2-16,-6 2 0 16,-1 0-2-16,0-2 4 15,-1 4-2-15,5-2 1 16,0 0 0-16,3-4-1 16,4 4 0-16,6-1 0 15,2 0-2-15,4 0 2 16,-1 2 0-16,0 0-2 15,0 3 2-15,1-1 0 16,2-1 0-16,4 2 3 16,4-1-3-16,1-1 0 0,7-1 0 15,3-2 1-15,6 1 1 16,4 0 5-16,3 1 0 16,1 1-3-16,-1 5 2 15,7 3-1-15,-4 5 2 16,4 7 0-16,-5 8 10 15,3 3-5-15,-2 4-2 16,1 0 9-16,0 1-7 16,2-2 3-16,1-1 2 15,1-3-3-15,1 2-1 16,2-2 9-16,0 4 1 16,0-2-7-16,0-1-3 15,2 1-4-15,4-2 1 16,0-1-1-16,4-2 0 0,-1-2-2 15,-2-1 0-15,4-3-3 16,-5 1-3-16,0-3 1 16,-3-2 0-16,-2-2-2 15,2-1 1-15,-1-3 1 16,2-4-2-16,2-1 2 16,0-3 2-16,0-1 2 15,3-2 3-15,3-3 3 16,0 1 0-16,4-3 1 15,4-2-6-15,5 1 2 16,11-2-4-16,8 0 0 16,9 0-5-16,4-3-18 0,4-6-81 15,0-7-159-15</inkml:trace>
  <inkml:trace contextRef="#ctx0" brushRef="#br1" timeOffset="84071.123">4581 6845 655 0,'0'0'78'0,"0"0"22"0,0 0 43 0,0 0-36 16,0 0-39-16,0 0-43 15,0 0-17-15,3 1 9 16,5 38 43-16,1 5-12 16,-2 6-3-16,-1 1-17 15,0-3 1-15,-4-2-15 16,-1-6-2-16,-1-5 3 16,0-5-11-16,0-2-4 15,0-4 5-15,0-4-2 16,0-3-3-16,0-3 2 15,0-6-1-15,0-1-1 0,0-2-1 16,0-4-2-16,0-1-23 16,0 0-24-16,0 0-27 15,0-7-72-15,0-8-113 16,0-5-397-16</inkml:trace>
  <inkml:trace contextRef="#ctx0" brushRef="#br1" timeOffset="85067.524">4968 6968 620 0,'0'0'114'0,"0"0"29"0,0 0-45 16,0 0-63-16,0 0 46 16,0 0-9-16,31 79-9 15,-19-52-16-15,-6-2-11 16,0 0-18-16,0-3-10 0,-4-1-2 16,-2-5-5-1,0-3 5-15,0-3-6 0,0-7 4 16,-5-3-4-16,-4 0 0 15,1-6-5-15,-3-14-16 16,5-4 3-16,3-5 1 16,3-2 9-16,0 2 8 15,0 2 0-15,4 8 1 16,7 2 3-16,5 9 9 16,6 6 3-16,-2 2 0 0,5 0 1 15,-1 17-5 1,-2 0-2-16,1 3 2 0,-4 1-4 15,-4 0-2 1,-6-2 0-16,-3-1-6 0,-3-4 1 16,-3-2 1-16,0-3-1 15,0-2-1-15,0-2 3 16,-11-5-1-16,0 0-2 16,-3 0-4-16,2-6-7 15,5-8 2-15,1-4 2 16,6-5 2-16,0 2 4 15,0-2 1-15,9 2-1 16,10 3-1-16,2 2 1 16,0 3-1-16,4 5 2 15,1 2 0-15,-4 5 1 0,-1 1 1 16,-2 0-1 0,-4 15 4-16,-1 5-5 0,-4 3 9 15,-3 5-8-15,-2 1 0 16,-4 1 1-16,-1 0-1 15,0-5 2-15,0-2-2 16,0-6-2-16,0-5 1 16,0-3-3-16,0-6-74 15,0-3-87-15,5 0-81 16,10-17-211-16</inkml:trace>
  <inkml:trace contextRef="#ctx0" brushRef="#br1" timeOffset="85287.373">5544 6999 631 0,'0'0'129'0,"0"0"-24"0,0 0 46 0,0 0-69 0,-6 79-19 16,6-50-11-16,0 0-7 16,0 0-5-16,0-4-11 15,0 0-12-15,0-4-12 16,0-5-3-16,0-4-2 15,0-4-14-15,0-5-68 16,0-3-59-16,0 0-28 16,0-11-217-16</inkml:trace>
  <inkml:trace contextRef="#ctx0" brushRef="#br1" timeOffset="85429.081">5556 6784 631 0,'0'0'105'0,"0"0"-28"16,0 0 17-16,0 0-72 16,0 0-22-16,0 0-78 15,13-12-223-15</inkml:trace>
  <inkml:trace contextRef="#ctx0" brushRef="#br1" timeOffset="85666.465">5820 6721 694 0,'0'0'99'0,"0"0"68"15,0 0-25-15,-6 106-34 16,6-68-51-16,0 4-14 16,0 2-7-16,1-2-6 15,2-5-15-15,-3-3-3 16,0-8-8-16,0-4-1 15,0-3 0-15,0-3-3 16,0-7-26-16,0-4-84 16,-4-5-102-16,-1 0-365 15</inkml:trace>
  <inkml:trace contextRef="#ctx0" brushRef="#br1" timeOffset="86081.823">5957 7122 565 0,'0'0'132'0,"0"0"-1"15,0 0 3-15,85-57-67 16,-49 39-26-16,1-2-12 16,-1-1-3-16,-5 0 3 15,-3-2-12-15,-8 0-1 0,-5 2-11 16,-11 3 4-1,-4 3 2-15,0-2 0 0,-4 7-5 16,-20 0-1-16,-3 5-3 16,-4 5-1-16,-2 0 1 15,5 2-2 1,1 12 0-16,6 9 0 0,0 2 0 16,10 3 1-16,1 2 5 15,4 2 9-15,6-4 15 16,0 3-1-16,0-8-10 15,6-1 4-15,12-7-9 16,2-1-9-16,3-8-1 16,1-1 1-16,0-3-4 15,1-2-1-15,-2 0-33 16,4 0-56-16,-2-7-91 0,0-3-310 16</inkml:trace>
  <inkml:trace contextRef="#ctx0" brushRef="#br1" timeOffset="86380.967">6830 6913 531 0,'0'0'128'0,"0"0"43"0,0 0-23 0,0 0-42 0,0 0-40 15,0 0-16-15,73 5-6 16,-48-5-15-16,2 0-12 16,3 0-13-16,-5 0-4 15,3 0 0-15,-8 0-52 16,-5 0-50-16,-8 0-85 15,-5 0-146-15</inkml:trace>
  <inkml:trace contextRef="#ctx0" brushRef="#br1" timeOffset="86643.991">6818 7067 380 0,'0'0'114'0,"0"0"5"15,0 0 20-15,0 0-52 16,0 0-6-16,0 0-7 16,43 35-14-16,-19-33-11 15,3 1-10-15,0-3-12 16,-2 0-11-16,2 0-10 16,-2 0 1-16,-3 0-4 15,0 0-2-15,-2 0 1 16,-6-5-2-16,4-1-32 0,-9 0-48 15,2 0-82-15,-8-3-232 16</inkml:trace>
  <inkml:trace contextRef="#ctx0" brushRef="#br1" timeOffset="87166.319">8019 6788 580 0,'0'0'105'0,"0"0"32"0,0 0 18 0,-9 74-68 15,9-32-8-15,0 3-10 16,4 3-5-16,4-2-11 16,1-5-11-16,-5-7-24 15,1-5-8-15,-4-4-5 16,-1-7-3-16,0-2 0 15,0-6-2-15,0-4-1 16,0-3-45-16,0-3-64 16,0 0-59-16,0-9-335 15</inkml:trace>
  <inkml:trace contextRef="#ctx0" brushRef="#br1" timeOffset="87341.696">8314 6972 741 0,'0'0'133'0,"0"0"28"16,0 0-24-16,0 0-76 15,0 0-41-15,0 0-9 16,8-4-11-16,-1 4-2 16,5 0-119-16,3 0-222 15</inkml:trace>
  <inkml:trace contextRef="#ctx0" brushRef="#br1" timeOffset="87793.057">8763 6666 674 0,'0'0'210'0,"0"0"-30"15,0 0-95-15,0 0-44 16,0 0 13-16,0 0-14 15,-43 86 1-15,34-52-16 16,3 3-4-16,0 3-9 16,3 1-3-16,-1-4-5 15,2-3-2-15,2-6 0 16,0-6-2-16,0-4 0 0,8-5-2 16,11-4 1-16,5-4-4 15,3-4 2-15,1-1 1 16,0 0-3-16,-5-4 5 15,7-7 0-15,-8-4 1 16,-1-2-1-16,-5-6 2 16,-4-1 0-16,-6-4 2 15,-3 1 0-15,-3 2 5 16,0 3-1-16,0 0-2 16,-16 9-4-16,-1 4-2 0,-8 3 2 15,-8 4-3 1,-4 2 1-16,-2 0 0 0,5 5-1 15,4 9-2-15,9 3-42 16,8 4-57-16,10 1-82 16,3-6-133-16</inkml:trace>
  <inkml:trace contextRef="#ctx0" brushRef="#br1" timeOffset="88203.002">9250 6815 720 0,'0'0'139'0,"0"0"-38"0,0 0-35 0,0 0-16 0,0 0-17 16,-75 99-5-16,70-66-3 15,4-1-11-15,1-5-1 16,0-5-7-16,9-5-3 15,5-6 2-15,3-6-1 16,4-5-2-16,2 0 2 16,4-5-3-16,-2-13-1 15,2-3 1-15,-2-6 1 16,-3 2-2-16,-5-5 3 16,-1 5-1-16,-11 1 3 15,-5 1 32-15,0 5 25 0,-9 2-8 16,-11 2-18-1,-11 3-12-15,-2 1-11 0,-3 6-13 16,-4 3 0-16,1 1 0 16,8 0 0-16,9 10-19 15,5 5-53-15,7 0-66 16,10-2-139-16,0-6-551 16</inkml:trace>
  <inkml:trace contextRef="#ctx0" brushRef="#br1" timeOffset="89038.71">10042 6656 402 0,'0'0'157'0,"0"0"12"0,0 0-1 0,0 0-58 0,0 0-54 16,0 0-36-16,18-15-19 15,-20 37 44-15,-14 5 13 16,-1 3-4-16,-7-1-24 16,1 2-1-16,-4-1-19 15,-1-1-7-15,-2 0 0 16,1-4-1-16,3-3-2 15,3-3-22-15,7-8-35 16,5-5-68-16,2-6-81 16,5 0-162-16</inkml:trace>
  <inkml:trace contextRef="#ctx0" brushRef="#br1" timeOffset="89315.227">9863 6678 221 0,'0'0'297'16,"0"0"-202"-16,0 0 12 15,0 0 6-15,0 0-31 16,0 0-17-16,88 65-3 16,-70-42 0-16,-3-3-11 15,-1 1-3-15,-3 0-12 16,-2 0-13-16,1 0-9 15,-2-1-10-15,-2 1-1 0,-2-3 0 16,1-2-2-16,-2-2-1 16,3-2-19-16,0-6-53 15,3-6-71-15,1 0-196 16</inkml:trace>
  <inkml:trace contextRef="#ctx0" brushRef="#br1" timeOffset="89606.871">10495 6611 562 0,'0'0'55'0,"0"0"119"15,0 0-25-15,-7 73-29 16,7-46-24-16,0-2-25 15,4 1-12-15,2-4-16 16,-3 1-14-16,0-2-9 16,-3-1-8-16,0-3-8 15,0 3 2-15,0-6-6 16,0 0-1-16,0-3-28 16,0-6-66-16,0 1-66 15,3-6-92-15,9 0-336 16</inkml:trace>
  <inkml:trace contextRef="#ctx0" brushRef="#br1" timeOffset="90011.931">10755 6736 636 0,'0'0'65'16,"0"0"16"-16,0 0 61 15,0 0-48-15,0 0-41 16,-24 75-4-16,24-57-10 15,0-2-11-15,9-3-17 16,0-3-5-16,3 0-2 16,4-6 0-16,-2-3-1 15,5-1 1-15,-1 0 2 16,0-5-6-16,1-8 1 0,-2-4-1 16,2-3 2-1,-1-1-1-15,-6-2-1 0,-1-1 5 16,-4 0-5-16,-7 1 1 15,0 0 1-15,0 4 0 16,-4 5 9-16,-10 3 19 16,-4 3 5-16,-1 2-13 15,-8 5-8-15,-3 1-7 16,-4 0-5-16,-1 5 1 16,-2 8-1-16,3-1 1 15,6 0-3-15,5 3 0 16,7-6-46-16,5-3-45 0,7-5-80 15,-2-1-181 1</inkml:trace>
  <inkml:trace contextRef="#ctx0" brushRef="#br1" timeOffset="90654.117">10861 6039 118 0,'0'0'409'0,"0"0"-287"0,0 0-3 0,0 0-43 15,0 0-42-15,0 0-9 16,98-46-6-16,-75 50-2 15,-4 13 4-15,-4 4 6 16,-6 3-6-16,-4 0-5 16,-5 4-7-16,0-3-6 15,-14-3 7-15,-8-4-4 16,-1-3-2-16,1-4-2 16,4-3 3-16,10-3-3 15,1-3 0-15,7-2 2 16,0 0-3-16,0 0-1 15,9 0-10-15,8-2 4 0,5-2 3 16,0 2-1-16,-1 0 1 16,2 2 3-16,-1 0 0 15,-4 0 0-15,1 0-1 16,-4 8 1-16,-6 4 3 16,0 2 0-16,-4 1 2 15,-2-3 4-15,-3 5 0 16,0-3 1-16,0 0 5 15,0-1 3-15,0-1 10 16,-6-4 3-16,-8 0-1 16,-4-1-5-16,-7-2-4 0,1-3-4 15,-10 0-6 1,1-2-6-16,3 0-2 0,0 0-1 16,5 0-1-16,1 0 1 15,5 0-2-15,2 0 1 16,4 0-1-16,4 0-2 15,1 0-37-15,5 0-73 16,0 0-117-16,3 0-329 16</inkml:trace>
  <inkml:trace contextRef="#ctx0" brushRef="#br1" timeOffset="91623.061">11374 6628 538 0,'0'0'100'0,"0"0"27"0,0 0-50 0,0 0 45 0,0 0-56 16,0 0-10-16,35 85-5 15,-31-67-7-15,-3-2-20 16,-1-1-9-16,0-4-6 16,0-2-6-16,0-2-2 15,0-5 3-15,-3-2-4 0,-4 0-6 16,0 0-11-1,2-12-7-15,5-5 4 0,0-5 5 16,0 0 5-16,9 2 8 16,3 2 2-16,0 5 1 15,0 5 1-15,1 3 10 16,-1 5 11-16,4 0-9 16,1 0 5-16,1 3-3 15,0 7-3-15,1 4-2 16,-1-1-8-16,-3 1-1 15,-4-2 0-15,-1-1-1 16,-3-3-1-16,-4-1-7 16,-3-1-15-16,0-5-17 15,0-1-3-15,0 0 15 16,5 0 22-16,-2-13-23 0,7-5-5 16,-1-4 17-1,3 0 9-15,6 3 6 0,-4 1 1 16,0 6 4-16,-2 4 12 15,3 2 0-15,-4 3 6 16,2 2-8-16,-4 1-6 16,2 0-1-16,2 0 4 15,-6 1 2-15,4 8 9 16,-5 1 1-16,4 0-5 16,-7 3 1-16,2 3 1 15,-2 2-6-15,-3-2 0 16,1 2 1-16,-1 0 6 0,0 1 3 15,0-4 0-15,0 1-5 16,0-3-6-16,0-2-3 16,0-2-1-16,2-1 0 15,2-3 0-15,8-2 0 16,2-2-2-16,6-1-2 16,6 0 0-16,2 0-4 15,3 0-1-15,1-7-31 16,0-4-96-16,3-1-141 15</inkml:trace>
  <inkml:trace contextRef="#ctx0" brushRef="#br1" timeOffset="101044.16">4617 8297 406 0,'0'0'55'0,"0"0"35"0,3-82 16 15,-1 68 2-15,-2 7 5 16,0 7-17-16,0 0-31 16,0 26-53-16,0 10 8 15,0 8 38-15,0 2 7 0,0 0-19 16,0 0-13-16,0-2-10 16,0-2-10-16,0-3-6 15,-2-6-3-15,1-3 1 16,1-6-4-16,-2-5 1 15,2-6-2-15,0-6-12 16,0-3-68-16,0-4-59 16,8 0-59-16,1-12-149 15</inkml:trace>
  <inkml:trace contextRef="#ctx0" brushRef="#br1" timeOffset="101532.717">4966 8197 705 0,'0'0'5'15,"0"0"74"-15,-12 86 38 16,8-48-27-16,4 0-15 16,0 0-14-16,0-1-1 15,0-2-23-15,0-1-11 16,4-4-15-16,1-5-6 15,-1-4-1-15,-1-4-3 16,-1-7 1-16,-2-3-2 16,3-4-6-16,-3-3-10 15,0 0 10-15,4 0 5 16,-4-16-31-16,0-2-3 0,3-3 6 16,5-2 7-16,-2 2 14 15,4 1 5-15,0 6 3 16,-2 3 0-16,4 3-1 15,0 5-1-15,0 3 2 16,1 0 3-16,1 1 4 16,-1 13 10-16,-1 3 1 15,-3 4 10-15,-1 3-6 16,-1-1 2-16,-3 1-14 16,-1-2-3-16,0-2-2 15,-3-3-1-15,0-3-3 16,0-3 0-16,0-4-1 0,0-4 0 15,0-3-53-15,2 0-36 16,2-1-53-16,8-19-205 16</inkml:trace>
  <inkml:trace contextRef="#ctx0" brushRef="#br1" timeOffset="101894.921">5299 8335 558 0,'0'0'74'0,"0"0"38"0,0 0-3 0,0 0-21 15,0 0-28-15,85 53 1 0,-65-30-10 16,-4 5 5-16,-4 2-13 16,1 0-18-16,-5-2-10 15,-4-4-4-15,-4-3-2 16,0-4-8-16,0-4 2 15,0-3 1-15,-7-5-1 16,-1-3 0-16,-2-2 4 16,5 0-1-16,-1-3-1 15,0-11 3-15,5-5-6 16,1-1-2-16,0-6-2 16,0-1 2-16,12-2 0 15,4 2 0-15,-4 3 0 0,6 5-10 16,0 7-20-1,3 2-44-15,-2 6-57 0,2 2-201 16</inkml:trace>
  <inkml:trace contextRef="#ctx0" brushRef="#br1" timeOffset="102195.121">6184 8369 539 0,'0'0'194'0,"0"0"-110"0,0 0 12 0,0 0-21 15,0 0 17-15,0 0-58 16,98-6-6-16,-68 6-4 15,6-1-10-15,-2 0-8 16,-1 1-2-16,-6 0-4 16,-5 0-43-16,-13 0-42 15,-9 1-79-15,0 6-68 16,-18 3-66-16</inkml:trace>
  <inkml:trace contextRef="#ctx0" brushRef="#br1" timeOffset="102405.358">6166 8511 110 0,'0'0'334'0,"0"0"-194"16,0 0 30-16,0 0-23 15,0 0-65-15,0 0-21 16,30 16 25-16,-2-16-33 16,-1 0-29-16,3 0-1 15,-2 0-10-15,2 0-6 16,1 0-5-16,-3 0-2 15,-2 0-27-15,-5 3-79 16,-2-2-65-16,-4-1-245 16</inkml:trace>
  <inkml:trace contextRef="#ctx0" brushRef="#br1" timeOffset="103226.172">7875 7953 519 0,'0'0'133'0,"0"0"34"0,0 0-39 16,0 0-44-16,0 0-35 15,0 0-35-15,-53 10 7 16,29 19 10-16,-4 6 7 15,1 8-13-15,1 2 0 16,2 3-2-16,5-4-8 16,9-6-11-16,2-3 1 15,8-4-4-15,0-4 1 16,3-3-1-16,12-3 1 16,4-3-2-16,4-2-10 15,-1-3 2-15,5-5-6 16,0-4 2-16,3-4 6 0,-2 0 3 15,0 0 3 1,1-12-3-16,-4-3 3 0,-1 0 1 16,-3-2 0-16,1 0 0 15,-8 0 3-15,-1 0-2 16,-7-1 7-16,-6 1-1 16,0 0 0-16,0 0-3 15,-1 1 2-15,-11 4 0 16,-2 2-4-16,-2 0 4 15,-2 8-2-15,-6-2-5 16,0 4-2-16,-2 0 2 16,0 0 0-16,-4 6 0 15,3 1 0-15,5 4-2 0,3-2-3 16,5-1-18-16,5 1-27 16,9-2-55-16,0-3-107 15,5 2-173-15</inkml:trace>
  <inkml:trace contextRef="#ctx0" brushRef="#br1" timeOffset="103716.34">8347 8181 492 0,'0'0'67'0,"0"0"53"0,0 0-33 0,-103 28-23 16,81-8-32-16,8 0-13 16,4 1-5-16,7 1-5 15,3-3 1-15,0-1-1 16,0-1-6-16,4-4 0 16,8-1 4-16,5-4-4 15,2-4-2-15,5 1 5 16,0-5-6-16,1 0 4 15,2 0-4-15,0-2 0 16,-2-8 0-16,2-3 4 16,-4-1-1-16,-3-2-2 15,-2 2 3-15,-1-4 12 16,-4 0 17-16,-4-2 4 16,-3 0 7-16,-6-2 4 0,0 2-1 15,0-1-7-15,0 1-12 16,-9 2-2-16,-4 1-9 15,-1 3-6-15,-4 5-8 16,-1 5-1-16,-5 4-1 16,2 0-1-16,-2 3 0 15,4 13-18-15,1 0-18 16,7 2-45-16,7 0-60 16,5-3-118-16,0-5-430 15</inkml:trace>
  <inkml:trace contextRef="#ctx0" brushRef="#br1" timeOffset="104008.492">9118 8024 598 0,'0'0'48'0,"0"0"127"15,0 0-95-15,0 0-52 16,0 0 26-16,0 0 2 16,-50 74-19-16,30-43-7 15,-2 0-12-15,-3-3-11 0,5-1-2 16,-4-3-4 0,3-4 3-16,2-3-2 0,1-1-2 15,3-7-27-15,3-1-39 16,5-3-68-16,2-4-120 15,-2-1-270-15</inkml:trace>
  <inkml:trace contextRef="#ctx0" brushRef="#br1" timeOffset="104271.04">8878 8043 628 0,'0'0'58'0,"0"0"93"16,0 0-41-16,0 0-26 16,97 78-18-16,-67-54-7 15,0 1-17-15,3-2-12 16,-5-1-13-16,-3-1-1 16,-4-3-12-16,-4-2 0 15,-1-1-4-15,-5-6 0 16,0-3-24-16,-2-2-55 15,0-2-38-15,-1-2-135 16,5 0-395-16</inkml:trace>
  <inkml:trace contextRef="#ctx0" brushRef="#br1" timeOffset="104787.493">9755 7912 488 0,'0'0'97'15,"0"0"41"-15,0 0-94 16,0 0-9-16,0 0 16 16,0 0-13-16,-52 65 7 15,43-38 2-15,-1 7-8 16,4 0-10-16,0 1-10 0,3-2-9 15,0-2-7 1,3-5 0-16,0-2-1 0,0-3-1 16,0-4-1-16,0-2-2 15,4-4-2-15,4-2 2 16,4-3 2-16,1-3 1 16,8-3 1-16,-1 0 0 15,3 0 0-15,0-6 1 16,-1-5-2-16,-2 0 1 15,-1-2-1-15,-4 3 2 16,-3-2 7-16,-6 1 11 16,-3 0 23-16,-3 0 5 15,0 0-23-15,0-1-10 0,-11 2-1 16,-8 2-6 0,-3 0-7-16,-8 3 1 0,-3 1-3 15,0 4 0-15,0 0 1 16,0 0-1-16,11 0-4 15,1 0-16-15,5 8-24 16,7 1-54-16,4-1-37 16,5-5-179-16</inkml:trace>
  <inkml:trace contextRef="#ctx0" brushRef="#br1" timeOffset="105216.367">10100 8094 612 0,'0'0'76'0,"0"0"-37"0,0 0 22 0,0 0 3 16,-24 72-19-16,23-44-15 15,1-1-16-15,0-2 2 16,0-4-9-16,1-3 3 15,12-6-4-15,4-2-2 16,7-8 4-16,4-2 2 16,5 0-5-16,1 0 2 15,2-9 5-15,-1-5 10 16,-4-2 2-16,0-1 12 0,-7-1 15 16,-6-3 3-1,-6 0 5-15,-9-2-2 0,-3 0-5 16,0 3-7-16,-11 0-15 15,-14 3-11-15,-8 2-9 16,-4 5-6-16,-9 8-2 16,1 2-2-16,7 0 0 15,3 6 0-15,17 7 0 16,0 3-11-16,6 4-38 16,3-2-109-16,0-3-166 15</inkml:trace>
  <inkml:trace contextRef="#ctx0" brushRef="#br1" timeOffset="141308.515">11074 7969 73 0,'0'0'457'0,"0"0"-371"0,0 0 75 0,0 0-34 15,0-83-44-15,-10 74-28 16,-4 2-13-16,-6 2-9 16,-1 4-13-16,-3 1-9 15,-3 0-6-15,0 6 2 16,6 9-3-16,2 3-3 15,4 3 0-15,3 1 0 16,6 3 1-16,0-2-1 16,6-1-1-16,0-2 1 15,13-2 3-15,2-3-1 16,8-2-1-16,0-1 2 16,-3-2-3-16,1 0 0 15,-3-2-1-15,-5 1 0 16,-2 0 0-16,-1 0-1 0,-4 0 1 15,-1 0-1-15,-4 1 1 16,-1-1 1-16,0 1 0 16,0 0 3-16,-15-1 2 15,-7 3 3-15,-7 1-1 16,1 0-4-16,-2-1 1 16,0-2 0-16,4 0-4 15,-3-6 2-15,8 0 2 16,0-4-1-16,2 0 0 15,4 0 1-15,4-13 0 0,3 2-5 16,5-4-8 0,3 1-44-16,0-1-31 0,7-1-152 15,17 0-346-15</inkml:trace>
  <inkml:trace contextRef="#ctx0" brushRef="#br1" timeOffset="141801.957">11268 8184 307 0,'0'0'44'0,"0"0"93"0,0 0-50 16,0 0-10-16,0 0-19 15,0 0 7-15,99-62-13 16,-79 51-4-16,-3 1-7 16,1 1-12-16,-8 1-8 15,-5 2-7-15,-2-1-2 16,-3-1 6-16,0 1-4 15,-9-2-8-15,-8 2 0 0,-5 2-5 16,-3-1 1-16,4 4 0 16,0 2 0-16,0 0 1 15,3 0-1-15,3 8 0 16,-1 8 2-16,2 3 1 16,-2 6 4-16,7 2 5 15,0 0 7-15,6 0 1 16,3-5-7-16,0-2-3 15,14-2-4-15,12-5-3 16,13-3 6-16,9-6-11 16,8-4-17-16,3 0-104 15,-1-4-248-15</inkml:trace>
  <inkml:trace contextRef="#ctx0" brushRef="#br1" timeOffset="142386.482">11720 8035 438 0,'0'0'125'0,"0"0"26"0,0 0-15 15,0 0-41-15,0 0-30 16,0 0-11-16,-41-26-33 16,15 35 5-16,-5 16-5 15,1 6-5-15,-1-1 2 16,7 4-4-16,7-8-2 16,10-2-4-16,7-3-4 15,3-1-2-15,31-6 7 16,17-5-9-16,14-8-8 15,12-1-160-15,9-11-644 16</inkml:trace>
  <inkml:trace contextRef="#ctx0" brushRef="#br1" timeOffset="145283.924">12668 6608 377 0,'0'0'243'0,"0"0"-224"0,0 0 123 16,0 0-45-16,0 0-53 15,0 0-26-15,0 0-4 16,0 0 14-16,140 0 15 15,-61-2-16-15,6-4-7 16,6 0-9-16,0 0-5 16,0-3-2-16,-8 2-3 15,-9 0 1-15,-12 2-1 16,-13-1 0-16,-10-1-1 16,-12 5 1-16,-12-2 1 15,-6-1-1-15,-6 5-1 16,-3-1 0-16,0-1-3 0,0 0-33 15,-16-3-36 1,-4 0-60-16,-2-3-27 0,1-2-121 16</inkml:trace>
  <inkml:trace contextRef="#ctx0" brushRef="#br1" timeOffset="145694">13408 6364 525 0,'0'0'41'0,"0"0"-15"16,0 0 15-16,0 0 81 16,0 0-38-16,0 0-11 0,31 85-18 15,-3-68-6-15,7-2-7 16,5-3-20-16,2-2-16 16,-2-2 2-16,-3-3-6 15,-7-3-2-15,-10-2-1 16,-6 0-16-16,-8 0 1 15,-4 0 16-15,-2 0 1 16,0 0 2-16,0 0-2 16,-9-3-1-16,-6 3 2 15,-2 0 9-15,-3 0 5 16,0 7 2-16,1 7 3 16,-2 3 11-16,2 1-3 15,4 0-10-15,2 1-6 16,0 0-3-16,3-1-10 15,-3-2 3-15,-1 0 1 0,2-3-1 16,3-3-1-16,2-3-2 16,1-3 0-16,6-4-30 15,0 0-32-15,0 0-37 16,7-17-283-16</inkml:trace>
  <inkml:trace contextRef="#ctx0" brushRef="#br1" timeOffset="146233.833">14250 6268 487 0,'0'0'51'0,"0"0"94"0,0 0-29 0,0 0-18 0,0 0-27 15,0 0-28-15,-56 17-10 16,54 5-10-16,1 2-2 16,1 1-8-16,-2 0-5 15,2-3 2-15,0-1-1 16,0-1 10-16,0-3 1 16,0-5-5-16,3 0-5 15,8-5-5-15,4-4 2 16,1-3 0-16,5 0 1 0,1 0-5 15,1-14 0-15,5-4-2 16,-4-2 2-16,-3-1-1 16,-3-2 0-16,-5 3 1 15,-7 1-1-15,-1 3 0 16,-4 3 0-16,-1 5 0 16,0 3-2-16,0 4-1 15,0 1-6-15,0 0 4 16,-9 10-2-16,-1 7 5 15,2 2 10-15,5 1-3 16,2-3 6-16,1-1-4 16,0 0-3-16,0-4 2 0,11-2 1 15,8-3-5-15,4-4-1 16,7-3-3-16,3 0-17 16,-3 0-43-16,3-5-59 15,-5-13-89-15,-1-3-230 16</inkml:trace>
  <inkml:trace contextRef="#ctx0" brushRef="#br1" timeOffset="146858.421">14685 6275 641 0,'0'0'57'0,"0"0"99"0,0 0-18 0,0 0-45 15,-51 71-16-15,50-45-13 0,1-2-20 16,0-2-11-16,0-1-9 15,0-4-13-15,4-3-7 16,2-5 1-16,0-2-4 16,-5-2-1-16,1-5-15 15,-1 0-6-15,-1-2 16 16,2-14-29-16,-1-1 0 16,5-5 1-16,2-2-1 15,4 6 14-15,0 1 18 16,-2 5 1-16,2 3 1 15,2 3 0-15,0 4 2 16,0 2 6-16,1 0 1 16,0 4 4-16,1 7-1 15,1 3 2-15,-3 2-4 0,0-3-3 16,-2 3-5-16,-3-2 0 16,-3-2-2-16,-3-2 1 15,-3 0-1-15,0-5-12 16,0 1-24-16,0-4-15 15,0-2-33-15,0 0 4 16,0 0 0-16,0-2-30 16,0-9 41-16,13-5 29 15,-1 0 16-15,0-2 16 16,3 2 7-16,-3 2 1 16,0 0 1-16,-3 5 10 15,-2 0 22-15,-2 3 23 16,-4 4 10-16,4 2-2 0,-1 0-44 15,0 2-15 1,3 11 33-16,-3 1-11 0,2 2 0 16,-1-3 5-16,0 3-11 15,0-3-7-15,1-3-8 16,-3-1-3-16,1-4-2 16,1-3-1-16,2-2-51 15,-1 0-72-15,2-12-144 16</inkml:trace>
  <inkml:trace contextRef="#ctx0" brushRef="#br1" timeOffset="147022.946">15119 6089 627 0,'0'0'200'0,"0"0"-100"0,0 0 14 0,0 0-103 0,0 0-10 0,0 0-2 16,15 16-43-16,7-3-55 15,-1-2-98-15,-1-1 1 16,-4-3-113-16</inkml:trace>
  <inkml:trace contextRef="#ctx0" brushRef="#br1" timeOffset="147232.7">15253 6150 360 0,'0'0'245'0,"0"0"-2"16,0 0-77-16,0 0-88 15,0 0 8-15,0 0 20 0,-19 77-45 16,13-47-19-16,5 2-8 15,1-1-12-15,0-1-10 16,0-2-6-16,0-6-1 16,0-2-3-16,0-4 0 15,1-3-2-15,6-5-4 16,-1-4-18-16,3-2-32 16,0-2-35-16,5 0-42 15,-4-9-60-15,-4-11-164 16</inkml:trace>
  <inkml:trace contextRef="#ctx0" brushRef="#br1" timeOffset="147360.916">15222 6275 585 0,'0'0'74'0,"0"0"20"16,0 0-79-16,0 0-15 15,115-21-79-15,-66 12-383 16</inkml:trace>
  <inkml:trace contextRef="#ctx0" brushRef="#br1" timeOffset="147695.698">15925 5854 556 0,'0'0'103'0,"0"0"90"16,0 0-96-16,0 0-43 0,-87-57-21 15,75 59-24-15,-1 15-5 16,7 9 4-16,0 6 13 16,3 8 7-16,3 0-1 15,0 6-10-15,0-1 2 16,0 3 4-16,-3 1 10 16,1 2-5-16,-2-3 6 15,2-4 7-15,1-1-19 16,-2-7-11-16,2-4-2 15,1-8-4-15,0-5-5 16,0-5 4-16,0-7-4 16,0-4-10-16,0-3-29 0,0 0-21 15,0-3-6-15,1-13-102 16,2-6-163-16</inkml:trace>
  <inkml:trace contextRef="#ctx0" brushRef="#br1" timeOffset="147855.519">15698 6247 561 0,'0'0'55'16,"0"0"59"-16,0 0-77 16,104 0-29-16,-63 0-8 15,2 0-114-15,-3 0-175 16</inkml:trace>
  <inkml:trace contextRef="#ctx0" brushRef="#br1" timeOffset="148222.782">16102 6186 340 0,'0'0'243'0,"0"0"-21"15,0 0-48-15,0 0-60 16,0 0-38-16,-82-1-12 16,60 25-17-16,4 2-15 15,5 4-13-15,6 1-13 16,6-3-2-16,1-4-1 15,0-2-3-15,1-7-4 16,11-7-20-16,5-5-22 16,2-3 2-16,2 0-27 0,1-11 14 15,-1-8 17-15,-3-7 6 16,0 1 14-16,-6-1 14 16,0 5 6-16,-8 9 3 15,-1 3 12-15,-3 6 56 16,0 3 11-16,0 0-49 15,0 10-30-15,-6 8 33 16,-3 6-6-16,5 0-4 16,1 0-11-16,3-2-9 15,0-4-3-15,0-5-3 16,6-4-9-16,10-5-35 16,5-1-37-16,4-3-76 15,3 0-187-15</inkml:trace>
  <inkml:trace contextRef="#ctx0" brushRef="#br1" timeOffset="148468.355">16524 6136 827 0,'0'0'223'16,"0"0"-92"-16,0 0-70 16,0 0-24-16,-95 12-14 15,72 12-6-15,6 6-7 16,4 1-7-16,7 1-1 15,2-1 2-15,4-3-4 0,0-4 3 16,0-4-3 0,6-5 0-16,9-7-8 0,7-6-17 15,5-2-22-15,4 0-27 16,5-2-58-16,2-12-35 16,1-7-87-16,1-7-150 15</inkml:trace>
  <inkml:trace contextRef="#ctx0" brushRef="#br1" timeOffset="148696.677">16802 6083 573 0,'0'0'220'15,"0"0"-10"-15,0 0-115 16,0 0-51-16,0 0-12 16,0 0 20-16,-34 62-7 15,28-28-8-15,1 2-4 16,2 1-13-16,0-1-2 0,0-6-5 15,1-2-7-15,2-6-5 16,0-5-1-16,0-5-1 16,0-5-33-16,0-1-40 15,0-6-52-15,0 0-55 16,0-1-124-16</inkml:trace>
  <inkml:trace contextRef="#ctx0" brushRef="#br1" timeOffset="149128.44">16714 6273 624 0,'0'0'140'0,"0"0"11"0,0 0-76 15,0 0-45-15,0 0-23 16,116-39-1-16,-70 33-6 16,2 2 2-16,-5 1-2 15,-5 3 0-15,-11 0 1 16,-14 0-1-16,-10 0 1 15,-3 13 8-15,-4 3 60 16,-11 6 9-16,-2 1-35 16,7 2-8-16,5 1-16 15,5-5-7-15,0-2-1 16,2-5-8-16,18-4-1 16,5-4 2-16,5-6 1 0,6 0-4 15,-3 0-2 1,0-10-1-16,-3-4-3 0,-6-5 5 15,-3-1 0-15,-8-3 1 16,-5 2-1-16,-8 0 1 16,0 1 0-16,0 4 2 15,-16 2 9-15,0 0-2 16,-4 7-4-16,-3 3-5 16,4 2-1-16,-2 2 0 15,2 0 0-15,5 0-32 16,5 4-53-16,6 1-118 15,3-3-247-15</inkml:trace>
  <inkml:trace contextRef="#ctx0" brushRef="#br1" timeOffset="149458.728">17482 6159 754 0,'0'0'127'0,"0"0"20"0,0 0-60 16,31 71-34-16,-22-42-8 16,-1 0-4-16,-3-4-3 15,-4-4-19-15,1-5-5 16,-2-2-9-16,0-7-2 16,0-5 2-16,-8-2 1 15,0 0-5-15,-1 0-1 0,2-10-1 16,6-3 1-16,1-4 0 15,0-5 1-15,0 0 1 16,8 0-1-16,7 0 1 16,3 4 5-16,0 2-7 15,2 4 0-15,2 2-32 16,-6 4-42-16,1 1-65 16,-5 0-193-16</inkml:trace>
  <inkml:trace contextRef="#ctx0" brushRef="#br1" timeOffset="150397.422">16906 6720 765 0,'0'0'66'0,"0"0"40"0,0 0 12 0,0 0-29 15,0 0-43-15,0 0-13 16,0 71-19-16,0-59-7 15,0-2-3-15,0-2-1 16,-3-2-3-16,0-6 0 16,2 0-13-16,-2 0 8 15,1-13-20-15,2-7 0 16,0 0 15-16,0 0 4 16,12 4 6-16,2 0 0 15,2 8 15-15,1 1 10 16,-1 7 0-16,2 0-13 15,3 0 0-15,-2 13-6 0,-2 1 2 16,-4 4 4-16,-1-2-7 16,-3 2-1-16,-5-5-3 15,-1-1 1-15,-3-3-1 16,0-4-1-16,0-2-5 16,0-3-7-16,0 0-4 15,0-1-4-15,0-12-7 16,0-2 0-16,0-1 13 15,2 0 10-15,8 3 4 16,3 2 3-16,1 2 16 16,0 3 3-16,0 1 5 15,2 5-11-15,0 0 2 0,-3 2-7 16,5 9-4-16,0 2-1 16,-5 1-3-16,-3-1-1 15,-2 0 1-15,-5-3-3 16,0 0-6-16,-1-5-43 15,-1-5-80-15,8 0-163 16,4 0-377-16</inkml:trace>
  <inkml:trace contextRef="#ctx0" brushRef="#br1" timeOffset="150599.897">17493 6585 845 0,'0'0'123'0,"0"0"-15"0,0 0-46 0,0 0-12 0,0 0 5 16,-33 82-13-16,31-49-9 16,2-5-9-16,0 1-2 15,0-4-11-15,0-4-7 16,0-4-4-16,0-6-16 16,0-4-71-16,0-3-67 15,0-4-157-15</inkml:trace>
  <inkml:trace contextRef="#ctx0" brushRef="#br1" timeOffset="150735.176">17449 6677 620 0,'0'0'57'0,"0"0"-9"16,0 0-18-16,87-7-30 15,-49 7-51-15,6 0-210 16</inkml:trace>
  <inkml:trace contextRef="#ctx0" brushRef="#br1" timeOffset="151147.372">17886 6625 419 0,'0'0'210'0,"0"0"23"16,0 0-53-16,-114-10-40 16,72 26-36-16,3 7-36 15,9 6-25-15,11 1-23 0,7-1-12 16,12 1-6-16,0-5 3 15,12-5-4-15,10-8-1 16,2-5-20-16,8-7-26 16,0 0-29-16,2-7-13 15,-2-12-23-15,-1-7 16 16,-7-4 1-16,0-6-10 16,-5-4 27-16,-4 3 10 15,-6 4 61-15,-3 8 6 16,-6 9 95-16,0 5 80 15,0 5 2-15,0 3-29 16,-6 3-65-16,-3 0-59 16,2 18 1-16,-1 5 3 15,5 7-3-15,-2 4 3 0,2 2-3 16,-2 1-8-16,3-2-4 16,2-2-8-16,0-3 2 15,0-5-4-15,0-8-3 16,0-6-12-16,0-8-27 15,7-3-59-15,3 0-45 16,-3-16-202-16</inkml:trace>
  <inkml:trace contextRef="#ctx0" brushRef="#br1" timeOffset="151837.555">18356 5681 516 0,'0'0'88'0,"0"0"59"0,0 0-56 0,0 0-47 16,0 0-24-16,0 0-16 15,84-43 0-15,-63 48-2 16,1 9 0-16,-6 10-2 16,-8 8 0-16,-8 10 1 0,0 11-1 15,-16 5 1 1,-4 3 4-16,1 0-5 0,7 0 0 16,7-3-1-16,5-6 1 15,0-4 1-15,8-11 0 16,14-9-1-16,4-8 1 15,11-9 1-15,0-5-1 16,-1-6 1-16,-5 0-2 16,-4 0-2-16,-9 0-5 15,-7-2 3-15,-7 2 4 16,-2 0-1-16,-2 0-8 16,0 10-7-16,0 11 16 15,-8 2 2-15,-2 4-1 16,1 3 6-16,1 4 7 0,5 0 4 15,-1 6 15-15,1 1 17 16,3-1 11-16,0 2-9 16,-3-3-8-16,2-2-11 15,-2 0-10-15,-1-6-6 16,-2 3 1-16,2-3-1 16,-5-3-10-16,2-3 0 15,-2-3 1-15,-1-6 6 16,-3-1-6-16,1-5 4 15,-8-5-7-15,0-3-1 16,-5-2 3-16,-1 0-5 16,2 0 0-16,2-2-1 15,7-9-1-15,1 1-13 0,6-4-13 16,8-6-23-16,0-4-67 16,19-11-205-16</inkml:trace>
  <inkml:trace contextRef="#ctx0" brushRef="#br1" timeOffset="152085.647">19222 6344 723 0,'0'0'84'0,"0"0"26"0,0 0-29 0,0 0-38 16,0 0-32-16,116 23-7 15,-80-18-4-15,-2 1-12 16,-5-1-71-16,-9-2-118 16,-12 0-233-16</inkml:trace>
  <inkml:trace contextRef="#ctx0" brushRef="#br1" timeOffset="152248.459">19113 6553 705 0,'0'0'158'0,"0"0"-11"16,0 0-13-16,0 0-64 16,101 18-50-16,-53-15-14 15,3-3-6-15,-1 1-31 16,-9-1-96-16,-4 0-190 15</inkml:trace>
  <inkml:trace contextRef="#ctx0" brushRef="#br1" timeOffset="155728.206">20530 5695 544 0,'0'0'63'0,"0"0"28"0,0 0 68 0,0 0-68 0,0 0-48 16,0 0-41-16,0 0 1 16,-18 20 33-16,18 8 23 15,0 4-2-15,3 8-9 16,-3-2-14-16,0 0-6 15,0-1-2-15,0-5-3 16,-3-2-10-16,-1-4-5 16,-1-4-5-16,1-5-2 0,1-2 3 15,-1-3-4 1,4-6-6-16,0-5-41 0,0-1-40 16,0 0-54-16,4 0-70 15,11-10-207-15</inkml:trace>
  <inkml:trace contextRef="#ctx0" brushRef="#br1" timeOffset="155988.429">20749 5857 531 0,'0'0'182'16,"0"0"-110"-16,0 0 12 0,0 0-35 15,0 0 36-15,0 0-32 16,16 53-8-16,-12-41-5 15,2 1-14-15,-5-6-6 16,-1-2-6-16,0-2-8 16,0 0-3-16,0-2 4 15,-18-1 3-15,-2 0-7 16,2 0-3-16,1-4 0 16,8-7-23-16,9-3-22 15,0-3-45-15,15-3-103 16,17-5-169-16</inkml:trace>
  <inkml:trace contextRef="#ctx0" brushRef="#br1" timeOffset="156499.711">21222 5611 541 0,'0'0'30'16,"0"0"97"-16,0 0 3 15,-77-12-64-15,62 17-11 16,6 15-21-16,3 3 8 16,0 3 1-16,3 4-10 15,0 6-1-15,3-1-1 16,-1 0-11-16,-1-2-7 16,-1-1-2-16,2-4-6 15,1-1-2-15,0-3 1 0,0-3-1 16,1-2-1-16,14-5-2 15,-2-3 2-15,7-1-1 16,7-5 3-16,3-4-1 16,5-1 0-16,-4 0-1 15,2-7-1-15,-4-7 1 16,-5-1 0-16,-3-3-1 16,-8-1 1-16,-3 1-1 15,-7-2 1-15,-3 4 0 16,0-3-1-16,-6 3 1 15,-10 3 10-15,-2 0-1 16,0 3-7-16,-2 0 0 16,-2 7-2-16,-1 2-1 0,-3 1-1 15,1 0 0-15,-2 0 0 16,4 0 0-16,1 4 0 16,5 1-4-16,6-4-29 15,11 3-36-15,0-4-91 16,11 0-137-16,14 0-270 15</inkml:trace>
  <inkml:trace contextRef="#ctx0" brushRef="#br1" timeOffset="156908.164">21729 5736 301 0,'0'0'377'0,"0"0"-320"0,0 0 88 0,-101 30-71 0,80-5-37 16,10 2-5-16,3 0-5 16,5-1-6-16,3 0-7 15,0-3-8-15,3-4 1 16,15-2-3-16,0-6-2 16,6-2 2-16,-1-5-4 15,2-4-1-15,1 0-5 16,3 0 1-16,-2-13 5 15,-1-1-1-15,-2-5 1 16,0-5 0-16,-8-6 0 16,-5-4 0-16,-5-1 3 15,-6-2-2-15,0 5-1 0,-2 3 18 16,-13 7 16-16,-4 6 10 16,-2 5-23-16,-3 7-11 15,2 4-7-15,1 0-3 16,-3 0 0-16,3 10-3 15,9 5-19-15,4-1-60 16,8 2-78-16,0-4-173 16</inkml:trace>
  <inkml:trace contextRef="#ctx0" brushRef="#br1" timeOffset="157176.268">22434 5599 723 0,'0'0'53'16,"0"0"118"-16,0 0-85 15,0 0-47-15,0 0-12 16,-82 10-1-16,72 13-2 16,1 9 8-16,-2-1-16 15,3 3-8-15,-5-3-6 16,0 1 4-16,-2-3-3 15,-2-8-3-15,3-3-18 16,3-7-27-16,2-2-24 16,2-7-36-16,2-2-88 15,2 0-154-15</inkml:trace>
  <inkml:trace contextRef="#ctx0" brushRef="#br1" timeOffset="157451.16">22229 5592 328 0,'0'0'270'16,"0"0"-160"-16,0 0-18 15,0 0-75-15,0 0 72 16,0 0 12-16,59 68-19 16,-33-40-19-16,4 1-22 15,1 4-5-15,-2-2-7 16,-3-3-16-16,-3-1-7 15,-5-8-3-15,-6 0-2 0,-6-5 1 16,3-5-2-16,-6-1-8 16,1-3-27-16,-1-5-45 15,2 0-48-15,4 0-85 16,3-10-340-16</inkml:trace>
  <inkml:trace contextRef="#ctx0" brushRef="#br1" timeOffset="157718.392">22901 5541 617 0,'0'0'23'0,"0"0"87"16,0 0 2-16,0 0-8 15,0 0-5-15,-30 99-10 16,30-69-24-16,0-1-7 15,4 1-16-15,2-2-10 16,-1-1-20-16,1-3-4 16,1-6-6-16,-2-2 0 15,1-3-2-15,3-2-22 16,4-5-32-16,2-3-44 16,6-3-116-16,3-3-255 15</inkml:trace>
  <inkml:trace contextRef="#ctx0" brushRef="#br1" timeOffset="158089.859">23148 5609 698 0,'0'0'22'0,"0"0"109"16,0 0-42-16,-59 89-28 15,59-55-33-15,0-1-6 16,7-4-7-16,12-3-5 15,4-7-1-15,3-6 1 16,-1-8-6-16,0-3 0 16,0-2-1-16,0 0 2 0,-5-13-5 15,3-7 0-15,-5-1 1 16,-4-6 0-16,2-1 1 16,-5-2-1-16,-2-1 1 15,-4 2-1-15,-5 8 2 16,0 2 37-16,-14 6 18 15,-10 4-8-15,-4 3-23 16,-8 2-6-16,-3 4-17 16,-2 0 0-16,3 0-1 15,4 0-3-15,6 1-7 16,9 5-27-16,11-1-51 16,5-3-93-16,3-2-175 15</inkml:trace>
  <inkml:trace contextRef="#ctx0" brushRef="#br1" timeOffset="158697.309">23358 4949 576 0,'0'0'52'0,"0"0"137"16,0 0-88-16,0 0-17 0,0 0-23 16,0 0-30-1,66-76-8-15,-43 71-4 0,-1 5-2 16,1 0 0-16,-8 3-8 16,-1 12-5-16,-9 8-1 15,-5 2 1-15,-5 7-1 16,-15-5-3-16,-7 3 7 15,-1-4-3-15,-2-5-2 16,5-6 0-16,5-2 2 16,4-6-1-16,11-4-2 15,4-3 2-15,1 0 5 16,0 0-8-16,17 0-3 0,10-6-15 16,3 2-3-1,0 1-5-15,-3 2 13 0,0 1 7 16,-4 0 3-16,-2 0 2 15,-6 4-1-15,-3 7 2 16,-3 1 2-16,-3 3 8 16,-3 6 6-16,0-1 4 15,-3 1-5-15,0 1 3 16,0-1 2-16,-4-2 2 16,-13-2 6-16,-2 0-2 15,-6-4 2-15,-5-4-5 16,-3-2-5-16,2-3-6 15,-4-4-4-15,-1 0-2 16,3 0-4-16,2 0 0 16,3 0-2-16,1-6-6 0,8-2-54 15,5 4-43 1,1-5-125-16,7-2-419 0</inkml:trace>
  <inkml:trace contextRef="#ctx0" brushRef="#br1" timeOffset="159695.538">23921 5432 609 0,'0'0'96'0,"0"0"-64"0,0 0 82 16,0 0-11-16,17 91-27 15,-11-67-22-15,1-1-10 16,-2-1-9-16,-4-5-12 15,-1-3-15-15,0-3-4 16,0-1 3-16,-1-1-4 16,-7-5-3-16,2-4 0 15,2 0 0-15,1 0-3 16,1-13-4-16,2-5 1 16,0-4 5-16,0 4 0 0,11-1 1 15,4 2 1-15,0 1-1 16,2 6 0-16,3 3 2 15,-4 7 2-15,2 0 1 16,-1 0-4-16,-1 11 3 16,-4 3-1-16,0 4 2 15,-3-4 4-15,0 1-8 16,-3 0 1-16,1-2-2 16,-2-3 1-16,-5-5 0 15,3 2-1-15,-2-3 1 16,-1-3-1-16,0-1-2 15,0 3-9-15,2-3 7 16,1 0 4-16,1 0 7 16,9-8-5-16,1-5-2 0,2-4-2 15,4 0 1-15,1-3 1 16,-1 2 0-16,0-2-2 16,-1 3 2-16,-1 3-1 15,-3 6 1-15,-4-1 1 16,0 4-1-16,-3 3 0 15,0 2 0-15,-2 0-4 16,-2 0-5-16,0 13 9 16,4 2 8-16,-5 2 0 15,-2 7-1-15,-1-2 3 16,0 3 10-16,0 0 7 16,0-2 11-16,0 0-1 0,0-3-8 15,0-3-9 1,0 0-7-16,6-8-1 0,11-3-3 15,4-6 0-15,7 0-3 16,3 0-4-16,4 0-2 16,2-9-23-16,-4-2-46 15,-4-4-53-15,-2 0-137 16,-7-4-552-16</inkml:trace>
  <inkml:trace contextRef="#ctx0" brushRef="#br1" timeOffset="160863.844">20518 6373 104 0,'0'0'324'0,"0"0"-317"0,0 0 68 0,0 0 0 15,0 0 12-15,0 0-21 16,-29-12-39-16,29 12-14 16,14 0 0-16,13 2 45 0,10 2-4 15,11-1-27-15,12-2-9 16,10 0-8-16,9-1-3 15,8 0-3 1,5 0-4-16,2 0 3 0,5 0-1 16,-2 0 1-16,4-2-1 15,-1-1 0-15,-2 2 1 16,-2-1-1-16,3 1-1 16,2-1 0-16,-3 2 1 15,-4 0-2-15,-1 0 0 16,-4-3 1-16,-4 1-1 15,1 0 0-15,-1-2 0 16,2 0 4-16,1-2-4 16,5 4 0-16,-2-2 1 15,1 1-1-15,2 0 2 0,0 2-1 16,-1-2 2-16,-4 0-3 16,-8-1-1-16,-5-2 1 15,-1 2 0-15,2-1 2 16,-2 0 0-16,1 1-2 15,-1-1 1-15,-5 1 0 16,1-1 2-16,-2 1-3 16,-5 1 0-16,-4-1 1 15,-1 3 4-15,1-2 11 16,4 0 3-16,-1-2-2 0,0-1 0 16,-4 0-9-1,1 0-2-15,-2-2-2 0,-3 5-4 16,-5-2 1-16,-1 3 2 15,-10 0 2-15,-3-1 7 16,-7 3 5-16,-6-2 8 16,-8 2 0-16,-4-2-2 15,-4 1-8-15,-6 1-4 16,2 0-7-16,-3-1 2 16,0 1-6-16,0 0-23 15,0 0-78-15,-17 0-109 16,-18 0-262-16</inkml:trace>
  <inkml:trace contextRef="#ctx0" brushRef="#br1" timeOffset="161809.125">22080 6739 515 0,'0'0'118'0,"0"0"-116"0,0 0 32 16,0 0 35-16,0 0-2 15,0 0-5-15,19 79-23 0,-17-58-10 16,0-1-8-16,-2 1-10 16,1-1 0-16,-1-3-6 15,0 0-5-15,0-4 4 16,0-3-4-16,0-3-18 15,-1-4-11-15,-7-3 19 16,4 0 6-16,-2-3 1 16,4-9-1-16,-1-1 0 15,3 1 4-15,0 0 0 16,0 1 5-16,8 3 22 16,3 1 0-16,5 3-8 15,4 2-2-15,3 2 5 0,2 0 0 16,1 0-6-16,-3 8-6 15,0 3-3-15,-5 0-5 16,0 0 2-16,-8-1-4 16,1 0 1-16,-6-2-1 15,-3-1 0-15,-2-1-10 16,0-3-25-16,0 0-4 16,-9-3-6-16,0 0-14 15,8-6-1-15,-2-10-28 16,3 0 31-16,0-3 50 15,3 0 7-15,11 0 19 16,6 2 14-16,2 1-1 16,4 6-4-16,-4-1-6 0,2 6-8 15,0 5-3-15,-2 0 2 16,-2 0 1-16,-1 12 12 16,-1 4-6-16,-6 2-6 15,-2 1 3-15,-1-1-2 16,-6 0 2-16,2-1 1 15,-5-4-2-15,0-2-9 16,0-2-4-16,0-5-3 16,0-4-54-16,6 0-72 15,4-1-61-15,5-16-357 16</inkml:trace>
  <inkml:trace contextRef="#ctx0" brushRef="#br1" timeOffset="162027.857">22735 6790 682 0,'0'0'59'0,"0"0"-16"0,0 0 25 0,0 0 25 15,0 0-26-15,5 88-6 16,0-56-7-16,-3-1-1 16,1-4-22-16,-1-2-19 15,-2-9-8-15,0-5-4 16,0-6-8-16,0-3-52 15,0-2-44-15,0 0-13 16,0-9-182-16,0-12-282 16</inkml:trace>
  <inkml:trace contextRef="#ctx0" brushRef="#br1" timeOffset="162161.704">22787 6677 699 0,'0'0'106'0,"0"0"83"16,0 0-121-16,0 0-28 15,0 0-28-15,0 0-12 16,3-31-98-16,17 31-65 16,-1 6-181-16</inkml:trace>
  <inkml:trace contextRef="#ctx0" brushRef="#br1" timeOffset="162395.026">22938 6631 730 0,'0'0'124'15,"0"0"90"-15,0 0-149 16,0 0-36-16,0 0 25 16,0 0 2-16,42 97-5 15,-30-58-4-15,-8-2-10 16,-2 1-12-16,-2 3-11 16,0-2-3-16,0-3-8 15,-6-6-1-15,0-9-2 16,2-9-20-16,4-6-53 15,0-6-66-15,0 0-172 16,10-12-459-16</inkml:trace>
  <inkml:trace contextRef="#ctx0" brushRef="#br1" timeOffset="162747.195">23261 6902 559 0,'0'0'129'15,"0"0"13"-15,89-43-18 16,-55 29-49-16,-1-2-47 16,-4 2-17-16,-9-2-2 15,-5 3-3-15,-7-1 2 16,-8-2-1-16,0 3-2 16,-12 3 3-16,-11 2-8 0,-5 5 0 15,-2 3 0 1,5 0 0-16,1 0 1 0,2 12 12 15,4 8 12-15,1 8 0 16,7 1 16-16,7 6-11 16,3 2-7-16,0-2 1 15,13-4-1-15,14-6-11 16,5-9-5-16,6-9 0 16,8-7-1-16,5 0-6 15,0-2-11-15,0-12-49 16,-5-5-79-16,-6-2-128 15</inkml:trace>
  <inkml:trace contextRef="#ctx0" brushRef="#br1" timeOffset="164332.951">12390 8226 451 0,'0'0'12'0,"0"0"64"0,0 0 59 0,0 0-27 15,0 0-48-15,0 0-30 16,0 0-17-16,0 0 37 16,18 1 33-16,52 4-41 15,15-4-28-15,8 2-2 0,1 1-6 16,-3 1-2 0,-5-1-3-16,-5 0 0 0,-4-1 1 15,-6-3 4-15,-7 0-6 16,-5 0 1-16,-8 0-1 15,-8-3 0-15,-7-4 2 16,-9-3-2-16,-11 0 2 16,-8-1-2-16,-8 3-8 15,0-2-18-15,-5-1-47 16,-14 2-64-16,-2-4-102 16,-3 0-203-16</inkml:trace>
  <inkml:trace contextRef="#ctx0" brushRef="#br1" timeOffset="164700.784">13250 8042 543 0,'0'0'2'16,"0"0"43"-16,0 0 51 16,0 0-13-16,14 79-18 15,6-64-14-15,8-4 1 16,4-1-9-16,2-4-12 15,6-3-15-15,-4-3-10 16,-5 0-2-16,-4 0-3 16,-9 0 1-16,-8 0-2 15,-5 0 3-15,-4 0-2 16,-1 0-1-16,0 3 0 16,0 5-3-16,-13 5 3 0,-2 4 23 15,-7 2-4-15,1 4 2 16,-2-2 4-16,1 3 5 15,1-1 4-15,2-2-13 16,1-1-9-16,4-2-7 16,3-1-3-16,3-4-2 15,5-2-6-15,3-3-58 16,0-3-88-16,6-5-191 16</inkml:trace>
  <inkml:trace contextRef="#ctx0" brushRef="#br1" timeOffset="165175.158">15480 8188 626 0,'0'0'125'0,"0"0"64"0,0 0-115 0,0 0-52 16,0 0 38-16,0 0-11 15,-30 66-10-15,27-44-14 16,-1-2-11-16,4-2-8 0,0-3-2 15,0-2-4-15,0-4-31 16,1-4-74-16,14-3-37 16,0-2-101-16,4 0-144 15</inkml:trace>
  <inkml:trace contextRef="#ctx0" brushRef="#br1" timeOffset="165339.171">15610 8208 679 0,'0'0'182'15,"0"0"-87"-15,0 0-34 16,0 0 37-16,0 0-33 16,-2 99-9-16,2-68-13 0,0 0-26 15,0 0-11 1,0 0-6-16,0 0-30 0,2-6-116 16,1-8-314-16</inkml:trace>
  <inkml:trace contextRef="#ctx0" brushRef="#br1" timeOffset="165931.809">19587 8286 707 0,'0'0'27'0,"0"0"81"0,0 0-50 15,0 0 38-15,0 0-30 16,117 13-31-16,-62-13-15 15,2 0-4-15,-5 0-12 0,-8 0 0 16,-11 0-4-16,-12-2-19 16,-12 2-84-16,-9 0-124 15,-2 0-137-15</inkml:trace>
  <inkml:trace contextRef="#ctx0" brushRef="#br1" timeOffset="166223.718">19619 8461 415 0,'0'0'46'0,"0"0"82"0,0 0 18 16,0 0-21-16,0 0-26 15,0 0-27-15,91 3-17 16,-60-3-4-16,5 0-1 15,-2 0-11-15,-1 1-21 16,-2 1-3-16,-2-2-6 16,-6 0-9-16,3 0 2 15,-4 0 3-15,-4 0-5 16,-2 0-13-16,-4 0-21 16,-5 0-57-16,-7 0-77 15,0 0-232-15</inkml:trace>
  <inkml:trace contextRef="#ctx0" brushRef="#br1" timeOffset="170555.024">21745 8006 439 0,'0'0'78'0,"0"0"-24"0,0 0 76 0,0 0-18 15,7-77-55-15,23 63-19 16,7 2 10-16,5 6-11 15,1 4 9-15,-1 2-11 16,-8 0-16-16,-10 8-9 16,-7 9-9-16,-10 2 2 15,-4 0 1-15,-3 7-4 16,0-2 1-16,0 0-1 16,-13-2 2-16,-2-2 2 15,-3-2-2-15,-3-6 0 16,-1-2-2-16,-1-4-3 0,2-4-10 15,6 0 1-15,5-2 3 16,5 0 5-16,5 0 4 16,0 0 0-16,0 0-8 15,17 0-1-15,8 0 4 16,9 0 4-16,-2 0 2 16,0 2 3-16,-6 5 2 15,0 5 3-15,-6-3 2 16,-1 7-1-16,-8-2-3 15,-3 2 0-15,-7-1-3 0,-1 1 4 16,0-1 5 0,-10 1 11-16,-11-2 6 0,-3-1-8 15,-6-2-7-15,-1-2-5 16,-5-1-4-16,-3-3 0 16,5-1-1-16,2-2-3 15,4-2-2-15,4 0 2 16,6 0-1-16,4-7 1 15,4-3-2-15,6-2-2 16,2-2-19-16,2-5-23 16,6-1-44-16,20-4-108 15,3-2-260-15</inkml:trace>
  <inkml:trace contextRef="#ctx0" brushRef="#br1" timeOffset="171047.398">22483 7816 433 0,'0'0'121'0,"0"0"-33"0,0 0 44 0,0 0-46 16,-89-7-43-16,80 28 3 15,3 5 7-15,4 1-3 16,2 6-8-16,0 3-16 15,0 0-1-15,0 0-12 16,0 1-7-16,0-4-3 0,0-3 0 16,0-5-2-16,6-3 1 15,0-1-1-15,5-5 3 16,0-2-3 0,0-4 1-16,-3-3-1 0,5-3 0 15,-4-2 2-15,1-2-1 16,5 0 2-16,-3-2 0 15,7-10-2-15,-3-4 0 16,1 1-1-16,-5-2-1 16,-3-2 1-16,-6 0 2 15,-3 1-2-15,0 0 1 16,0 1-2-16,-16 0 0 16,-2 3 0-16,-8 4 0 15,0 2-1-15,0 4 1 16,3 3-1-16,4 1 1 0,5 0-1 15,3 0-1-15,7 2-18 16,4 5-37-16,0 0-44 16,10-1-62-16,14-3-135 15</inkml:trace>
  <inkml:trace contextRef="#ctx0" brushRef="#br1" timeOffset="171452.144">22834 7972 660 0,'0'0'39'0,"0"0"129"0,0 0-74 0,-81-14-41 0,62 26-17 16,5 7-13-16,4 4-8 16,6 5-6-16,4-1-4 15,0 0 2-15,10-3-1 16,5-4-4-16,4-4 1 15,-1-3 1-15,3-4-4 16,0-5-5-16,-2-4 3 16,1 0 0-16,-4 0 2 15,5-10 1-15,-3-7 1 16,-6-3-2-16,-2-2 0 16,-2-5 4-16,-8 1-1 15,0-3 3-15,0 3 14 16,0 2 17-16,-9 3 0 15,-6 6-16-15,-6 2-7 0,-3 5-13 16,0 3 1-16,0 5-2 16,2 0-1-16,4 0-19 15,6 5-26-15,8 5-50 16,4 1-69-16,0-1-172 16</inkml:trace>
  <inkml:trace contextRef="#ctx0" brushRef="#br1" timeOffset="171849.111">23123 7967 655 0,'0'0'120'16,"0"0"40"-16,0 0-99 0,0 0-21 15,0 0-24-15,0 0-8 16,-73 66-3-16,73-41-1 15,3 1 0-15,7-1-1 16,4-5 2-16,2-4-1 16,-2-7 0-16,2-3-4 15,4-6 0-15,2 0-2 16,3 0 2-16,-1-9 1 16,0-6-1-16,-3-4 3 15,-6-6-3-15,-5-2 4 16,-5 0-3-16,-5-3 15 0,0 3 8 15,0 2 9-15,-12 4 3 16,-6 3-4-16,-3 5-7 16,-4 5-10-16,-2 4-10 15,3 4-5-15,3 0 0 16,8 0-25-16,5 14-39 16,8 0-49-16,0 1-63 15,14-1-167-15</inkml:trace>
  <inkml:trace contextRef="#ctx0" brushRef="#br1" timeOffset="172299.78">23848 7882 696 0,'0'0'82'15,"0"0"115"-15,0 0-108 16,0 0-10-16,-100-55-32 15,80 55-33-15,1 0-6 16,3 9-6-16,6 8 1 16,5 2-1-16,4 1-2 15,1 4 0-15,0-1-2 16,4-4 0-16,8 4-2 16,7-5 3-16,7-1 1 15,1 2 0-15,-3-3 1 0,0-2 0 16,-5 2-1-1,-3-2 0-15,-2 2 0 0,-4-3-1 16,-4-2 1-16,-4-1 5 16,-2-1 12-16,0 4 6 15,0-3 9-15,-11-1 2 16,-8-3 3-16,-7-1-4 16,-9-2 4-16,-3-2-9 15,-1 1-5-15,4-2-4 16,-1 0-6-16,3 0-8 15,8-6-4-15,7 1-1 16,6-3-2-16,4 1-25 0,4 0-43 16,4 0-89-1,0 1-222-15</inkml:trace>
  <inkml:trace contextRef="#ctx0" brushRef="#br1" timeOffset="173260.616">21243 8489 312 0,'0'0'39'0,"0"0"-17"0,0 0 67 0,0 0 12 15,0 0-25-15,0 0-2 16,39 7 7-16,-8-7-34 16,10 0-18-16,6 0-4 15,7 0-6-15,12 0-14 0,1 0 0 16,6 0-2-16,3 0 0 15,-3 0 0-15,8 0-3 16,0 0 3-16,2 1-3 16,-1 2 0-16,0 0 0 15,0 1 1-15,6-1-2 16,5 0 3-16,-1 0-3 16,-1-2 2-16,2 2 4 15,-7-2 1-15,-4 2 3 16,3 0 4-16,-3 0-1 15,8 0 4-15,-4 0 0 16,0-1-3-16,-5 3 0 16,1-1-3-16,-4 0 8 0,1-1-3 15,-4 0 3-15,-6-2 0 16,-4-1-3-16,-5 0 10 16,-2 0-9-16,-4 0 1 15,-5 0-5-15,-3 0-2 16,-4 0 1-16,-3 0-4 15,-4 0 3-15,-2 0-1 16,-3 0 0-16,-2 0-1 16,-4 0 2-16,-4 0-7 15,-4 0 3-15,1-1-6 16,-3 0 1-16,-1-2 4 16,0 0-5-16,-6 1 1 0,-1 0-1 15,-3-1-1 1,-3 2-27-16,0-3-67 0,-10-3-112 15,-20-3-335-15</inkml:trace>
  <inkml:trace contextRef="#ctx0" brushRef="#br1" timeOffset="174032.843">22804 8994 542 0,'0'0'21'0,"0"0"121"0,0 0-37 0,0 0-26 15,0 0-44-15,0 0-22 16,-42 20 72-16,39 8-22 15,3 5 19-15,0 2-20 16,0 0-19-16,0 5 2 16,0-7-15-16,0-3-12 15,0-3 0-15,2-8-11 16,-1-3 0-16,1-5-7 16,-1 1 2-16,-1-5-2 15,0-2 1-15,3-1-1 16,-3-3-13-16,2-1-25 0,2 0-17 15,6 0-17-15,6-5-99 16,6-10-115-16,6-2-249 16</inkml:trace>
  <inkml:trace contextRef="#ctx0" brushRef="#br1" timeOffset="174518.21">23131 8925 141 0,'0'0'453'0,"0"0"-393"0,0 0-13 15,0 0 60-15,0 0-5 16,0 85-14-16,0-53-12 16,0 1-4-16,0-1-24 15,4-1-25-15,2-4-10 16,0-3-8-16,-3-6-2 15,1-5-2-15,-1-3 4 16,-1-6-4-16,-1-3-1 16,1-1 0-16,0 0 0 15,2 0 5-15,1-10-5 16,2-5-6-16,3-3 4 16,4 0 2-16,2-1 0 15,2 2 0-15,-3 1-1 0,1 4 1 16,4 7-1-1,-2 0-3-15,-5 5 4 0,3 0-1 16,-2 0 0-16,-1 11 1 16,-2 7 0-16,-5 2 8 15,1 3-2-15,-3 0 0 16,0 2-1-16,-4-2-2 16,0-6-2-16,0-3-1 15,0-3 0-15,0-6-9 16,0-1-40-16,0-4-68 15,1 0-67-15,8-2-65 16,3-15-239-16</inkml:trace>
  <inkml:trace contextRef="#ctx0" brushRef="#br1" timeOffset="174872.885">23569 9033 616 0,'0'0'109'0,"0"0"32"0,0 0-70 15,0 0-20-15,0 0 17 16,82 33-25-16,-62-9 14 16,-4 3-5-16,-3 1-14 15,-4-2 3-15,-6-2-16 16,-3-4-15-16,0-1-1 16,0-5-2-16,-13-7 5 15,-5 1 0-15,0-7-3 16,3-1-3-16,5 0-3 0,1-4 5 15,3-12 2 1,6-4 6-16,0-4 0 0,0-4 1 16,6-2 1-16,12 2-3 15,-2 3-8-15,8 4-3 16,-3 3-2-16,-1 5-1 16,0 1-1-16,-5 5-11 15,-6 3-32-15,-6 3-74 16,-3-4-129-16,0-2-784 15</inkml:trace>
  <inkml:trace contextRef="#ctx0" brushRef="#br1" timeOffset="178920.77">2864 11625 619 0,'0'0'122'0,"0"-74"40"0,-3 37-34 0,-10-1-26 16,-4 6-28-16,-5 8-29 15,-3 11-22-15,-11 6-12 16,-3 7-8-16,-10 14-3 16,-1 16-1-16,3 9 1 15,11 4 0-15,11-1-2 16,8-1 2-16,14-3 1 15,3-3-1-15,0-6-1 16,3-7-3-16,15-7-6 0,3-3-8 16,7-8 0-16,2-4-6 15,3 0-13-15,-2-11 12 16,1-6 5-16,-4-3 6 16,-1-2 6-16,-6 2 8 15,-6 0 1-15,-3 3 1 16,-4 6-1-16,-6 5 6 15,-2 6 11-15,0 0-7 16,0 6-7-16,0 14-4 16,0 8 16-16,0 6 9 0,3 6 4 15,-2 3-2 1,-1 7 5-16,2-2-4 16,-2-5-5-16,0-2 3 15,0-5-12-15,0-10-8 0,0-3-2 16,0-8-1-16,0-5-3 15,0-4-5-15,0-4-26 16,3-2-38-16,3 0-32 16,3 0-39-16,7-13-242 15</inkml:trace>
  <inkml:trace contextRef="#ctx0" brushRef="#br1" timeOffset="179393.891">3184 11486 788 0,'0'0'70'0,"0"0"63"0,0 0-76 0,0 0-48 16,0 0-3-16,-83 55 11 16,67-17 5-16,4 2-2 15,4 0 1-15,3 3-8 16,5 1 2-16,0 0-7 15,0-2-3-15,0-4-1 16,10-5 1-16,-1-7-1 16,0-8-4-16,6-5 0 15,6-7-3-15,1-6 3 0,5 0-3 16,4 0 3 0,-2-7-7-16,-4-6 2 0,0-1 5 15,-5-2 2-15,-1 1-1 16,-4-3-1-16,-3-1 4 15,-6-1-1-15,-3 1 6 16,-3 1 8-16,0 2 12 16,-6 0 7-16,-10 5-12 15,-4 4-15-15,-2 1 0 16,-5 6-3-16,-4 0-6 16,-1 0 1-16,-2 9-1 15,6 2 1-15,4 2-2 16,7 1-27-16,4-2-37 15,10-1-67-15,3-6-150 16,6-5-317-16</inkml:trace>
  <inkml:trace contextRef="#ctx0" brushRef="#br1" timeOffset="180075.304">3825 11640 312 0,'0'0'264'0,"0"0"-227"0,0 0 118 16,0 0-10-16,0 0-52 0,25 83-28 16,-20-64-24-16,-2-4-15 15,-3-1-10-15,0-3-10 16,0-2-1-16,0-6-3 15,0 2 1-15,0-5 0 16,0 0-3-16,0 0 0 16,0-9-14-16,0-6 6 15,0-1 4-15,0-1 4 16,0 3 2-16,0 0 0 16,3 4 6-16,7 2-7 15,1 4 6-15,2 4-5 16,2 0 0-16,0 2-1 15,-2 12 0-15,1 1 2 16,-1 1 1-16,-4 0 1 16,-3 3 4-16,0-3-8 0,-2-1 1 15,-1-4-1-15,0-2 1 16,-1-4-2-16,-2-3 1 16,3-2 1-16,-3 0-4 15,9 0 2-15,-1-10-13 16,3-4-7-16,1-3 6 15,0 0 14-15,3 0 0 16,0 2-1-16,-3-1 1 16,6 4 2-16,-5 0-2 15,1 4 1-15,1 3 2 0,-3 5-2 16,-1 0 0-16,0 0 0 16,-2 0 7-16,0 7 2 15,-2 6 0-15,-1 1-3 16,0 4 3-16,-4 1-9 15,4 1 1-15,-2 2-1 16,-1-3-1-16,-3-4 0 16,6-4 0-16,-3-2-28 15,5-6-60-15,0-3-51 16,9 0-92-16,2-3-68 16</inkml:trace>
  <inkml:trace contextRef="#ctx0" brushRef="#br1" timeOffset="180271.94">4489 11662 703 0,'0'0'131'0,"0"0"-95"0,0 0 16 0,0 0 13 0,0 0-25 16,-15 84-4-16,9-54-2 16,0-1 2-16,3-2-5 15,3-3-13-15,0-6-14 16,0-3-4-16,0-7-2 15,0-4-81-15,0-4-93 16,0 0-83-16</inkml:trace>
  <inkml:trace contextRef="#ctx0" brushRef="#br1" timeOffset="180420.821">4444 11485 782 0,'0'0'83'0,"0"0"-10"15,0 0-19-15,0 0-30 16,0 0-24-16,0 0-87 16,12-28-132-16,18 29-176 15</inkml:trace>
  <inkml:trace contextRef="#ctx0" brushRef="#br1" timeOffset="193599.893">4945 11297 490 0,'0'0'32'0,"0"0"75"0,0 0-2 0,0 0-23 16,0 0-21-16,0 0-28 16,-61-14-18-16,57 48 49 15,4 7-4-15,0 10-11 16,-3 7 5-16,-3-2-6 0,-3 6-12 16,-7-7-12-16,2-6-6 15,-2-5-8-15,2-4 1 16,5-8 0-16,-3-4-3 15,9-4-4-15,-1-5 0 16,1-5-2-16,0-6 0 16,3-3 0-16,-2-4-1 15,2-1-1-15,0 0-8 16,0 0-21-16,0 0-19 16,-3 0-73-16,0 0-97 15,-1 0-375-15</inkml:trace>
  <inkml:trace contextRef="#ctx0" brushRef="#br1" timeOffset="194023.601">5120 11817 605 0,'0'0'21'16,"0"0"92"-16,0 0-17 16,0 0-45-16,77-75-27 0,-63 59-5 15,-1 2-1 1,-7 0 4-16,-3 1-7 0,-3 0-1 16,0 2-2-16,-3 3-8 15,-16 2-4-15,1 2 0 16,-6 4 0-16,-1 0 0 15,-2 0 0-15,6 5 0 16,2 8 0-16,-1 5 4 16,5 4 7-16,2 2 1 15,4 2 4-15,6 1 5 16,3 0-3-16,0-2-5 16,6-4-2-16,9-1-4 15,0-5-1-15,4-5-2 16,5-3 2-16,6-5-6 15,7-2-5-15,-3 0-68 16,5 0-96-16,-3-11-200 0</inkml:trace>
  <inkml:trace contextRef="#ctx0" brushRef="#br1" timeOffset="194769.737">5544 11575 632 0,'0'0'79'0,"0"0"77"0,0 0-57 0,-14-72-35 15,-2 68-40-15,-5 4-14 16,-3 2-8-16,-6 18-1 16,0 10 1-16,5-1-1 0,12 5 1 15,7-5-1 1,6-3 0-16,0-1-1 0,14-7 4 16,8-4 1-16,4-4-2 15,1-4 0-15,0-1 0 16,0 1 0-1,-9 1-3-15,-5 1 0 0,-2 4-1 16,-7 2-2-16,-4 2 0 16,0 2 3-16,-4 0 1 15,-13 0 9-15,-2-2 7 16,-2 0 2-16,0-5-3 16,-3-2-5-16,-1-2-4 15,3-2-6-15,3-4-1 16,5-1-10-16,6 0-38 15,8 0-32-15,0-15-124 0,5-9-586 16</inkml:trace>
  <inkml:trace contextRef="#ctx0" brushRef="#br1" timeOffset="195091.73">6249 11486 698 0,'0'0'41'0,"0"0"-25"0,0 0 106 0,0 0 2 0,-39 86-59 16,34-50-22-16,3 0 12 15,1 2-11-15,1-5-7 16,0 0-5-16,0-1-13 15,0-1-6-15,0-3-7 16,0-3-2-16,0-5-3 16,0-3-1-16,-6-4-4 15,-5-4-26-15,-2-3-12 16,1-6-40-16,0 0-31 16,3 0-96-16,3-10-150 15</inkml:trace>
  <inkml:trace contextRef="#ctx0" brushRef="#br1" timeOffset="195345.606">6122 11443 584 0,'0'0'18'0,"0"0"69"15,0 0-17-15,90-20-30 16,-53 23-17-16,2 22-5 15,-4 2 1-15,-6 2 12 16,-3-2 3-16,-12 1-17 16,-6-2-7-16,-8-4-5 15,0 3 1-15,-18-3 0 16,-13 3-2-16,-8-3-4 0,-3 0-19 16,2-4-78-16,9-2-182 15</inkml:trace>
  <inkml:trace contextRef="#ctx0" brushRef="#br1" timeOffset="195722.573">6582 11714 446 0,'0'0'73'0,"0"0"53"15,79-60-30-15,-61 42-22 0,-6 0-15 16,-7 2-16-16,-5 0-5 16,0 2-2-16,-14 2-10 15,-8 3-11-15,-8 4-11 16,-1 5-3-16,-1 0 0 16,4 0-1-16,8 15-1 15,1 4-4-15,8 6 5 16,3 2 0-16,3 0 9 15,5 2 3-15,0-3 1 16,2-4-2-16,14 1-3 16,6-7 1-16,4-1-5 15,4-6 2-15,-2-3-6 0,-1-4-11 16,-5-2-63-16,-1 0-78 16,-6-8-125-16,1-4-159 15</inkml:trace>
  <inkml:trace contextRef="#ctx0" brushRef="#br1" timeOffset="196029.974">6797 11609 482 0,'0'0'125'15,"0"0"21"-15,0 0-25 16,0 0-50-16,0 0-68 16,0 0 2-16,42 20 6 15,-32 5 1-15,-1 3 20 16,-6-2 9-16,0-1-6 0,-3 1-6 15,0-5 0 1,0-3-2-16,-9-1-4 0,-7-6-10 16,-2-5-2-1,3-5-7-15,4-1 4 0,3 0 3 16,5-12 11-16,3-10-11 16,0-4 5-16,13-6-11 15,8-10 1-15,20-4-4 16,3-5-2-16,5-3-6 15,-1 2-37-15,-2 7-46 16,-3 5-56-16,-7 12-174 16</inkml:trace>
  <inkml:trace contextRef="#ctx0" brushRef="#br1" timeOffset="197203.807">7719 11646 620 0,'0'0'105'0,"0"0"44"0,0 0-39 0,4-102-27 0,5 68-38 16,9-5-5-16,9-2-13 15,0 3-16-15,3 4-4 16,-5 7-3-16,-7 6-2 16,-9 5 0-16,-9 3 1 15,0 7-3-15,-8-3-10 0,-17 3-10 16,-3 6 8-16,-5-2 5 16,6 2 4-16,2 0 1 15,8 0-2-15,3 6 2 16,0 5 2-16,5 0 7 15,2 4 7-15,4 3 3 16,1 2 3-16,2 6 2 16,0 2-1-16,3 3-3 15,12 6 1-15,-1 1 6 16,0 0-4-16,3 4 3 16,-1-3-1-16,-1-4-13 15,0-6-3-15,-6-2-5 16,3-6-2-16,-3-3 3 15,-3-5-2-15,-2-4 1 16,-1-4-2-16,0-5-1 0,2 0-1 16,8-4 1-16,2-13-7 15,1-4-10-15,7-3-9 16,-4-1 0-16,2-2-10 16,0 5 15-16,-6 2 4 15,-3 3 14-15,-2 7 4 16,-4 4-2-16,0 3 2 15,2 3-1-15,-1 0-4 16,-1 7 2-16,3 12 2 16,-1 2 1-16,-3 6 2 0,1-1 0 15,-1 1 0 1,-2-1 1-16,5-3-2 0,-2-4-1 16,2-3 1-16,4-7-1 15,9-3-1-15,6-6-14 16,3 0-40-16,6-11 4 15,-5-5 13-15,-1-8 14 16,-5-2 14-16,-4-6 9 16,-5-2-1-16,-11 7 2 15,-2 1 2-15,-3 9 6 16,0 8 13-16,-6 8 8 16,-7 1-11-16,2 7-10 15,2 13-1-15,3 4 3 16,2 0-7-16,4 1 3 15,0-5-3-15,0-1-3 0,13-5 5 16,5-6-3 0,5-3 1-16,0-5-2 0,3 0-1 15,-1-2-2-15,-4-14 2 16,-2 0 0-16,-5-6 1 16,-7-1-1-16,-7 0 2 15,0-4-1-15,0 1 0 16,-10 1-1-16,-5 1 1 15,-3 6 7-15,0 6 6 16,-4 1-5-16,-1 8-9 16,-2 3 0-16,4 0-2 15,2 10-16-15,5 1-31 0,7 5-38 16,7 0-114 0,0-4-196-16</inkml:trace>
  <inkml:trace contextRef="#ctx0" brushRef="#br1" timeOffset="197652.125">8677 11521 639 0,'0'0'47'0,"0"0"75"0,0 0 27 15,-23 77-56-15,23-53-58 16,0-3-12-16,11-2-5 0,7-2 0 15,2-4-7 1,2-4-7-16,1-6 1 0,3-3 0 16,0 0-5-16,0-3-14 15,-5-13-5-15,4-2-2 16,-4-5-6-16,-4-3 7 16,-7-1-9-16,-4 1 7 15,-5 2 12-15,-1 4 10 16,0 6 3-16,0 3-1 15,-3 6 2-15,-3 5 4 16,-2 0 5-16,-3 2-10 16,3 16 5-16,0 4 13 0,0 5 4 15,4 1 7 1,2 2-3-16,2-4-8 0,0-3-4 16,3-5-4-16,15-5-11 15,2-5 2-15,6-2 3 16,7-6-7-16,3 0-10 15,3 0-106-15,-5-13-135 16,-3-4-373-16</inkml:trace>
  <inkml:trace contextRef="#ctx0" brushRef="#br1" timeOffset="197978.171">9217 11434 654 0,'0'0'90'0,"0"0"-11"0,0 0-42 0,0 0 11 0,0 0-29 16,49 75 0-16,-35-50 3 15,-3 6 35-15,-3-4-1 16,-7 0-28-16,2-6-6 16,-3-4-1-16,0-5-6 15,-3-2-9-15,-9-5 1 16,2-5 0-16,1 0-2 15,6-2 13-15,0-11 9 16,1-2-6-16,2-6 3 16,0-6-6-16,2-7-5 15,10-5-8-15,6-2-2 16,3 2 2-16,3 1-5 0,6 12-3 16,-2 6-34-16,2 5-91 15,-8 0-154-15</inkml:trace>
  <inkml:trace contextRef="#ctx0" brushRef="#br1" timeOffset="198436.338">10428 11444 649 0,'0'0'48'0,"0"0"23"0,0 0 68 0,0 0-26 15,0 0-49-15,0 0-11 16,97 35-17-16,-49-35-11 15,3 0-12-15,-2 0-5 16,-4 0-5-16,-11 0-3 16,-9 0-37-16,-14 3-59 15,-8 0-70-15,-3 1-180 16</inkml:trace>
  <inkml:trace contextRef="#ctx0" brushRef="#br1" timeOffset="198713.027">10467 11628 272 0,'0'0'69'15,"0"0"104"-15,0 0-58 16,0 0-11-16,0 0-10 15,94 18-8-15,-60-18-20 16,1 0-10-16,-1 0-15 16,2 0-22-16,-5 0-11 15,-2 0-5-15,-7 0-3 0,-1 0-14 16,-9 0-73 0,-8 0-133-16,-4 0-327 0</inkml:trace>
  <inkml:trace contextRef="#ctx0" brushRef="#br1" timeOffset="200892.638">12256 11294 475 0,'0'0'101'0,"0"0"19"0,4-86 5 0,-17 65-30 16,-11 6-13-16,-1 3-47 16,-5 8-10-16,-3 4-9 15,-1 0 4-15,-2 16 4 16,-2 8-9-16,9 6-2 15,6 2-5-15,7 0-8 0,10-3 1 16,6-2 2 0,0-5-2-16,8-5-1 0,17-6 0 15,8-4-4-15,4-7-2 16,5 0-12 0,-2 0-4-16,-6 0-4 0,-5-10 1 15,-7-2 6-15,-7 0 11 16,-6-3 1-16,-5 0 7 15,-2 0 1-15,-2 1 1 16,0 2-1-16,0 4 0 16,0 7 5-16,0-2 10 15,0 3 6-15,0 0-13 16,0 8-7-16,0 12 23 16,0 3 9-16,0 8 1 15,0 1 1-15,0 3 6 0,-2 8-10 16,-5-2 7-16,0 7-9 15,-1-1-12-15,2-2 0 16,0 2-8-16,1-3-2 16,1-4-4-16,4-4-3 15,0-3 1-15,0-3-1 16,0-5 1-16,0-4-1 16,0-4-1-16,0-4 0 15,0-5-4-15,6-5-13 16,6-3-18-16,12 0-19 15,3-6-75-15,5-12-87 16,-2-6-413-16</inkml:trace>
  <inkml:trace contextRef="#ctx0" brushRef="#br1" timeOffset="201368.42">12699 11418 491 0,'0'0'79'0,"0"0"25"0,0 0-37 0,0 0-7 16,0 0-3-16,-70 103 12 16,62-67-20-16,4 0 4 15,-1-3-13-15,1-5-12 16,4 3-22-16,0-4 4 0,0 0-7 15,4-2-3-15,8-5 4 16,2-5-4-16,4 2 0 16,-2-7 0-16,8-3-3 15,0-3-5-15,1-4 1 16,0 0 5-16,2-4 2 16,-4-12 0-16,-2-2 0 15,-1-3 2-15,-7-2-1 16,-6 3-1-16,-5 0 1 15,-2 3 4-15,0 3 6 0,-16 4 0 16,-6 5-5 0,-6 4-1-16,-3 1-2 0,-5 0 0 15,3 0-3-15,-2 8 2 16,9 4-2-16,2-1-1 16,10 1-5-16,4-2-34 15,10-2-69-15,0-7-162 16,13-1-376-16</inkml:trace>
  <inkml:trace contextRef="#ctx0" brushRef="#br1" timeOffset="202033.737">13256 11514 626 0,'0'0'42'0,"0"0"135"0,0 0-32 16,0 0-40-16,0 0-31 15,10 77-30-15,-6-65-25 16,-1 1-14-16,0-3 1 16,-3 1-5-16,0-2-1 15,0-1-1-15,-4-3-11 16,-2-5-8-16,0 0-21 15,-1 0 34-15,5-12-20 0,2-2 19 16,0 0 4-16,0 0 2 16,2 2 2-16,6 2 9 15,3 3 15-15,4 6 3 16,4 1-9-16,2 0-3 16,0 10 0-16,0 10-3 15,0 3-4-15,-3 0 0 16,-2 2-4-16,-2 0-1 15,-4-1 0-15,-3-3-1 16,-4-3-1-16,0-6 0 16,-3-4-1-16,0-2-1 15,0-6-17-15,0 0-1 16,2-6 18-16,1-10-35 16,3-4 5-16,3 0 14 15,-2 0 9-15,-1 3 8 0,-1 0 1 16,2 4 12-16,0 3 1 15,4 2-1-15,4 4-1 16,3 2-8-16,3 2 2 16,-1 0-1-16,0 0-1 15,-1 9 0-15,-2 4 3 16,2 0-1-16,-5 4-2 16,-3 0-1-16,-3 0 1 15,-5 1-1-15,-1-4-3 16,-1-1 1-16,1-1-1 15,-1-4-20-15,2-5-59 16,3 0-61-16,4-3-147 0,6-10-230 16</inkml:trace>
  <inkml:trace contextRef="#ctx0" brushRef="#br1" timeOffset="202243.695">13957 11565 671 0,'0'0'56'16,"0"0"15"-16,0 0 67 0,0 0-61 16,0 0-5-16,-24 92-7 15,24-64-17-15,0 1-18 16,0-2-9-16,0-4-16 16,0-3-3-16,0-5-2 0,0-3-45 15,2-6-80-15,-2-6-65 16,0 0-232-16</inkml:trace>
  <inkml:trace contextRef="#ctx0" brushRef="#br1" timeOffset="202388.477">13902 11290 746 0,'0'0'14'0,"0"0"78"16,0 0-70-16,0 0-22 15,0 0-51-15,0 0-294 0</inkml:trace>
  <inkml:trace contextRef="#ctx0" brushRef="#br1" timeOffset="202640.926">14125 11235 755 0,'0'0'102'0,"0"0"30"16,0 0-22-16,-4 102-36 16,11-50-18-16,5 2-7 15,0 2 10-15,-3-7-14 16,-3-1-12-16,-3-8-12 16,-1-4-3-16,-2-3-15 0,0-3-1 15,0-6 3 1,0-5-5-16,0-6-20 0,0-5-59 15,0-3-89-15,0-5-218 16</inkml:trace>
  <inkml:trace contextRef="#ctx0" brushRef="#br1" timeOffset="202993.709">14442 11716 617 0,'0'0'84'16,"0"0"84"-16,0 0-54 0,101-81-47 15,-76 58-29 1,-4 0-3-16,-9 2-13 0,-6-1-2 16,-6 5-2-16,0 2-10 15,-7 1-6-15,-14 6 2 16,-3 3-3-16,-5 5-1 15,3 0 0-15,2 12-1 16,5 10-2-16,5 5 3 16,5 5 0-16,6 2 1 15,3-1-1-15,0-2 5 16,12-3-3-16,7-5 2 0,4-6-4 16,2-6 0-1,2-7-57-15,1-4-52 0,2 0-169 16,0-11-382-16</inkml:trace>
  <inkml:trace contextRef="#ctx0" brushRef="#br1" timeOffset="203308.333">14906 11453 704 0,'0'0'184'0,"0"0"-71"15,0 0-72-15,0 0-20 16,0 0-18-16,-90 5-1 15,82 22-1-15,8 2-1 16,0-2 1-16,4 5-1 0,9-3-3 16,3-2-16-16,1-3-16 15,-1-3-3-15,-1 1 3 16,-3-1 27-16,-4-1 4 16,-5 2 4-16,-3-3 2 15,0-3 28-15,-6 4 25 16,-11-6 2-16,-2-3 3 15,-2-4-6-15,4-3-23 16,1-1-12-16,2-3-13 16,3 0-6-16,5 0-11 15,1-3-118-15,4-17-267 16</inkml:trace>
  <inkml:trace contextRef="#ctx0" brushRef="#br1" timeOffset="-168119.764">13322 12226 105 0,'0'0'17'0,"0"0"-9"0,0 0 17 0,0 0 5 15,0 0-3-15,0 0-3 16,-16 0 2-16,16 0 9 16,0 0-1-16,0 0 0 15,0 0 5-15,0 0 1 16,0 0-12-16,12 0 54 0,8 0-38 16,6 0-31-1,4 0 1-15,6 0-3 0,3 0 0 16,4 0 3-16,0 0-1 15,3 0 2-15,-1 0-5 16,1 2-2-16,1 0 3 16,3 0-1-16,3-1 3 15,4 2-7-15,4-2 5 16,0 0-1-16,2 1-1 16,-2 1-3-16,-3-2 2 15,-6 2-1-15,3-1-2 16,-5 0 2-16,-1 1-4 15,-1-2 5-15,-1-1-3 16,-2 0 1-16,-2 0 1 16,-1 0-2-16,0 0 0 0,-2 0 2 15,0 0-2-15,1 0 1 16,-1 2 1-16,-6-2-1 16,1 0-1-16,-4 0 3 15,-3 1 3-15,-1-1-5 16,-2 0 3-16,-4 0 1 15,2 0-2-15,-1 0 1 16,-1 0-2-16,4 0-1 16,4 0-4-16,-1 0-1 15,0 0 3-15,-1 0-3 16,-3 0-1-16,-4 0 2 16,-4-3-2-16,-6 2 0 0,-5 1-2 15,-5 0-18-15,0 0-69 16,-18 0-180-16,-17-3-50 15</inkml:trace>
  <inkml:trace contextRef="#ctx0" brushRef="#br1" timeOffset="-167318.348">13706 12450 73 0,'0'0'357'0,"0"0"-264"0,0 0 1 0,0 0-56 0,0 0-32 15,0 0 47-15,0 72 23 16,-1-24-15-16,-1-1-13 16,2 0 0-16,0-4-15 15,0-2-3-15,0-5-17 16,0-2-3-16,0-5-4 16,0-7-2-16,0-4-2 15,0-7 1-15,0-3-1 16,0-4 0-16,0-2 0 15,0 0 1-15,0-2 6 16,2 0-1-16,1-2-6 16,1-12-2-16,2-2-10 0,3-5 6 15,1-2-2-15,1-1 2 16,2 1 0-16,1-1 0 16,0 1-1-16,2 2 1 15,-2 2 0-15,0 0 3 16,1 8 0-16,-5 3 0 15,1 2-1-15,-1 6-4 16,1 0 2-16,-2 2 4 16,2 13 2-16,-2 8 10 15,-3 5 6-15,-1 3 0 16,4 1-2-16,-5 2 0 16,-1-4-2-16,0-1 0 15,2-5-5-15,-1-4 0 0,-1-4-5 16,0-6-1-16,1-5 1 15,-2 0-4-15,-1-4 0 16,1-1-27-16,4 0-32 16,0-6-86-16,3-10-137 15,0-7-52-15</inkml:trace>
  <inkml:trace contextRef="#ctx0" brushRef="#br1" timeOffset="-166865.648">14145 12666 445 0,'0'0'130'0,"0"0"-95"0,0 0 47 0,0 0 1 16,0 0 5-16,0 0-10 16,83 53-21-16,-61-21-2 15,0-1-7-15,-2-2-11 16,0 2-12-16,-5-1-10 15,-2-4-7-15,-7-3-3 16,-3-1-1-16,-3-6 1 16,0-2-5-16,-6-3 1 15,-9-2 2-15,-1-2 0 16,-1-7 6-16,5 0-5 0,2 0 3 16,4-10-7-1,2-8 0-15,4-7-2 0,0-4 2 16,4-3 3-16,12 1-1 15,1-2 1-15,7 4-3 16,-4-2 8-16,0 4-4 16,1 0 3-16,-3 4 0 15,-2 2-2-15,3 3-3 16,-5 4-1-16,-2 3 2 16,-6 5-3-16,-3 3 0 15,-2 3 0-15,-1 0-12 16,0 5-97-16,-17 7-87 15,-9-2-350-15</inkml:trace>
  <inkml:trace contextRef="#ctx0" brushRef="#br1" timeOffset="-165250.438">16323 11654 196 0,'0'0'413'0,"0"0"-380"0,0 0 80 0,0 0 12 16,0 0-48-16,0 0-75 15,0 0 6-15,0 0 41 16,-31 42-19-16,4-1 12 0,-3 6 5 15,0 4-9-15,-3 1-11 16,0-3-8-16,2 1-11 16,-2-4-4-16,2-5-2 15,3-2 0-15,1-4-2 16,7-5 2-16,2-8-2 16,8-4-28-16,1-5-35 15,6-6-28-15,3-7-86 16,0 0-115-16,0-13-208 15</inkml:trace>
  <inkml:trace contextRef="#ctx0" brushRef="#br1" timeOffset="-164941.572">16036 11844 125 0,'0'0'443'16,"0"0"-418"-16,0 0 6 15,0 0 63-15,0 0 14 16,0 0-43-16,74 92-1 16,-51-62 0-16,3-2-15 15,2 0 0-15,-2-4-8 16,0 3-11-16,-2-4-8 16,-5-2-6-16,-5-1-3 15,-2-3-4-15,-5-5-2 16,-1-1-3-16,-1-5-1 0,-2-2 0 15,-2-1-3-15,1-3 3 16,-2 0-3-16,2 0-15 16,-1 0-59-16,3-7-61 15,-4-12-359-15</inkml:trace>
  <inkml:trace contextRef="#ctx0" brushRef="#br1" timeOffset="-159208.609">20366 5085 341 0,'0'0'7'0,"-95"0"24"0,48 13 47 0,3 5-10 16,2 9-2-16,1 8-23 16,0 12 2-16,3 10-6 15,1 13-4-15,1 12 0 16,3 7-10-16,2 12-5 15,6 7-5-15,2 2-3 16,7-5-5-16,9-5 2 16,4-5 3-16,3-4 13 0,0-1 7 15,16-3 6-15,2-1-16 16,7 1 9-16,8-3-13 16,8 5-8-16,8 1-5 15,10-7-1-15,12-1-3 16,7-9-1-16,6-14-9 15,8-10-37-15,11-5-12 16,8-13-41-16,7-10-116 16,1-11-200-16</inkml:trace>
  <inkml:trace contextRef="#ctx0" brushRef="#br1" timeOffset="-158369.699">24957 4860 470 0,'0'0'21'0,"0"0"2"0,0 0 41 0,0 0-37 15,0 0-1-15,0 0 9 16,-67-50 0-16,67 50-5 16,0 0-30-16,3 15 2 15,16 15 74-15,12 13-31 16,8 12-14-16,6 6-1 15,0 7-12-15,-3 3-11 16,2 3-2-16,-8-2-4 16,-2 4 7-16,-4-3-4 0,-3 3 2 15,-2 7 0-15,-5 1 4 16,-4 0-2-16,-8 2 2 16,-7-5-3-16,-1-6 7 15,0 0-2-15,-12-8 3 16,-9-2 7-16,-5-4 6 15,-4-6-7-15,-3 1 9 16,-4-5 4-16,-4 0-2 16,-2-3-9-16,0-2-9 15,-1-4 0-15,1-5-3 16,4-4-6-16,3-9 3 16,4 0-3-16,3-9-2 15,5-2-3-15,5-4-10 16,6-5-47-16,5-4-122 15,8-2-117-15</inkml:trace>
  <inkml:trace contextRef="#ctx0" brushRef="#br1" timeOffset="-157041.479">17215 11226 605 0,'0'0'12'0,"0"0"41"0,0 0 88 15,-22 79-29-15,19-26-24 16,3-2-23-16,0 2-11 16,0-5-12-16,0-5-13 0,0-5-14 15,3-4-4-15,-3-6-5 16,0-2-1-16,0-1 1 15,0-1-6-15,0-2 4 16,-5-1 0-16,-1-2-1 16,2-5-3-16,1-7-19 15,3-1-62-15,0-6-48 16,3 0-137-16,15-6-25 16</inkml:trace>
  <inkml:trace contextRef="#ctx0" brushRef="#br1" timeOffset="-156775.082">17499 11492 565 0,'0'0'135'16,"0"0"34"-16,0 0-100 16,0 0-39-16,0 0 47 15,0 0-21-15,1 49-6 16,-1-35-5-16,0-4-22 15,0-3-5-15,0-3-11 16,-3-1-6-16,-1-2 0 16,-4-1 3-16,2 0 6 15,-3 0-10-15,3 0-3 16,0 0-37-16,3-5-25 0,3-6-61 16,0 0-61-16,11-2-331 15</inkml:trace>
  <inkml:trace contextRef="#ctx0" brushRef="#br1" timeOffset="-156264.679">17849 11275 634 0,'0'0'139'15,"0"0"22"-15,0 0-84 16,0 0-46-16,0 0 20 0,0 0 1 15,-55 106-8-15,45-63-10 16,2 1-19-16,1-1-5 16,0-1-1-16,3-4-6 15,-3-3 2-15,5-4-4 16,-1-4-1-16,3-2 0 16,0-4-5-16,0-3-2 15,0-1-15-15,0-4-3 16,12-4 7-16,0-5 2 15,9-4 4-15,-1 0 1 16,2-4 7-16,0-10 4 16,-2-5-1-16,-3 0 2 15,-3-1 1-15,-4-1-2 16,-2 3 3-16,-4 1 0 16,-4-2 2-16,0 4 4 0,0-1 3 15,-4 0-12-15,-10 3 4 16,-5 2 1-16,-2 2-5 15,0 2-2-15,-4 2 2 16,-4 5 4-16,0 0-1 16,-1 0-1-16,4 0-1 15,3 0-1-15,6 0 0 16,4 0-1-16,4 3 0 16,9 1-33-16,0-2-100 15,13 1-219-15,17-3-303 16</inkml:trace>
  <inkml:trace contextRef="#ctx0" brushRef="#br1" timeOffset="-155808.348">18195 11443 629 0,'0'0'57'0,"0"0"100"0,-80 0-68 0,56 15-31 15,6 6-11-15,2 1-10 16,4 0-4-16,7 3-2 16,3-1-10-16,2-2-13 15,0 0-4-15,0-3-3 16,4-3-1-16,5-5-2 0,4 1 0 16,2-4-6-1,3-2-2-15,3-5 3 0,4-1-4 16,3 0-2-16,2-4-6 15,0-12 6-15,-2-4-4 16,-4-1 17-16,-4-5 0 16,-4 0 1-16,-5-2 0 15,-7-1 7-15,-4 3 14 16,0-2 1-16,0 1-2 16,-3 4-8-16,-9 5-6 15,-4 8-5-15,-2 4-2 16,-8 5 0-16,-2 1 0 15,-2 0 2-15,0 11-1 16,4 1-1-16,6 3 0 0,4-2-4 16,8 3-30-16,8-5-39 15,0 0-128-15,17-4-193 16</inkml:trace>
  <inkml:trace contextRef="#ctx0" brushRef="#br1" timeOffset="-155535.669">18722 11246 692 0,'0'0'109'0,"0"0"-33"0,0 0-41 0,0 0 27 0,0 0-12 0,-57 91-14 16,45-55-8-16,4 2-12 15,-5-2-11-15,4 2 1 16,-7-4-3-16,2-5-3 16,-2-1-19-16,1-6-7 15,1-5-35-15,3-6-43 16,3-5-49-16,3-6-154 16,5 0-135-16</inkml:trace>
  <inkml:trace contextRef="#ctx0" brushRef="#br1" timeOffset="-155229.834">18556 11201 491 0,'0'0'80'0,"0"0"38"15,0 0-64-15,0 0 91 16,0 0-79-16,6 80 3 15,9-47-13-15,6 1-1 16,0 3-7-16,-3-2-10 16,-2 0-15-16,-4-3-9 15,-1-2-2-15,-4-3-4 16,-1-3-6-16,-1-1 2 0,4-4 0 16,-1-1-3-1,3-6 2-15,0-3-3 0,5-1-19 16,-1-4-45-16,6-4-53 15,-1 0-65-15,3-2-245 16</inkml:trace>
  <inkml:trace contextRef="#ctx0" brushRef="#br1" timeOffset="-154959.506">19152 11146 603 0,'0'0'53'16,"0"0"127"-16,0 0-90 0,0 0-48 16,0 0 3-16,0 0 15 15,-10 73-5-15,10-40 2 16,0 4-19-16,0-1-26 16,0 5 20-16,0 0-13 15,0-4-15-15,-1 1 3 16,-8-6-4-16,8-9-3 15,-4-3 0-15,5-5-24 16,0-5-84-16,11-6-148 16,10-4-225-16</inkml:trace>
  <inkml:trace contextRef="#ctx0" brushRef="#br1" timeOffset="-154538.738">19441 11266 573 0,'0'0'26'16,"0"0"119"-16,0 0-50 15,-62 93-25-15,60-61-38 16,2-3-16-16,0 2-5 16,0-6-11-16,5-4 2 15,8-4-2-15,-1-5-3 16,1-5-16-16,1-3-26 15,2-4 7-15,0 0 23 16,4-3 15-16,-2-12 1 16,-2-4 2-16,4-8 0 0,-3-2-2 15,-3-4 3-15,2 2 3 16,-8 2 5-16,-2 3 11 16,-6 6 13-16,0 4 8 15,0 5 9-15,-12 3-23 16,-9 4-13-16,-5 4-3 15,-4 0-3-15,-2 0-1 16,2 0-3-16,0 6-7 16,6 3 2-16,5 3-2 15,2-4-2-15,4 1-7 16,4 0-52-16,9-4-119 0,0-4-72 16</inkml:trace>
  <inkml:trace contextRef="#ctx0" brushRef="#br1" timeOffset="-153948.477">19598 10726 643 0,'0'0'39'0,"0"0"93"15,0 0-50-15,68-78-29 0,-38 74-23 16,-1 4-7-16,-2 0 0 0,-2 3-9 16,-4 12 1-16,-12 8 1 15,-5 2 0-15,-4 2 1 16,0-1 5-16,-9-2-10 16,-12-4 1-16,-1-4 4 15,-2-5-8-15,0-3-3 16,6-4 0-16,6-4-5 15,6 0 2-15,5 0-3 16,1 0 3-16,0 0-3 16,0-4-10-16,1-2-8 15,11 1 1-15,5 3 9 16,1-1 1-16,1 3 1 16,2 0 5-16,-3 0 1 0,1 5-1 15,-1 6-1-15,0 1 1 16,-6 3 1-16,0 2-1 15,-3 3 1-15,-3 0 0 16,-5-2 0-16,-1 5 0 16,0-3 2-16,-3 1 8 15,-7-3 6-15,-5-1 0 16,1-3 3-16,-3-3-4 16,-1-3-3-16,-3-1 4 15,1-5-10-15,-2-2 0 16,-2 0 1-16,-1 0-5 15,0 0 2-15,0 0-3 0,6-7-1 16,0 3-27 0,5-2-87-16,1-1-100 0,7-1-290 15</inkml:trace>
  <inkml:trace contextRef="#ctx0" brushRef="#br1" timeOffset="-152965.461">20150 11214 661 0,'0'0'68'0,"0"0"-6"0,0 0 54 16,0 0-10-16,0 0-49 15,11 91-7-15,-7-64-12 16,0 3-23-16,-1-1-5 15,-1-6-3-15,-2-2-3 16,0-1 0-16,0-4-1 16,0-7-3-16,0-3-25 15,-3-6-9-15,0 0-8 16,0-7 36-16,-1-15-18 16,4-9 5-16,0 1 10 0,4 5 7 15,6 0 1-15,6 5 2 16,-2 8 2-16,2 3 3 15,4 5 3-15,-2 4 2 16,1 0 2-16,2 9-3 16,-2 6 4-16,-1 2 0 15,0 2-6-15,-6 0-2 16,0-2-5-16,-3 1 1 16,-5-3-1-16,-4-4-2 15,4-5-2-15,-4 1-15 16,0-3-25-16,0-4-17 15,0 0-53-15,0-4 109 0,0-15-23 16,0-5-14-16,0 0 29 16,0-2 12-16,11 0 10 15,4 3 8-15,1 1 3 16,6 7-9-16,-3 4-3 16,5 0 3-16,-5 6 4 15,2 3-1-15,-3 2 0 16,0 0-9-16,-2 7 4 15,-2 10 10-15,-4 3 2 16,-1 5 7-16,-3 4-4 16,-1 2 4-16,-4-2 0 15,1 2-1-15,-2 1 9 16,0-3-4-16,0-4 1 16,-2-2-11-16,-4-3-8 15,0-5-6-15,3-3-4 0,-3-4-3 16,6-4-1-16,0-1-1 15,0-3-24-15,0 2-53 16,-1-2-58-16,-5 0-233 16</inkml:trace>
  <inkml:trace contextRef="#ctx0" brushRef="#br1" timeOffset="-151778.232">17212 11936 89 0,'0'0'244'0,"0"0"-244"0,0 0 0 0,0 0 19 15,0 0 27-15,0 0 1 0,109 43-13 16,-63-35-8-1,5-1 18-15,6 2 9 0,8-2-9 16,4-1-18-16,4 2-15 16,4-3-6-16,0 1-3 15,2 0-1-15,0-1 1 16,1 1-1-16,10 0 4 16,-1 1-3-16,1 0 5 15,2-1 0-15,2 1-3 16,3-1-3-16,0-1 2 15,3-3 0-15,-7 0-3 16,1-1 5-16,-3-1 6 0,-5 0 0 16,-2 0-3-16,-2 0-1 15,-4 0-2-15,-1 0-1 16,-2 2 1-16,-8-1-1 16,-1 4 9-16,-1-2 5 15,1 3 0-15,4 0 6 16,-1 2-8-16,1-3-1 15,-3 0-5-15,1 0 0 16,0-3 3-16,-6 1-7 16,1-1-2-16,-5 1 3 15,-1 0 3-15,-3-2-1 16,-1 0 4-16,1 1 5 16,-1-1-5-16,-8-1-2 0,-4 0 2 15,-4 0-7 1,-10 0 4-16,-3 0 1 0,-6 0 1 15,-8 0 0-15,-1 0 5 16,0 0-5-16,-6 0-1 16,1 0 0-16,2 0-8 15,-6 0 0-15,0 0-3 16,0 0-35-16,-6 1-130 16,-17-1-84-16,-18 0-356 15</inkml:trace>
  <inkml:trace contextRef="#ctx0" brushRef="#br1" timeOffset="-150813.616">18203 12667 557 0,'0'0'56'0,"0"0"88"16,0 0-56-16,17 88-20 0,-10-67-25 16,-3-1-13-16,2-2-13 15,-1-4-7-15,-2 0-3 16,1-1-2-16,-3-3-2 16,-1-3-1-16,0-1-1 15,0-4-1-15,0 0-14 16,0-2-1-16,0 0 15 15,0-3 15-15,0-10-15 16,0-3-6-16,0 0 6 16,0 3 0-16,6 0 3 15,6 2 2-15,6 3 4 16,-1 2 4-16,4 6-5 16,-1 0 7-16,2 0 1 0,-2 11 3 15,1 3-3 1,-4 3-3-16,-1 2-6 0,-3-2-2 15,-5-1-2-15,2-4 0 16,-4-3-2-16,-6-1 0 16,0-4 0-16,0-2-2 15,0 0-5-15,0-2-17 16,0 0 4-16,0 0 18 16,0-11-13-16,0-6-12 15,0-3 4-15,0-1-1 16,0-2 11-16,12 6 2 15,2-1-2-15,1 4 10 16,2 3-1-16,0 1 0 0,1 4 3 16,-1 4 0-16,-1 2 5 15,0 0 2-15,-3 7 10 16,0 8-1-16,-5 2 3 16,-2 5-5-16,2 2 1 15,-4 2-1-15,-1-1-4 16,-1-2 1-16,-1-3 2 15,-1-3-7-15,0-4-3 16,0-4-2-16,0-4-1 16,0-1-32-16,6-4-58 15,5 0-117-15,2-7-204 16</inkml:trace>
  <inkml:trace contextRef="#ctx0" brushRef="#br1" timeOffset="-150594.031">18865 12751 400 0,'0'0'148'0,"0"0"-26"0,0 0 6 16,0 0-17-16,-6 93-29 16,6-68-15-16,0-3-23 15,0 1-27-15,9-5-7 16,-3-6-4-16,-1-1-5 15,-2-2-1-15,0-6-64 0,-2-3-110 16,2 0-119-16</inkml:trace>
  <inkml:trace contextRef="#ctx0" brushRef="#br1" timeOffset="-150430.097">18931 12505 711 0,'0'0'57'0,"0"0"94"16,0 0-60-16,0 0-72 16,0 0-19-16,0 0-24 15,13 0-66-15,8 17-61 16,4-4-125-16</inkml:trace>
  <inkml:trace contextRef="#ctx0" brushRef="#br1" timeOffset="-150182.88">19120 12528 280 0,'0'0'406'0,"0"0"-198"16,0 0-57-16,0 0-81 15,0 0-34-15,0 0 46 16,6 73-23-16,0-34-16 16,-3 3-1-16,0 1-4 15,0-2-19-15,-2-2-4 16,-1-2-10-16,0-2-4 15,0-6 0-15,0-5 2 0,0-7-3 16,0-6-2 0,0-3-17-16,0-7-48 0,0-1-35 15,5 0-83-15,3-14-404 16</inkml:trace>
  <inkml:trace contextRef="#ctx0" brushRef="#br1" timeOffset="-149799.074">19474 12818 598 0,'0'0'128'0,"0"0"7"0,90-52-50 16,-64 32-30-1,1-1-15-15,-8 0-5 0,-8-1-7 16,-5 2 4-16,-6 2-15 15,0 4-17-15,-12 3 5 16,-13 6-5-16,-5 3 6 16,-6 2-5-16,3 0 1 15,0 11-2-15,3 9-1 16,10 3 1-16,2 2 0 16,9 5 1-16,6 0 8 15,3 1 6-15,0-2 5 16,20 2 2-16,0-7 3 0,7-1-1 15,1-6-4-15,2-6-5 16,1-4-5-16,4-3-10 16,1-2 0-16,-1 0-7 15,-2-2-75-15,-7 0-115 16,-6 0-536-16</inkml:trace>
  <inkml:trace contextRef="#ctx0" brushRef="#br1" timeOffset="-147878.578">13657 10558 383 0,'0'0'11'0,"0"0"38"0,0 0 38 0,0 0-26 0,-31-72-12 16,31 70 0-16,0 2-25 15,0 3-24-15,8 21 0 16,12 14 44-16,11 14 8 16,9 5-8-16,2 9 6 15,9 1-18-15,8-1-1 16,9-1-8-16,5-2 21 15,3-1-11-15,-1 1-15 16,-2-4 0-16,-2 4 2 16,-1 2 3-16,-1 2 0 0,-8-5-2 15,-3 1-13-15,-6-12 0 16,-5-6-1-16,-3-5 8 16,-5-11-4-16,-3-1 2 15,-7-6-5-15,-7-5-6 16,-9-3 5-16,-2-5-4 15,-7 0-1-15,-2-2 1 16,-2-3-2-16,0-1-1 16,0-3 2-16,0 0-1 15,0 0 3-15,0 0-1 16,1 0 1-16,1 0 0 16,-1 0-2-16,4 0-2 15,2-3-29-15,8-11-97 0,3-4-32 16,0-3-227-16</inkml:trace>
  <inkml:trace contextRef="#ctx0" brushRef="#br1" timeOffset="-146946.832">18443 12332 455 0,'0'0'20'0,"0"0"0"0,0 0 43 0,0 0-11 16,89 94 17-16,-34-52-5 16,7 6-4-16,6 2-9 0,1 0-10 15,0 0-3-15,-2-1 9 16,-2-2-11-16,-1 0-14 15,-1 1-4-15,-7-4-2 16,-6 2 0-16,-2-6 13 16,-5-1 3-16,-2-7-2 15,-3-5-2-15,-4-4 3 16,-4-8-7-16,-4-4-1 16,-7 0-8-16,-3-3 5 15,-6-3-3-15,-1-1 4 16,-8-1-6-16,2 0-6 15,-3-3-1-15,0 0-1 16,0 0-4-16,0 0-3 16,0 0-24-16,0 0-87 0,-7 0-176 15</inkml:trace>
  <inkml:trace contextRef="#ctx0" brushRef="#br1" timeOffset="-140306.97">21969 12046 503 0,'0'0'51'0,"0"0"28"0,0 0-2 16,-78-17-6-16,55 20-10 15,3 17-4-15,0 7-7 16,-1 5 4-16,1 4-8 16,1 0-13-16,2-1-11 15,-1 0 1-15,0-6-12 16,3-4-4-16,0-2-3 15,1-6-1-15,0-3 1 16,2-3 2-16,0-4-6 16,3-3-29-16,3-4-41 15,0 0-49-15,1-8-98 0,1-12-166 16</inkml:trace>
  <inkml:trace contextRef="#ctx0" brushRef="#br1" timeOffset="-140018.523">21551 12044 124 0,'0'0'370'0,"0"0"-343"16,0 0 91-16,0 0-7 16,48 88-8-16,-17-60-30 0,6-1-18 15,0-2-11-15,-1 1-9 16,-2-4-9-16,-1-4 1 15,-1-3-14-15,-9 1-3 16,-2-2-6-16,-7-2-3 16,-4-3 3-16,-1 0-3 15,-4-2 0-15,-2-2-1 16,-3 1-11-16,0 0-46 16,0-5-64-16,0-1-111 15,-5-1-196-15</inkml:trace>
  <inkml:trace contextRef="#ctx0" brushRef="#br1" timeOffset="-139198.437">21491 7820 430 0,'0'0'14'0,"0"0"20"0,-104 4 42 0,66 25-14 15,1 15 12-15,0 31 18 16,1 18-9-16,0 18-19 16,7 9-23-16,12 1-13 15,11 2-8-15,6-5-8 16,12-2-1-16,25-9-7 16,12-2 4-16,6-1 1 15,5-5-5-15,0-5 2 16,1-8-6-16,2-8 1 15,5-7 0-15,4-9 4 16,10-10-5-16,6-13-71 16,12-11-47-16,6-17-75 0,10-11-236 15</inkml:trace>
  <inkml:trace contextRef="#ctx0" brushRef="#br1" timeOffset="-138626.053">24465 7428 571 0,'0'0'6'0,"0"0"6"0,0 0 6 16,0 0 16-16,0 0-15 0,94 31 29 15,-42 3 9-15,7 9 3 16,10 12 4-16,4 15-7 16,-3 11-13-16,-3 13 36 15,-13 13-62-15,-14 4-8 16,-17 4-1-16,-16-4-7 15,-7-2 7-15,0-6 5 16,-7-3 19-16,-7-4-11 16,1-3-12-16,-5-3-2 15,0-1-5-15,-3-6 3 16,2 2-6-16,-1-6 0 16,0-5 1-16,1-10-1 0,-3-6-23 15,0-5-71-15,-11-11-137 16,-7-9-435-16</inkml:trace>
  <inkml:trace contextRef="#ctx0" brushRef="#br1" timeOffset="-118573.688">22738 12128 487 0,'0'0'2'0,"0"0"-2"0,0 0-4 0,0 0 4 0,0 0 45 0,84 4-18 16,-28 2 0-16,10 0-5 16,7-2 3-16,8 0-7 15,8 1 2-15,4-2-8 16,7 1-9-16,7-2-1 16,2-1 2-16,7 4-3 15,4-5 2-15,2 0 2 16,-4 0 1-16,-4 0 4 15,0 0-4-15,-5 0-2 16,0 0 8-16,-2 0-7 16,0 0 2-16,-6 0 1 15,5 0 0-15,-2 0 5 16,7 0 4-16,-5-5 12 0,1 0-7 16,-4-2-8-1,-6 0 2-15,-3 3 2 0,-1 0-8 16,-2 1 1-1,-2 1 0-15,-4 2 1 0,-2 0-4 16,-3 0-1-16,-3 0-1 16,-7 0 1-16,-5 0 2 15,-7 0 2-15,-5 0 1 16,-5 0 3-16,-6 0-5 16,-6 0 6-16,-7 0-3 15,-6 0 1-15,-5 0 5 16,0-1 4-16,-9-1 2 0,-3 2-4 15,-3-2 0 1,-3 2 5-16,0 0-3 0,0 0-9 16,1 0-3-16,-1 0 0 15,0 0-3-15,0 0 3 16,0 0-4-16,0 0 3 16,0 0 4-16,0 0-5 15,0 0 6-15,2 0-9 16,-2 0 3-16,0 0-3 15,0 0-6-15,0 0 3 16,0 0-1-16,0 0 0 16,0 0 3-16,0 0-2 15,0 0-2-15,0 0 4 16,0 0-5-16,0 0 5 16,0-2-3-16,0 2-1 0,0 0 0 15,0 0 1-15,0 0-2 16,0 0 0-16,1-3-2 15,6 0-18-15,-1-1-38 16,-3 1-7-16,-3-1-48 16,0 2-42-16,-6-6-260 15</inkml:trace>
  <inkml:trace contextRef="#ctx0" brushRef="#br1" timeOffset="-115440.441">23786 12574 295 0,'0'0'64'0,"0"0"86"15,0 0-30-15,0 0-19 16,0 0-16-16,0 0-35 0,33-83-15 15,10 67-6-15,5 5 0 16,4 6-3-16,-3 5 0 16,-9 0-9-16,-12 18-13 15,-11 10-3-15,-8 6 8 16,-9 1-6-16,0-1 4 16,-13-2-5-16,-6-2 4 15,-6-4-1-15,-2-4-1 16,1-4-2-16,0-2-1 15,5-6-1-15,3-5 5 16,5-1-5-16,3-4 1 16,5 0 3-16,5 0 0 15,0 0-4-15,0-4-2 16,8-1-9-16,9 4 11 16,0 1 0-16,4 0-1 0,-1 0-11 15,6 6 12-15,-1 7 5 16,1 3-2-16,-4 2-3 15,-3 2 2-15,-7 3 2 16,-1-1 3-16,-8-1 6 16,-3 2-2-16,0-3-1 15,-8-1 3-15,-8-2 3 16,-8-3-1-16,-6-1-4 16,-6-2 2-16,-5-4-9 15,2-1-1-15,-3-2 3 16,0-4-6-16,7 0 1 15,2 0-1-15,7 0 0 0,8-5-7 16,7-7-24-16,11-3-20 16,4-4-25-16,25-5-144 15,13-5-73-15</inkml:trace>
  <inkml:trace contextRef="#ctx0" brushRef="#br1" timeOffset="-114968.287">24514 12475 512 0,'0'0'59'0,"0"0"76"0,0 0-34 0,0 0-39 16,0 0 4-16,0 0-14 15,-33 109-3-15,27-65-2 0,0-2-3 16,0 0-17-16,3-1-12 15,2-1-4-15,-1-1-6 16,2-5-3-16,0-3 0 16,0-2 1-16,0-7-1 15,8-4 1-15,3-2-2 16,1-8 3-16,2-2-3 16,1-6 0-16,4 0-1 15,-1 0 0-15,4-10-3 16,-2-7-2-16,-5-1-1 15,-1-5 6-15,-3 2 0 16,-6 0 0-16,-5 0 2 0,0 1-4 16,-2 4 1-16,-13 1-3 15,-4 5 4-15,-7 3 1 16,1 3 0-16,-5 2-1 16,6 2 1-16,0 0 1 15,5 0-2-15,5 6-4 16,14 2-11-16,0-2-44 15,6 4-77-15,23-4-26 16,5-5-60-16,4-1-252 16</inkml:trace>
  <inkml:trace contextRef="#ctx0" brushRef="#br1" timeOffset="-114592.77">24803 12775 511 0,'0'0'109'0,"0"0"32"0,0 0-61 0,0 0 2 16,0 0-13-16,0 0-25 16,-33 83-22-16,33-61-9 15,12 2-1-15,6-2-2 16,1-4-8-16,2-3 4 16,0-3-4-16,0-8-2 15,-6-4-6-15,0 0-6 16,-4 0 8-16,2-13 4 15,-3-5 1-15,-4-6 2 16,5-3-3-16,-7 0 2 16,-4-1-1-16,0 4 7 0,0 1-7 15,0 3 8-15,-15 2 14 16,2 4 0-16,-3 3-14 16,-4 4-4-16,-1 2-4 15,2 5 0-15,2 0-1 16,4 0 0-16,7 0-25 15,6 9-35-15,0-1-101 16,9 0-99-16,15-3-147 16</inkml:trace>
  <inkml:trace contextRef="#ctx0" brushRef="#br1" timeOffset="-114218.584">25318 12705 598 0,'0'0'88'0,"0"0"49"16,-82-15-17-16,56 15-44 16,-1 7-33-16,7 11-14 15,6 3 4-15,7 1-12 16,4 2-14-16,3-2 2 16,0 1-4-16,15-5-4 15,-2-2 2-15,3-4-3 16,1-5 0-16,2-4-10 15,2-3 2-15,2 0 7 16,-1-5 1-16,0-12 0 0,-4-3 0 16,2-3 1-16,-10-1 1 15,-1 1-1-15,-9-2 0 16,0 4-1-16,0 4 0 16,-16 6 0-16,-2 5 5 15,-5 4 2-15,4 2-7 16,2 0-1-16,1 1-10 15,12 10-50-15,4 0-102 16,1 0-95-16,24-1-186 16</inkml:trace>
  <inkml:trace contextRef="#ctx0" brushRef="#br1" timeOffset="-113783.677">25923 12623 619 0,'0'0'146'16,"0"0"9"-16,-84-36-64 16,54 36-31-16,0 0-30 15,5 4-2-15,8 13-13 16,1 2-6-16,8 0-4 16,7 2-4-16,1 2 4 15,0-5 0-15,12 2-3 16,4-4 0-16,4-2-2 15,3-1-2-15,1-2-2 0,1 0 4 16,-5 0 0 0,-2-1 1-16,-4 4-1 0,-4-1 0 15,-4 0-1-15,-2 0 1 16,-2 3 2-16,-2-1 0 16,0-1 8-16,0 0 3 15,-6-3 13-15,-8-1 0 16,-5-3 6-16,-6-3-3 15,-5-4 9-15,-9 0-16 16,-4 0-2-16,1-3-5 16,0-8-7-16,9 0-7 15,8-4 1-15,7 0-2 16,12-2-3-16,6-2-53 0,0 0-60 16,11-4-226-1</inkml:trace>
  <inkml:trace contextRef="#ctx0" brushRef="#br1" timeOffset="-112946.994">23631 11362 596 0,'0'0'45'0,"0"0"92"0,0 0-24 16,0 0-57-16,0 0 14 15,-10 96-23-15,15-54 7 16,4 2-10-16,3-2-14 16,-2 0-11-16,-4-3 1 0,-3-4-15 15,-3-4-2-15,0-5 0 16,0-7-3-16,0-3-1 15,0-5-31-15,0-5-30 16,0-3-23-16,0-3-72 16,17-3-65-16,0-17-113 15</inkml:trace>
  <inkml:trace contextRef="#ctx0" brushRef="#br1" timeOffset="-112086.956">24073 11256 471 0,'0'0'93'16,"0"0"-3"-16,0 0 32 15,0 0-23-15,-14 103-17 16,14-59-20-16,0 0-14 16,0 0-9-16,3-6-8 15,4-5-2-15,-3-2-17 16,-2-4-4-16,1-5-4 15,-3-5-1-15,0-7-3 16,0 0-1-16,0-4-8 16,0-6-14-16,0 0 16 15,3-1 0-15,2-14-25 16,4-3 16-16,1-1 3 16,0-4 8-16,8 2 3 15,-1 0 1-15,0 2 1 0,-3 8 1 16,2 0-1-16,1 6 2 15,-1 3 1-15,-2 2 3 16,-1 0 0-16,-3 10 2 16,-2 5 8-16,-2 5 0 15,-2-1 7-15,-4 1-3 16,0 0-4-16,0-1-8 16,0-7-4-16,0 2-4 15,0-6 0-15,0-2-19 16,0-4-48-16,8-2-26 15,4 0-49-15,3-15-80 16,0-6 58-16,-1-7-38 0,3-7 62 16,4-6 96-16,1-3 44 15,-1 1 39-15,1 4 45 16,-1 6 47-16,-6 7 44 16,6 6-21-16,-6 9-17 15,1 8-38-15,1 3-20 16,-1 3-31-16,-1 17-3 15,3 7-3-15,-3 5 2 16,0-1-8-16,-3 4-10 16,-2-1 0-16,-5-4-13 15,-4-2-4-15,-1-2 0 16,0-3-6-16,0-7-3 16,-9-2 2-16,-7-5 0 15,-3-5 3-15,4-4 5 0,-2 0-8 16,5 0-2-1,6-14 5-15,6-9-4 0,0-5-1 16,5-7 1-16,16-8 0 16,4-3-1-16,4 1 0 15,-4 2 0-15,0 7 1 16,0 9-1-16,-4 4 3 16,-1 10-2-16,-5 7 2 15,-3 1 0-15,-6 3 1 16,-3 0-3-16,-2 2 0 15,-1 0-2-15,0 0-17 16,0 13-40-16,-3-2-107 0,-1-3-146 16</inkml:trace>
  <inkml:trace contextRef="#ctx0" brushRef="#br1" timeOffset="-111718.41">24982 10803 281 0,'0'0'26'0,"0"0"45"0,-79-49 6 0,52 36-2 16,0 2-22-16,0-1-15 15,1 2-7-15,-3 2-9 16,1 1-18-16,0 3-4 15,5 4-10-15,-1 0-36 0,5 0-117 16,4 0-85 0</inkml:trace>
  <inkml:trace contextRef="#ctx0" brushRef="#br1" timeOffset="-109183.015">14631 12454 263 0,'0'0'43'0,"0"0"23"0,-22-99 6 0,4 73-17 16,-6 2-9-16,-7 4-14 16,-7 2-5-16,-8 2 1 15,0 3 6-15,-6 1 7 16,4 2-15-16,-3 4-10 15,2 0-6-15,1 1 0 16,-4 2-3-16,-3 1 2 16,-5 2-8-16,-1 0 4 15,0 0-4-15,3 5 5 16,4 6-6-16,0 3 3 16,0 2 4-16,1 1 6 15,-1 3-3-15,0 0 3 0,1 8-1 16,3 0 1-16,6 2-1 15,2 8 0-15,4 2 2 16,5 6 4-16,4 3 6 16,5 0 2-16,6 2-3 15,6 1 1-15,7 5-2 16,5-1-4-16,0 0-4 16,16-3-5-16,6-3 0 15,5-4-4-15,2-3 0 16,3-3-5-16,2-3 5 15,2-3 2-15,0 0-4 0,3-3 2 16,2-3 0 0,6 0 0-16,2-4-3 0,-1 1 2 15,2-3 1-15,1-7-2 16,-3-2 1-16,7-4-2 16,0-4 2-16,0-3-3 15,1-2 2-15,-1 0-2 16,2 0 1-16,-5-1-1 15,-3-7-1-15,-3-3 1 16,-4-1 1-16,0-2-1 16,-5-2-1-16,5 1 0 15,-1-2 1-15,-3-2-1 16,-4-4 1-16,-4 1-1 16,-2-3 0-16,-1-3 2 15,-3-2 0-15,2 0-2 0,-4-3 0 16,0 1 0-16,-2 2 2 15,1-3-2-15,-4 2 0 16,1-1 0-16,-1-1 0 16,-5 1 1-16,-3 1 0 15,-4 0-1-15,-5 0 5 16,0 0 0-16,-4-2 2 16,-12-2 3-16,-5 0-6 15,3 1 2-15,-1-1-4 16,1 2-1-16,4 2 5 0,1 2-5 15,-1 3 6 1,2 2-1-16,1 0 0 0,-1 7 3 16,1-3-5-16,-1 2 1 15,-3 1-3-15,2 2 2 16,-2-1-2-16,-1 5 2 16,0-1-4-16,-3 4 4 15,1 1-3-15,-1 1-1 16,3 2 2-16,1 1 0 15,0 0 2-15,1 0-3 16,2 3 2-16,2-1-1 16,-1 1-1-16,2-1 1 15,-1 1 1-15,1-2 0 16,3 2-2-16,0-1 1 16,-1 1-1-16,4 0 0 0,-2 0 1 15,2 0-2 1,0 0 0-16,2 0 1 0,1 0-1 15,0-1 1-15,-3 1-1 16,3 0 0-16,-2 0 0 16,-1 0 0-16,2 0 1 15,-1 0 0-15,2 0-1 16,0 0 0-16,0 0 0 16,0 0 0-16,0 0 0 15,0 0 0-15,-1 0-2 16,-2 0 1-16,0 0 1 15,3 0 1-15,0 0-1 16,0 0 0-16,0 0 1 0,0 0-1 16,0 0 1-16,0 0 0 15,0 0 1-15,0 0-2 16,0 0 0-16,0 0 0 16,0 0 0-16,0 0-1 15,-2 0 0-15,2 0 1 16,-1 0 0-16,-1 0 0 15,2 0 1-15,0 0-1 16,0 0 2-16,-1 0-2 16,1 0 1-16,0 0-1 15,0 0 1-15,0 0-1 16,0 0 0-16,0 0 0 16,0 0 0-16,0 0 0 0,0 0 0 15,0 0 0-15,0 0 0 16,0 0-1-1,0 0 1-15,0 0-3 0,0 1-3 16,0 2-7-16,0 0-16 16,0 5-13-16,-2-1-58 15,-4 3-32-15,-4-5-156 16</inkml:trace>
  <inkml:trace contextRef="#ctx0" brushRef="#br1" timeOffset="-107921.715">23404 10991 494 0,'0'0'11'0,"0"0"-11"0,0 0 6 0,0 0 8 15,-94 1 15-15,79 37 22 16,0 13 14-16,-1 12 4 15,-1 22-26-15,-2 7-10 16,-1 10 3-16,2 4-7 16,1 0-2-16,8 1-4 15,4 4 2-15,2-2-9 0,3-2-1 16,0-5-2-16,12-4 2 16,10 4 6-16,1-3-6 15,2-2-3-15,1-2 2 16,0-5-1-16,9 0-2 15,6 0-5-15,6-2 3 16,11-8 3-16,12-2-6 16,12-9-5-16,12-8-1 15,9-12-14-15,13-13-39 16,7-20-90-16,4-16-293 16</inkml:trace>
  <inkml:trace contextRef="#ctx0" brushRef="#br1" timeOffset="-107268.46">26741 10807 413 0,'0'0'6'0,"0"0"87"0,45 124 17 0,-8-58 17 16,8 10-30-16,6 7-36 0,-1 13-12 15,-5 6-14-15,-6 2-8 16,-3 3-3-16,-11 0-4 16,-4 1-6-16,-12 6 2 15,-7 1 1-15,-2-3 0 16,0-3 3-16,-6 1 2 16,-10-2 3-16,-3-2-5 15,-6-4-1-15,-2-10-6 16,-4-6-3-16,-4-8-2 15,1-6 5-15,1-3-10 16,3-13 1-16,4-7-3 16,3-5 0-16,1-9 0 15,2-4-1-15,7-8 0 0,1-7-6 16,6-8-29 0,3-4-48-16,-3-4-46 0,-3-3-61 15,-4-22-383-15</inkml:trace>
  <inkml:trace contextRef="#ctx0" brushRef="#br1" timeOffset="-104784.889">25518 10157 548 0,'0'0'6'0,"-27"-74"1"0,12 54 14 0,1 11 7 16,-6 6 18-16,-4 3-4 15,-6 0-6-15,-4 20-8 16,-5 6-5-16,-3 10 8 0,-1 4-5 16,1 0-3-16,3 2-7 15,4-5-2-15,3-3-5 16,5-3-1-16,5-4-5 15,3-3 1-15,6-3 2 16,3-4-3-16,1-5 3 16,6 2 0-16,-1-3 4 15,-2 0-6-15,3 6 4 16,-8 4 7-16,1 3 11 16,-4 6-5-16,-5 3-2 15,-6 6 1-15,-5 10 3 16,-6 2-10-16,-7 7 3 0,-3 1 7 15,-5 6 3-15,0 0-6 16,-3 0-10-16,-1-3 9 16,3-2-5-16,1-6-3 15,12-6-4-15,6 2 3 16,5-5-3-16,4-4 2 16,1-3 0-16,0-5-1 15,7-4-1-15,-1-4-1 16,4-8 2-16,5-6-2 15,3-5-2-15,2-4 0 16,3-2-1-16,0 0 7 16,0 0-1-16,0 0 5 15,0 0 1-15,0-5-13 16,7-2 0-16,-3 3 1 0,-4 0-3 16,5 1 2-16,-5 2 0 15,0 1-2-15,0-2 0 16,0 2-1-16,0 0 1 15,0 0 1-15,0 0 2 16,4-3-4-16,-2 1 2 16,-2-3-2-16,4 1 1 15,-1-1 0-15,0 0 0 16,0 1 1-16,2 0-1 16,-4 0-1-16,-1 1-1 15,3-2 2-15,-3 3 0 16,0 0 0-16,0 1-1 0,0-1-2 15,2-1-1-15,-2 3-1 16,0 0-8-16,0 0 0 16,0 0-21-16,0 0 0 15,0-2-16-15,0 0-45 16,0-1-37-16,0-2-78 16,0-2-130-16</inkml:trace>
  <inkml:trace contextRef="#ctx0" brushRef="#br1" timeOffset="-103143.852">14964 12300 361 0,'0'0'9'0,"0"0"40"0,0 0 10 0,0 0-7 16,-91-21-2-16,46 32-11 15,-4 11 2-15,-14 10 6 16,-11 10 6-16,-10 11-2 16,-10 5-9-16,-2 1-16 15,-8 4-5-15,6 0-5 16,-1-2 0-16,5 3 2 15,4-2 4-15,7-1 4 0,10-5-1 16,6-5-7-16,10-8-4 16,6 0-1-16,12-8 10 15,7-4-5-15,3-5-5 16,9-4-2-16,3-4-2 16,2-2-3-16,5-4-1 15,2-2-2-15,1-3 1 16,5-4 0-16,1 1-1 15,-1-3-3-15,2 0 5 16,0-1-1-16,0 0 0 16,0 0 6-16,0 0-3 15,0 0 0-15,0 0-3 16,0 0-4-16,0 0-23 0,0 0-43 16,0 0-63-1,8-8-178-15,-1-5-296 0</inkml:trace>
  <inkml:trace contextRef="#ctx0" brushRef="#br1" timeOffset="-99201.538">17869 14218 451 0,'0'0'46'0,"0"0"-15"0,0 0 35 0,0 0-22 0,0 0 24 16,83-3-8-16,-49 3-27 16,7 0-6-16,5 0-1 15,2 0-1-15,2 0-11 16,-2 0-6-16,-8 0-7 15,-8 0-1-15,-13 0-4 16,-8 0-55-16,-11 7-86 16,0-1-64-16,-18-2-151 15</inkml:trace>
  <inkml:trace contextRef="#ctx0" brushRef="#br1" timeOffset="-98825.988">17827 14389 255 0,'0'0'62'0,"0"0"-33"16,0 0 79-16,0 0-12 15,0 0-22-15,0 0-19 16,61 27 0-16,-33-22-8 15,5 0 3-15,0-1-10 16,1 0-7-16,4-1-1 16,-4-2-2-16,7 2-6 15,-3-3 0-15,-4 2-7 0,-2-2-4 16,-4 0-1 0,-4 0-3-16,-5 0 2 0,1 0-1 15,-7 0-2-15,0 0-4 16,-4 0 0-16,-2 0-3 15,-4 0-1-15,-3 0-3 16,0 0-37-16,0 0-102 16,0 0-124-16,-8 0-244 15</inkml:trace>
  <inkml:trace contextRef="#ctx0" brushRef="#br1" timeOffset="-98180.439">19501 14039 339 0,'0'0'72'0,"0"0"48"0,0 0-20 16,0 0 6-16,0 0-65 16,0 0 5-16,4 34 52 15,-2 6-24-15,-1 0 0 16,-1 2-19-16,0 1 2 16,0-4-25-16,0-1-9 15,0-3-7-15,0-3-9 16,0-6-2-16,0 0-4 15,0-7 0-15,0-2 1 16,-1-1 0-16,-2-6-2 0,0-3-20 16,3-3-46-1,0-4-57-15,0 0-70 0,3-1-107 16</inkml:trace>
  <inkml:trace contextRef="#ctx0" brushRef="#br1" timeOffset="-97873.929">19784 14229 576 0,'0'0'31'0,"0"0"115"16,0 0-33-16,0 0-20 15,0 0-30-15,32 75-20 16,-31-65-5-16,3-4 3 0,-2-1-13 15,-2-3-6-15,0-1-8 16,0-1-10-16,-6 0 0 16,-6 0 21-16,-5 0-23 15,1 0 1-15,1-6 2 16,3-1-3-16,6 2-2 16,3-3-4-16,3 1-28 15,0-2-39-15,23-2-56 16,6-5-132-16,9-5-277 15</inkml:trace>
  <inkml:trace contextRef="#ctx0" brushRef="#br1" timeOffset="-97387.693">20284 13960 642 0,'0'0'44'0,"0"0"78"15,0 0-15-15,0 0-15 16,-88 45-26-16,75-9-11 16,4 3 1-16,4 3-13 15,4-1-12-15,1-2-9 16,0 0-3-16,0-4-8 16,0-3-5-16,0-2-5 15,0-4 3-15,4-6-4 0,-1-1 6 16,5-4-5-16,3-3-1 15,0-2 3-15,8-5 1 16,2-2-3-16,3-3-1 16,1 0 0-16,-1-1 0 15,0-10 0-15,-6-5 0 16,0-1 0-16,-5-3 1 16,-2 1-1-16,-5-4 0 15,-3 0-1-15,-3 0-1 16,0 3 2-16,-10 0-1 15,-7 3 0-15,-5 4 1 16,-1 4-1-16,-2 4 1 0,-4 5-4 16,-2 0 0-16,-2 0 4 15,3 3 0-15,4 8 0 16,5 0-1-16,9 1-21 16,9-1-24-16,3-1-63 15,10-3-91-15,20-4-85 16</inkml:trace>
  <inkml:trace contextRef="#ctx0" brushRef="#br1" timeOffset="-96959.561">20720 14168 563 0,'0'0'40'0,"0"0"68"0,0 0 8 15,-96 22-26-15,75 1-31 16,8 2-17-16,1 0 2 16,9 2-3-16,3-2-11 15,0 0-10-15,0-3-10 16,12-2-5-16,1-4-2 16,9-3-2-16,-2-3-1 15,2-5-14-15,4-4-4 16,0-1 5-16,-1 0 2 15,-1-7 8-15,-1-7 3 16,0-6-2-16,-4-1 2 16,0-3 0-16,-6-2 4 0,-5-2-3 15,-2 2-1-15,-6 1 8 16,0 3 6-16,0 3 8 16,-6 4-8-16,-10 4-6 15,-2 5-7-15,-7 5-1 16,1 1 0-16,-2 0-2 15,3 3-4-15,5 7-28 16,7 1-29-16,11 0-101 16,0-6-165-16</inkml:trace>
  <inkml:trace contextRef="#ctx0" brushRef="#br1" timeOffset="-96689.722">21418 14119 682 0,'0'0'87'0,"0"0"29"16,0 0-34-16,0 0-17 16,-88 65-24-16,75-38-11 15,5-2-4-15,2 2-2 16,-4-1-11-16,5-2-8 15,-1-3-2-15,-1-2-3 16,0-6-16-16,-1 0-45 16,2-6-38-16,-2-3-51 0,1-4-105 15,0 0-115-15</inkml:trace>
  <inkml:trace contextRef="#ctx0" brushRef="#br1" timeOffset="-96433.762">21222 14071 484 0,'0'0'39'0,"0"0"63"16,0 0 24-16,21 74-3 16,-4-42-29-16,2-1-17 15,3 2 1-15,3-3-16 16,1-1-21-16,1-4-15 0,-5-2-12 15,2-2-9-15,-4-4 0 16,-4-5-5-16,-1 0 0 16,0-4-19-16,-1 0-64 15,2-6-60-15,2-2-187 16</inkml:trace>
  <inkml:trace contextRef="#ctx0" brushRef="#br1" timeOffset="-96133.61">21922 14057 603 0,'0'0'73'16,"0"0"78"-16,0 0-33 15,0 0-15-15,0 0-28 16,-36 89-6-16,36-55-12 15,0-1-12-15,6-1-5 16,0 2-10-16,3-3-12 16,0-3-10-16,-4-1-4 15,-2-6-2-15,1 1 0 16,-1-4-2-16,0-4-5 16,0-4-37-16,2-3-45 15,5-6-91-15,2-1-149 16,3-5-275-16</inkml:trace>
  <inkml:trace contextRef="#ctx0" brushRef="#br1" timeOffset="-95713.743">22140 14213 609 0,'0'0'43'15,"0"0"78"-15,0 0-18 16,0 0-23-16,-34 91-28 15,34-65-17-15,0-4-4 16,0-1-3-16,4-3-7 16,7-2-12-16,0-3-5 15,3-3 4-15,2-4-5 0,1-4-2 16,-1-2 0-16,2 0 4 16,-2-1-5-16,3-9 0 15,-2-4 4-15,-2-2-3 16,0-2 1-16,-4-3 1 15,-1-1-2-15,-4-1 5 16,-6 0 15-16,0 2 9 16,0 0-6-16,0 7 5 15,-15-1-15-15,-1 5-6 16,-10 5-3-16,-2 2-2 16,-3 3 0-16,-2 0-2 15,3 0 2-15,2 4-2 16,4 4-1-16,7 0 0 0,3-4-12 15,4 3-43-15,9-3-77 16,1-4-83-16,1 0-213 16</inkml:trace>
  <inkml:trace contextRef="#ctx0" brushRef="#br1" timeOffset="-95173.08">22349 13571 110 0,'0'0'508'0,"0"0"-426"0,0 0 41 0,0 0-24 0,0 0-18 16,0 0-41-16,92-49-2 15,-65 53-4-15,-6 11-11 16,-3 5 1-16,-7 4-7 15,-10 5-5-15,-1 2-2 16,0-1-6-16,-18-2-1 16,-6-7 2-16,-4-2 4 15,4-7-3-15,3-4-3 16,9-5-1-16,5-1 0 16,5-1-1-16,2-1 0 15,0 0 1-15,6 0-2 0,13 0-5 16,6 0 4-1,0 3-1-15,0 1 2 0,-1 2-1 16,-2 4 2-16,-5 0-1 16,-1 1 1-16,-5 3-1 15,-5 0 3-15,1 2 0 16,-4-1 9-16,-3 4-1 16,0-2 6-16,0-2-1 15,-10-1 12-15,-5 0 2 16,-8-1-5-16,-5-2-2 15,-3 0-9-15,-2-3-5 16,-3-1-5-16,8 0-1 16,1-3-2-16,5-1-1 0,5 0-20 15,5-2-56-15,6-1-100 16,5 0-245-16</inkml:trace>
  <inkml:trace contextRef="#ctx0" brushRef="#br1" timeOffset="-94327.715">22811 14130 605 0,'0'0'69'0,"0"0"52"0,0 0-1 0,0 0 7 15,0 0-28-15,15 88-23 16,-15-61-17-16,0 3-13 15,0-4-11-15,0 0-13 16,0-3-7-16,0-7-12 16,0 0 0-16,-1-8-2 0,-2-4 0 15,3-2-1-15,0-2-4 16,0 0 2-16,0-6 1 16,0-11-22-16,0-4 7 15,4-3-4-15,10 0 10 16,1 2 5-16,2 3 4 15,2 4 0-15,-2 9 0 16,-3 5-2-16,5 1 3 16,-4 0 1-16,3 14 0 15,-3 4 1-15,0 2 1 16,-3 1 1-16,0-1 1 16,-3-2-4-16,-2-1 2 15,-2-4 0-15,2-4-3 0,-6-4 0 16,-1-4 0-16,0-1 1 15,0 0-1-15,0 0 3 16,0-3-3-16,0-9-10 16,6-5 8-16,-1-4 0 15,10-1 2-15,0 2 0 16,4 2-1-16,1 3 0 16,0 2-2-16,3 2 2 15,-5 2 0-15,4 2 0 16,-3 6 0-16,-3 1 0 15,-3 0 1-15,-3 0-1 16,-1 8 1-16,-1 4 1 0,-1 5 4 16,-4 2 10-16,2 2 2 15,-5 2 2-15,0 1 5 16,3-1-7-16,-3-2 6 16,0-1-3-16,1-2-7 15,-1-4-1-15,3-3-6 16,-1-1-3-16,-1-3-1 15,2-1-2-15,-1-1-2 16,-2-2-11-16,0-1-57 16,0 1-86-16,0-3-266 15</inkml:trace>
  <inkml:trace contextRef="#ctx0" brushRef="#br1" timeOffset="-93283.793">19468 14850 304 0,'0'0'34'0,"0"0"56"0,0 0-2 0,0 0-2 0,0 0-26 0,0 0-54 15,16-11 55-15,12 11 1 16,10 3-20-16,10 3-25 16,13 0 3-16,19 0 0 15,19-2-7-15,19 1-2 16,9-3-7-16,6 3 4 15,1-2-4-15,-2 1 2 16,3-3 2-16,-3 2 6 16,3-1-1-16,6 0-2 15,4 0-4-15,11-1-5 16,-3-1 1-16,1 0-2 16,-9 0-1-16,-7 0 6 0,-14 0-4 15,-9 0 9 1,-5 0 5-16,-8 0 2 0,-1 0-7 15,-4-1 4-15,-8-4 2 16,-3 0-6-16,-6 1 4 16,-11-2 5-16,-6-1 8 15,-11 4-2-15,-3-3 3 16,-9 3-3-16,1-1-4 16,-8 1-1-16,-5 2-2 15,-9-1-4-15,-4 1 4 16,-9 1-2-16,-3 0 2 15,-3 0 2-15,0 0-5 16,0 0-9-16,0 0-7 16,0 0-2-16,0 0 2 15,0 1 2-15,-10 3-2 0,-4 0-50 16,1-2-51-16,-2-2-78 16,0 0-194-16</inkml:trace>
  <inkml:trace contextRef="#ctx0" brushRef="#br1" timeOffset="-89885.997">19877 15550 313 0,'0'0'165'0,"0"0"-102"0,0 0 35 0,103-72 9 0,-68 66-30 15,4 6-25-15,-4 0-10 16,-9 8 7-16,-6 14-12 15,-10 3-7-15,-5 5 8 16,-5 0-17-16,0-2-9 16,-11-3-4-16,-9 0 5 15,-6-7-10-15,2-2 5 16,3-6-4-16,1-4 0 16,3-2-3-16,4-4 1 15,7 0-2-15,4 0 1 0,2 0-1 16,0-1-2-1,12-3-2-15,9-1 3 0,1 4 1 16,2 1 0-16,0 0 0 16,-2 6-1-16,-2 8 1 15,-2 2 0-15,-6 1 3 16,-5 2 3-16,-5 1 4 16,-2 0 9-16,0 1 3 15,-9-3 2-15,-11 0-9 16,-5-2 1-16,-5-2-6 15,-4-5-2-15,-2-2-1 16,-1 0-5-16,-1-7 0 0,8 0 0 16,4 0-1-16,8-1 0 15,6-9 0-15,9-3-1 16,3-3-1-16,3-2-22 16,23 0-39-16,10-3-69 15,11-2-122-15,3-1-423 16</inkml:trace>
  <inkml:trace contextRef="#ctx0" brushRef="#br1" timeOffset="-89693.96">20538 15595 691 0,'0'0'111'0,"0"0"82"0,0 0-79 0,0 0-48 0,0 0-41 0,0 0-15 15,-17-9-5-15,17 16-5 16,0 1-11-16,17-2-97 16,5-4-148-16,8-2-571 15</inkml:trace>
  <inkml:trace contextRef="#ctx0" brushRef="#br1" timeOffset="-89257.804">20820 15379 635 0,'0'0'114'0,"0"0"40"0,0 0-37 15,0 0-25-15,0 0-18 16,-71 89-21-16,68-55-13 16,0 1-8-16,3 2-5 15,0-2-12-15,0 1-10 16,0-2-4-16,2-7 3 15,5-1-3-15,1-3 0 16,1-5 2-16,3-5-3 16,0-2 0-16,6-7-2 15,1-4 0-15,5 0-1 16,3 0 0-16,3-13-4 16,-5-5 6-16,2 3-1 15,-9-4 2-15,0 1 0 16,-8 1 1-16,-5 0 1 15,-5 1-2-15,0 2 3 0,-3-1-1 16,-16 2 0-16,-1 5 0 16,-7 2-2-16,-3 5 0 15,-1 1 0-15,-1 0 0 16,6 0 0-16,4 4 0 16,6 4-10-16,10 1-53 15,6-2-53-15,3-1-96 16,23-6-189-16</inkml:trace>
  <inkml:trace contextRef="#ctx0" brushRef="#br1" timeOffset="-88985.993">21574 15466 698 0,'0'0'178'0,"0"0"-15"0,0 0-69 0,0 0-39 0,0 0-18 0,0 0-4 16,-65 36 1-16,51-12-1 15,-2 4-17-15,-2-1-4 16,-3 1-6-16,-1-1-3 16,-1-3-1-16,3 0 0 0,2-7-2 15,6-3-29 1,4-4-49-16,7-6-66 0,1-4-86 15,0 0-176-15</inkml:trace>
  <inkml:trace contextRef="#ctx0" brushRef="#br1" timeOffset="-88745.899">21387 15454 610 0,'0'0'73'16,"0"0"88"-16,0 0-54 15,0 0-48-15,0 0-4 16,0 0 40-16,82 58-25 16,-56-31-9-16,4 0-11 0,-1-2-24 15,-6 0-14-15,-1-3-9 16,-5-4 2-16,-5-2-4 16,0-5-1-16,-4-1 0 15,-1-4-40-15,1-3-75 16,2-3-120-16,-1 0-335 15</inkml:trace>
  <inkml:trace contextRef="#ctx0" brushRef="#br1" timeOffset="-88453.663">22170 15352 390 0,'0'0'219'0,"0"0"-40"16,0 0-27-16,0 0-40 16,0 0-30-16,0 0-21 15,-38 63-8-15,38-38-1 16,8 1-2-16,-2 3-16 16,-1-2 0-16,2 0-16 15,0-2-8-15,-2 0-6 16,-2-4 0-16,-3-1-3 15,3 0 1-15,0-3-2 16,1-3-21-16,5-4-73 0,2-3-93 16,5-7-214-1</inkml:trace>
  <inkml:trace contextRef="#ctx0" brushRef="#br1" timeOffset="-88013.868">22401 15498 647 0,'0'0'71'0,"0"0"63"16,0 0-38-16,0 0-29 15,-39 82-22-15,39-54-12 16,0 0-13-16,5-4-6 16,10-3-6-16,-2-5-3 15,5-5-2-15,-3-4-1 16,3-4 1-16,-5-3 0 0,7 0-3 15,-1-3 1 1,-4-11-1-16,6-1 1 0,-6-6 1 16,1-4-1-16,-2 4 1 15,-1-3-1-15,-6 1 1 16,-1 1 0-16,-6 1 4 16,0 3 15-16,0 2 31 15,0 2-18-15,0 5-17 16,0 1-3-16,-10 4-4 15,-6 1-7-15,-7 1-1 16,-6 2-1-16,-4 0-1 16,1 0 2-16,-2 8-2 0,3 1 1 15,4-1-1-15,6 0 0 16,6 1-6-16,7-5-31 16,7-1-79-16,1-3-128 15,0 0-362-15</inkml:trace>
  <inkml:trace contextRef="#ctx0" brushRef="#br1" timeOffset="-86908.445">22670 15048 410 0,'0'0'77'0,"0"0"36"0,85-32-10 0,-48 31-14 0,-1 1-19 0,-5 1-19 16,-9 17 2-16,-2 3-14 16,-13 3-4-16,-4 1 2 15,-3-2-5-15,0 1-8 16,-3-3 1-16,-13-4-8 15,1-2-3-15,-3-5-8 16,5-1-1-16,2-5-3 16,5-4 2-16,5 0-3 15,-1 0 3-15,2 0 2 16,0 0-6-16,0-7-5 16,9-3 2-16,12 2 2 15,1-2-1-15,1 2 2 0,-2 5-1 16,3-1 3-1,-4 4-2-15,-1 0 0 0,-3 0 0 16,-4 6 1-16,-5 4-1 16,-1 1 1-16,-4 4 1 15,-2-1 7-15,0 0-2 16,-2 0 15-16,-11-3-11 16,-2 0 8-16,-3-2 1 15,-2-2-3-15,-2-2-4 16,-2-3 5-16,-4 0-8 15,1-2-6-15,-3 0 4 16,1 0-8-16,3 0 5 0,8 0-5 16,2-4 1-1,8-1 0-15,5-1-2 0,3 1-11 16,0 0-44-16,11 3-46 16,17-7-177-16</inkml:trace>
  <inkml:trace contextRef="#ctx0" brushRef="#br1" timeOffset="-86181.842">23150 14763 284 0,'0'0'74'0,"0"0"50"0,0 0-40 15,0 0 4-15,-22 79-13 0,42-73-27 16,5-2-11-1,12-4 15-15,8 0-5 0,10 0-5 16,7-8-9-16,13 0-11 16,10-2-12-16,6 3 0 15,2 1 2-15,-4-2 4 16,-6 1 4-16,-8-2 2 16,-9 4 7-16,-6-2 5 15,-11 1-3-15,-9 1 1 16,-6 2-8-16,-8-2-2 15,-3 5-4-15,-9 0-7 16,-4 0-10-16,-7 0 1 0,-3 8-2 16,0 6-3-16,-10 7-58 15,-11 3-85-15,-6-1-132 16</inkml:trace>
  <inkml:trace contextRef="#ctx0" brushRef="#br1" timeOffset="-85648.449">23951 15326 708 0,'0'0'68'0,"0"0"79"15,0 0-35-15,0 0-55 0,0 0-36 16,0 0-17-16,-58-69-3 16,24 69-1-16,-1 11 2 15,8 9 0-15,5 2 2 16,8 2 1-16,6 0 4 16,8 0-7-16,0-1 3 15,21-3-3-15,4-4 1 16,0-2-1-16,5-1 0 15,-6-1 1-15,-3-1-1 16,-2-1 5-16,-4 0 6 16,-4-2 2-16,-4 0 9 0,-4-1 2 15,-3 3-2 1,0 0 5-16,0-1 4 0,-6 2-1 16,-10-1-5-16,-6 0-2 15,-1-3-6-15,-5 0-2 16,-7-3-8-16,-3 0 0 15,0-1-4-15,-2-3-2 16,-2 0-2-16,10 0 2 16,-1 0-2-16,6-4 0 15,6-6 0-15,0-2-1 16,0-4-6-16,6-2-43 16,3-7-72-16,-1-5-117 15,7-13-488-15</inkml:trace>
  <inkml:trace contextRef="#ctx0" brushRef="#br1" timeOffset="-84974.034">22670 13490 183 0,'0'0'82'0,"0"0"6"0,0 0-5 0,0 0 2 16,-54 83 3-16,21-26-7 16,-6 13 34-16,-11 8 48 15,-1 5-92-15,-7 10-23 16,-5 0 1-16,2 0-4 15,0-8-20-15,5-9-12 16,10-11 3-16,6-10-1 16,9-8 10-16,8-8-5 0,7-9-3 15,7-9-10-15,3-7-5 16,5-7-1-16,1-4-1 16,0-3 6-16,4 0-1 15,14 0 0-15,3-7-5 16,2-7 0-16,0-2-45 15,5 4-31-15,2 0-91 16,0 1-206-16</inkml:trace>
  <inkml:trace contextRef="#ctx0" brushRef="#br1" timeOffset="-84281.467">23195 15008 195 0,'0'0'208'0,"0"0"-122"0,0 0 39 0,0 0-10 16,0 0-3-16,0 0-72 15,-5-25-32-15,-5 43 39 16,-11 6-15-16,-3 10-5 15,-4 6 18-15,-6 8-4 0,-5 5-15 16,-2 4 1-16,-3 5-5 16,-6 0 4-16,-8 1-8 15,-2 0-3-15,4-1 6 16,-1-3-2-16,5-3-5 16,7-4 1-16,6-7-5 15,9-4 1-15,7-11-2 16,8-6-3-16,4-10 1 15,7-5-4-15,2-8-1 16,2-1 2-16,0 0 1 16,0 0 5-16,0-4 0 0,6-11-10 15,9-1 0-15,0-4-27 16,0 2-74-16,-2-4-97 16,-2 1-268-16</inkml:trace>
  <inkml:trace contextRef="#ctx0" brushRef="#br1" timeOffset="-22347.706">6582 15704 755 0,'0'0'46'0,"0"0"32"0,0 0 4 0,0 0-69 15,0 0-13-15,0 0-213 16,-5-15-285-16</inkml:trace>
  <inkml:trace contextRef="#ctx0" brushRef="#br1" timeOffset="14610.438">24290 14043 552 0,'0'0'33'0,"0"0"45"15,0 0 20-15,0 0 18 0,0 0-27 16,0 0-63-16,0 0-4 15,0 0 7-15,-104 73-5 16,69-27 3-16,4-3-5 16,-3-3-11-16,4-1-7 15,0-5 0-15,3-5-4 16,6-7 0-16,2-5-18 16,8-6-54-16,2-7-77 15,8-4-138-15,1-1-151 16</inkml:trace>
  <inkml:trace contextRef="#ctx0" brushRef="#br1" timeOffset="14873.296">24021 14050 578 0,'0'0'16'0,"0"0"24"16,0 0 77-16,41 80-17 15,-11-47-17-15,4-5-19 16,7-1-12-16,0-4-15 16,-1-3-6-16,-1-4-9 15,-9-2-8-15,-6-3-7 16,-11 1-6-16,-2-4 2 16,-8 2-3-16,-3-1-18 0,0-2-32 15,0-3-32-15,7-3-89 16,6-1-130-16</inkml:trace>
  <inkml:trace contextRef="#ctx0" brushRef="#br1" timeOffset="15330.567">24839 13957 659 0,'0'0'18'0,"0"0"71"15,0 0 6-15,0 0-38 0,-88-27-30 16,58 51-4 0,0 4 8-16,5 4-4 15,4-1-3-15,6-2-5 0,3-1-9 16,8-4-3-16,4-5-4 16,0-7-1-16,0-4 4 15,16-7 0-15,5-1-5 16,3 0-1-16,0-9-6 15,-1-6-7-15,-1-4 4 16,-3 4 1-16,-4 4 3 16,-6 4 5-16,-5 6 1 15,-2 1-1-15,1 0 0 16,-3 14 9-16,0 10 9 16,0 6 4-16,0 4 0 15,-5 0 3-15,-1 2 2 0,0-4-4 16,-3-1 3-16,8-3-11 15,-2-5-5-15,3-4-7 16,0-3 2-16,0-5-5 16,3-5-2-16,10-5-46 15,7-1-44-15,4 0-70 16,2-15-100-16,3-12-215 16</inkml:trace>
  <inkml:trace contextRef="#ctx0" brushRef="#br1" timeOffset="15750.367">25169 13934 80 0,'0'0'546'0,"0"0"-457"0,0 0 76 0,0 0-107 0,0 0-19 16,0 0 14-16,-30 93-12 15,25-46 1-15,2-2-8 16,3 1 7-16,0-4-13 15,0-4-7-15,0-4-14 16,0-5-5-16,8-6 2 16,4-6-3-16,0-6 2 15,4-1 4-15,4-6-5 16,0-4 2-16,6 0-2 16,-1-3 0-16,-5-9 0 0,0-4 0 15,-6-4-2-15,-8 2 0 16,0 0 3-16,-6 2-1 15,0 4 1-15,-18 2 5 16,-6 0 9-16,-7 6 3 16,-7 4 2-16,2 0-5 15,-2 0-5-15,1 0-4 16,8 4-2-16,2 3-4 16,5 3-2-16,4 1 0 15,6 0-38-15,4-1-69 16,5-2-85-16,3-6-274 15</inkml:trace>
  <inkml:trace contextRef="#ctx0" brushRef="#br1" timeOffset="32243.116">3431 15165 415 0,'0'0'160'0,"0"0"-113"0,0 0 85 0,0 0-44 0,0 0-34 15,0 0 6-15,43 12-1 16,-8-8-16-16,5-2-17 16,0-2-6-16,5 0-5 15,4 0-9-15,-4 0-3 16,-3-2-3-16,-5-4 0 16,-13 1-34-16,-8 3-65 15,-14 2-71-15,-2 0-98 16,-27 0-207-16</inkml:trace>
  <inkml:trace contextRef="#ctx0" brushRef="#br1" timeOffset="32490.648">3377 15332 418 0,'0'0'53'0,"0"0"55"16,0 0 19-16,0 0-24 15,0 0 1-15,0 0-25 16,86 30-7-16,-51-30-29 16,4 0-10-16,3-1-11 15,1-8-12-15,2 2-2 16,-2 0-6-16,2 2 1 0,-3-1-3 16,2 0-25-1,-3 3-47-15,2-5-84 0,0 0-186 16</inkml:trace>
  <inkml:trace contextRef="#ctx0" brushRef="#br1" timeOffset="33036.931">4608 14833 556 0,'0'0'71'0,"0"0"-12"15,0 0 29-15,-33-75-10 16,14 67-4-16,-2 5-29 16,-4 3-18-16,-5 0-1 0,3 19 0 15,-3 9 0-15,-1 1-6 16,5 4-2-16,7-1-3 16,1-2-2-16,11-3-7 15,7-3 1-15,0-6-4 16,0-4 0-16,3-3-2 15,13-4 4-15,5-7-1 16,2 0 3-16,3-1-7 16,-2-16-6-16,3-4-8 15,-9-3 2-15,1-3 3 16,-1-2 9-16,-6 5-1 16,-4 2 1-16,-1 5 0 15,-6 9 5-15,-1 5 8 0,0 3 17 16,0 5-22-16,0 14-7 15,0 8 19-15,0 3 1 16,-1 6 17-16,-2 5-11 16,3 3 18-16,0 3-15 15,0-1-6-15,0-2-1 16,0-3-5-16,3-4-6 16,-2-5-9-16,2-7 0 15,-1-4-2-15,1-6-2 16,0-7 1-16,3-3-22 15,0-5-54-15,9 0-22 0,0-10-61 16,6-9-158-16,2-8-260 16</inkml:trace>
  <inkml:trace contextRef="#ctx0" brushRef="#br1" timeOffset="33541.422">4899 14743 542 0,'0'0'112'0,"0"0"31"0,0 0 5 16,0 0-88-16,0 0-11 15,0 0-3-15,-64 97 4 16,61-48 5-16,-3 0-1 16,6 0-17-16,-2-4-5 15,2-1-16-15,0-2-7 0,0-3-6 16,0-7 0-16,2-5 0 15,7-7-1-15,2-6 0 16,3-7 1-16,3-3-3 16,1-4-3-16,1 0-4 15,-1 0-3-15,1-6 0 16,1-6 3-16,-2-4 3 16,-3-1-2-16,-2 0 6 15,-1-1 0-15,-3-2 0 16,-3 1-1-16,-6 1 1 15,0 0 0-15,0 4 1 16,0-1 2-16,-12 3 0 16,-6 4 0-16,0-1 0 0,-3 4 0 15,-4 5-1-15,-5 0-1 16,6 0 4-16,-6 0-2 16,8 11 3-16,2 3-1 15,3 0-2-15,6-3-3 16,5 2 1-16,-1-3-1 15,5-2 0-15,2-2-25 16,0 0-61-16,12-5-131 16,9-1-141-16</inkml:trace>
  <inkml:trace contextRef="#ctx0" brushRef="#br1" timeOffset="35891.708">5575 14621 415 0,'0'0'93'0,"0"0"12"0,0 0-35 0,0 0 28 0,0 0-23 16,-28 108-34-16,14-67 7 16,-2 5 5-16,-2 0-25 15,-3-4-6-15,2-1-6 16,-5-6-10-16,3-3-3 16,0-3 0-16,-1-4-3 15,2-4-8-15,5-4-34 16,3-8-35-16,3-4-45 15,5-5-44-15,3 0-123 16</inkml:trace>
  <inkml:trace contextRef="#ctx0" brushRef="#br1" timeOffset="36160.214">5365 14771 411 0,'0'0'83'0,"0"0"-23"16,0 0 84-16,0 0-28 15,53 105-25-15,-36-70-22 16,2-3-4-16,5-2-22 16,-3-5-8-16,-2-2-9 0,2 1-17 15,-3-6-3-15,0-2-5 16,-4-4 1-16,-1-2-2 15,-1-3-31-15,1-4-50 16,7-3-74-16,-4 0-103 16</inkml:trace>
  <inkml:trace contextRef="#ctx0" brushRef="#br1" timeOffset="36468.15">5963 14626 476 0,'0'0'65'0,"0"0"11"16,0 0 57-16,0 0-24 16,21 72-33-16,-14-38-20 15,-4 5 18-15,3 4-22 16,-3 0 0-16,-3 0-9 15,0-1-18-15,0-8-7 16,0-1 2-16,-1-5-13 16,-4-3-2-16,-1-3-3 15,2-5-1-15,1-5-1 16,3-4-32-16,0-5-79 0,0-3-100 16,0 0-206-1</inkml:trace>
  <inkml:trace contextRef="#ctx0" brushRef="#br1" timeOffset="36721.595">6169 14825 720 0,'0'0'82'16,"0"0"50"-16,0 0 7 15,0 0-49-15,0 0-28 16,0 0-8-16,7 75-18 15,-7-62-1-15,0-4-13 16,0 0-10-16,0-2-4 0,-7-4 0 16,2-2-5-16,1-1-3 15,-1 0-29-15,4 0-37 16,1-10-46-16,0-9-61 16,0-3-134-16,12-6-244 15</inkml:trace>
  <inkml:trace contextRef="#ctx0" brushRef="#br1" timeOffset="37231.24">6524 14563 372 0,'0'0'79'0,"0"0"76"0,0 0 27 15,0 0-54 1,0 0-99-16,0 0 52 0,7 50-13 15,-10-15-6-15,-4 4-7 16,-2 6-3-16,-3 4-19 16,3 3-14-16,-1-1 0 15,2-4-8-15,4-7-7 16,1-6 0-16,1-2-3 16,2-7 0-16,0-5 1 15,0-3-1-15,9-5 1 16,4-2-2-16,1-7-5 15,5-3-5-15,-1 0 2 0,5 0 4 16,-4-8-1-16,-4-4-1 16,3-5 6-1,-6-1 0-15,-3-3 0 0,1-2 1 16,-4-1-2-16,-3-1 1 16,-1 1-1-16,-2 0 1 15,0 4 0-15,-2 5 0 16,-7-2 0-16,-4 4 1 15,-1 4 2-15,-5 1-3 16,-1 6 1-16,0 2-2 16,-3 0 1-16,4 0-5 15,-2 6 4-15,6 4 0 16,5-1 1-16,5 2-8 0,5 2-75 16,0-6-80-1,14 1-129-15,8-8-376 0</inkml:trace>
  <inkml:trace contextRef="#ctx0" brushRef="#br1" timeOffset="37636.125">6991 14786 83 0,'0'0'596'0,"0"0"-541"0,0 0 127 0,-82 80-102 0,62-46-19 15,1 2-27-15,10-4-9 16,4-3 5-16,5-1-15 16,0-5-5-16,0-1-7 0,8-6 1 15,3-5-3-15,-1-4-1 16,5-4-9-16,1-3-23 16,5 0 16-16,0-7 2 15,4-9-3-15,-5-3 10 16,-1-4 4-16,-3-4 1 15,-2-4 2-15,-2-5 1 16,-6 1 0-16,-6-1 1 16,0 2 11-16,0 6 14 15,-10 6 8-15,-4 6-13 16,-7 7-14-16,-4 7-3 16,5 2-5-16,-5 0 0 0,4 8 2 15,3 11-2-15,6 1-29 16,8 0-39-16,4-1-85 15,0-5-192-15</inkml:trace>
  <inkml:trace contextRef="#ctx0" brushRef="#br1" timeOffset="37923.337">7504 14712 502 0,'0'0'140'0,"0"0"-27"0,0 0 20 0,0 0-86 15,0 0-10-15,0 0 19 16,-43 59-3-16,37-28-14 16,-2 0 1-16,-2 0-17 15,-2-4-10-15,1-2-8 16,-5 0-1-16,1-4-1 15,-1-3-3-15,2-4-21 16,1-3-44-16,1-4-40 16,4-5-73-16,4-2-171 15</inkml:trace>
  <inkml:trace contextRef="#ctx0" brushRef="#br1" timeOffset="38239.555">7342 14677 428 0,'0'0'63'0,"0"0"28"16,0 0 56-16,0 0-37 16,41 89-29-16,-21-57-19 15,-1-1 5-15,3-1-19 16,-5-5-14-16,2-2-9 0,-4-4 1 15,-2-2-8-15,-2-2-10 16,1-3 0 0,-5-3 2-16,1-2-5 0,-1-2 0 15,2-1-2-15,-1-1 2 16,-1 0-4-16,1 0-1 16,-1-2-37-16,-4-1-44 15,-2 0-56-15,-1 0-156 16</inkml:trace>
  <inkml:trace contextRef="#ctx0" brushRef="#br1" timeOffset="42587.194">18800 14318 484 0,'0'0'63'0,"0"0"40"0,0 0-6 0,0 0-23 0,0 0-20 15,0 0-17-15,0 0-19 16,-56-65-2-16,28 80-1 15,-2 7 6-15,2 6 11 0,2-1-7 16,9 1-11-16,5-1-1 16,7-1-6-16,5-4-3 15,0-5-2-15,14-5 4 16,14-3-2-16,5-8 1 16,4-1-5-16,-1 0-18 15,-4-10-5-15,-5-6-1 16,-2-4 17-16,-5-1 7 15,-8-1 2-15,-5 5-2 16,-2 2 5-16,-5 8 14 16,0 6 11-16,0 1-1 15,-9 8-17-15,-4 19 15 16,1 8 3-16,0 6 6 0,3 2-7 16,1-2-4-1,-3-1-6-15,5-2-3 0,1-6-3 16,1-4-6-1,2-3-5-15,2-4 2 0,0-4-2 16,0-8-2-16,0-2-14 16,0-7-37-16,9 0-22 15,4-2-6-15,5-15-58 16,3-5-62-16,0-9-63 16,0-3-127-16</inkml:trace>
  <inkml:trace contextRef="#ctx0" brushRef="#br1" timeOffset="42977.016">19065 14252 482 0,'0'0'103'0,"0"0"80"16,0 0-56-16,0 0-73 0,-31 73 23 16,13-25-14-16,3 3-11 15,1-2-4-15,3-1-10 16,3-5-12-16,5-5-9 15,3-4-10-15,0-9-2 16,0-5 0-16,3-4-2 16,8-9-3-16,3-4-3 15,3-3-7-15,1 0-1 16,4-13 0-16,-2-7-1 16,-3-3 0-16,2-3 7 15,-8-1 3-15,-2 4 1 0,-9 1 1 16,0 8 0-16,0 4 0 15,-13 4 7-15,-13 6 0 16,0 0-3-16,-7 0 3 16,6 7-5-16,2 6-2 15,6-3 0-15,8 3-4 16,11-3-15-16,0 0-72 16,6-4-75-16,18-5-79 15,5-1-152-15</inkml:trace>
  <inkml:trace contextRef="#ctx0" brushRef="#br1" timeOffset="43201.596">19352 14359 627 0,'0'0'108'0,"0"0"20"0,0 0-26 0,0 0-21 16,0 0-35-16,-54 91-13 15,40-64-5-15,2 1-8 16,1-1-15-16,2-4-2 16,0-3-3-16,-2-4-5 15,7-6-48-15,-2-3-58 16,3-7-92-16,1 0-111 16</inkml:trace>
  <inkml:trace contextRef="#ctx0" brushRef="#br1" timeOffset="43373.99">19213 14426 617 0,'0'0'74'0,"0"0"76"15,0 0-34-15,15 72-35 16,0-40-31-16,4-4-13 16,7 0-17-16,0-6-10 15,9-1-4-15,-2-5-6 16,1-3-79-16,-3-5-204 15</inkml:trace>
  <inkml:trace contextRef="#ctx0" brushRef="#br1" timeOffset="49585.114">18932 14311 263 0,'0'0'30'0,"0"0"-16"0,0 0 57 0,0 0 20 0,0 0-38 15,0 0 7-15,-110 25-6 16,68 5 6-16,8 4-13 16,7 2-10-16,14-3-11 0,10-2-10 15,3-2-5-15,0-8-11 16,19-5 0-16,8-7 12 16,10-6-4-16,0-3-5 15,2 0 0-15,-2-12 0 16,-8-7-3-16,-7-3-1 15,-7-5 1-15,-9 4 0 16,-6 0 1-16,-6 5 3 16,-24 5-4-16,-10 8 3 15,-9 5 4-15,-3 0 12 16,4 7 4-16,6 10 0 16,11 4-3-16,11-1-7 15,12-1-7-15,8 1-3 0,0-3-3 16,22-6 4-16,14-4 0 15,7-3-4-15,3-4-19 16,0 0-8-16,-2-14 14 16,-7-6 3-16,-4-5 6 15,-6-3-1-15,-10 1 2 16,-9 3 3-16,-8 4 0 16,-3 5 0-16,-25 8 7 15,-13 7 6-15,-11 0 5 16,-6 4 0-16,3 14-1 15,11 4 2-15,15 0 2 16,18 1-11-16,11-1-5 16,0 0-3-16,20-4-1 0,16-3 0 15,10-2-1-15,4-6-29 16,1-6-2-16,-3-1 5 16,-6 0 11-16,-5-14 7 15,-9-6 7-15,-7-6 1 16,-9 1 0-16,-12 1 1 15,-1 4-1-15,-31 6 3 16,-13 7 2-16,-16 7 5 16,-6 0 7-16,-7 10 4 15,3 11-3-15,13 7 0 16,16 4 0-16,17 4-4 16,12 0-7-16,13-2-4 0,0-4-2 15,8-2-1-15,18-5 0 16,8-6-10-16,7-5-22 15,-1-6-10-15,4-6-1 16,0 0-3-16,-1-13-5 16,-3-8 15-16,-5-6 1 15,-4-4 14-15,-12-1 21 16,-7 0 0-16,-12 4 2 16,0 6 6-16,-28 6 23 15,-12 7 8-15,-12 9 19 16,-7 2-8-16,4 18-15 15,6 8 2-15,13 3-9 0,12 3-9 16,17-2-5-16,7 3-8 16,1-6-3-1,29-1-3-15,10-7 2 0,7-5-2 16,2-7-26-16,1-9-9 16,-3 0 5-16,1-17-1 15,-7-10 27-15,-5-5-1 16,-4-5 2-16,-13 0 3 15,-5-1 5-15,-14 2-4 16,0 6 0-16,-19 7 1 16,-18 7 0-16,-15 12 16 15,-3 4 2-15,-2 3 0 16,9 15 2-16,10 11-4 0,18 0-3 16,14 1-8-1,6-4-4-15,11 1-1 0,18-4 0 16,10-7-2-16,6-6-9 15,1-9-26-15,2-1 1 16,-5 0 6-16,-2-14-6 16,-3-7 25-16,-7-5 2 15,-6 0 7-15,-9-4-3 16,-7 1 3-16,-7 3 1 16,-2 5 1-16,0 6 4 15,-11 8 14-15,-5 6 5 16,1 1-4-16,1 1-6 15,2 12-5-15,8 7-1 16,4-2-7-16,0 1 2 16,12-1-4-16,9-3 5 0,5-6 0 15,1-6-5-15,0-3-1 16,-3 0-6-16,-2 0-1 16,-4-3 5-16,-6-10 3 15,-12 0 2-15,0-1-2 16,-3 4-2-16,-25 2 2 15,-5 4-2-15,-4 4 4 16,1 0-1-16,4 3 9 16,9 8-4-16,7 3-4 15,8 0-1-15,8 0-2 16,0-1-26-16,5-2-100 16,14-6-318-16</inkml:trace>
  <inkml:trace contextRef="#ctx0" brushRef="#br1" timeOffset="56080.553">7537 14734 394 0,'0'0'103'0,"0"0"11"0,0 0 10 16,0 0-84-16,0 0-32 0,0 0 62 16,0 0 9-16,33 84-20 15,-24-56-8-15,-3-3-7 16,1-1-8-16,-3-3 0 16,-4-1-18-16,0-2-4 15,0-2 0-15,0 0-6 16,0-4-3-16,0-1 0 15,-4-1-2-15,0-1-3 16,1-5 3-16,0 0-2 16,3-4 0-16,-2 0 4 15,1 0 3-15,-2-4 8 16,0-10-16-16,0-6 2 16,3-3-2-16,0-4 0 0,0 0 0 15,10-5 0-15,5 2 0 16,0 2 0-16,4 5 0 15,-2 6-1-15,4 6 1 16,-2 5-2-16,1 6 1 16,0 0-2-16,1 7 2 15,2 10 1-15,-1 4 7 16,-1 2 2-16,-5 1 1 16,1-3-5-16,-5-1 2 15,-3-5-5-15,-2-1 2 16,-3-5-4-16,1-2 2 15,-5-3-1-15,3-1-1 0,-3-3 0 16,3 0 7-16,-3 0 5 16,2-14-1-1,1-9-11-15,1-4-3 0,3-2-4 16,4-1-5 0,1 2 4-16,1 4 1 0,1 6 3 15,2 3 2-15,-2 4 0 16,2 5 2-16,-1 3-1 15,1 3-1-15,-1 0-1 16,0 0 2-16,2 12 1 16,-3 6 2-16,0 5 1 15,-4 4 4-15,2 4 1 16,-3 0 2-16,0 0 0 16,-3-3 0-16,-3-2 2 15,0-1 4-15,-3-3-1 0,0-3-2 16,0-2-3-16,0-3-4 15,0-6-5-15,0-2 4 16,0-4-4-16,0 0 0 16,0-2-1-16,0 0-10 15,0 0-19-15,6 0-30 16,2-3-70-16,3-10-263 16</inkml:trace>
  <inkml:trace contextRef="#ctx0" brushRef="#br1" timeOffset="56581.61">8838 14568 675 0,'0'0'30'0,"0"0"104"0,0 0-44 16,0 0-44-16,0 0-32 15,-82-4-2-15,58 26 9 16,-2 3 0-16,6-3-12 16,2 3-5-16,10 1-4 15,4-5 1-15,4-1 2 16,0-5-3-16,6-1-2 16,12 0-1-16,-2-4 2 0,5 0 0 15,-2-3 2-15,-2 0-1 16,1 0 0-16,-5 3 0 15,2 2-1-15,-9-3 0 16,0 1-1-16,-3 0 2 16,-3 1 3-16,0 1 4 15,0 0 10-15,-6 1 18 16,-3-2 7-16,-7 1-3 16,-4-2-9-16,1 0-4 15,-5-2-6-15,2-1-5 16,-1-2-3-16,-2 0-7 15,3-4-1-15,3 1-1 16,2-2 0-16,3 0-2 16,4 0-1-16,2-9-4 15,5-2-24-15,3-3-37 0,0-8-56 16,5-3-140-16,17-9-521 16</inkml:trace>
  <inkml:trace contextRef="#ctx0" brushRef="#br1" timeOffset="56843.982">8990 14245 471 0,'0'0'33'0,"0"0"82"0,0 0-26 0,0 0-25 16,0 0-37-16,94 41-13 15,-63-38-8-15,1-1-1 16,-1-2-5-16,3 0-60 16,-5-1-156-16,-1-14-332 15</inkml:trace>
  <inkml:trace contextRef="#ctx0" brushRef="#br1" timeOffset="57109.664">9374 14002 521 0,'0'0'155'0,"0"0"14"16,0 0-111-16,0 0-5 15,0 0 31-15,-19 88-10 16,19-52 10-16,0 3-6 15,0-2-17-15,0 2-10 16,0-3-14-16,0 0-13 16,0-2-9-16,0-2-3 15,0-4-7-15,0-2-1 16,0-4-3-16,0 0-1 16,0-1-21-16,0 1-55 0,0-2-72 15,-6-3-168 1</inkml:trace>
  <inkml:trace contextRef="#ctx0" brushRef="#br1" timeOffset="58226.15">4601 15632 224 0,'0'0'79'0,"0"0"-22"0,0 0 47 0,0 0-38 15,112-12-18-15,-72 12-16 16,9 0 14-16,9 0 2 15,2 0-8-15,15-1 9 16,5-2-19-16,8 0 21 16,3 1-27-16,12-1 0 15,3-1-5-15,3 0-3 16,0 1-13-16,-2 0 1 16,-2 0-3-16,5 1 4 0,2 0 1 15,3 1 0-15,0-1 3 16,3 1-1-16,-9-1-3 15,-2 1-1-15,-7 0 0 16,-4-2-2-16,-7 0 0 16,-4 0-1-16,-6-3 4 15,-1 1 8-15,-2-4-8 16,1 2 0-16,0-2-1 16,0 1-1-16,2 0-2 15,0 1-1-15,0-2 2 16,-3 4 1-16,-1-3-2 15,-5 2-1-15,-1 0 1 0,-1-1 3 16,2 1-4 0,-4-3 0-16,-3 3 0 0,-4-5 4 15,1 4 2-15,-6-2 2 16,4-1-1-16,-4 2 1 16,-5-2-1-16,-7-2 4 15,-8 5 1-15,-7 1 6 16,-3 1 5-16,-9 2 0 15,-8 0 1-15,3 0-3 16,-8 0-4-16,1 2-3 16,0 0-4-16,-3 0-5 15,0 1-3-15,0 0-2 16,0 0-11-16,-6 0-38 16,-18 1-42-16,-13 7-62 0,-9 3-188 15</inkml:trace>
  <inkml:trace contextRef="#ctx0" brushRef="#br1" timeOffset="59395.069">5551 15873 479 0,'0'0'94'0,"0"0"91"0,0 0-93 16,0 0-22-16,0 0-39 15,35-80-8-15,-7 71 1 16,2 5-5-16,1 4 2 16,-3 0-3-16,-4 6-9 15,-5 18-2-15,-8 7-1 0,-8 4 3 16,-3 5 5-16,0 0 2 15,-19-1 0-15,-4-5-2 16,-4-7-3-16,5-5-3 16,5-8-2-16,3-4 0 15,3-5-4-15,11-3 0 16,0-2 2-16,0 0 5 16,0 0-2-16,5-5-7 15,7-3-11-15,4 1-2 16,2 0 8-16,0 4 2 15,1 3-1-15,-4 0 4 16,4 0-4-16,-2 9 3 0,1 5 0 16,-3 2-1-16,1 2 2 15,-5 0 1-15,0 0-1 16,-5 1 3-16,-4-1 3 16,1-2 0-16,-3-1 7 15,0-3 6-15,-3 0 2 16,-10-2 3-16,-4-1 5 15,-4-2-11-15,-2-6-2 16,-6 3-5-16,2-4-3 16,-4 0-4-16,1 0-1 15,3-1 1-15,2-9 0 16,6 1 0-16,5 1-4 16,2-2 2-16,3 0 1 0,5 0-3 15,4 0-2 1,0 0-18-16,3-2-32 0,19 1-58 15,11-2-107-15,4-3-390 16</inkml:trace>
  <inkml:trace contextRef="#ctx0" brushRef="#br1" timeOffset="59545.047">6002 15993 805 0,'0'0'146'0,"0"0"-30"0,0 0-75 0,0 0-41 0,0 0-6 0,0 0-97 16,67-17-192-16</inkml:trace>
  <inkml:trace contextRef="#ctx0" brushRef="#br1" timeOffset="60002.304">6379 15711 551 0,'0'0'185'16,"0"0"-3"-16,0 0-114 15,0 0-26-15,0 0-6 16,0 0 17-16,-40 59 11 16,34-25-3-16,-1 3-6 15,-1 8-15-15,2 5-5 0,3-2-11 16,3 4-11-1,0-9-6-15,0-4-4 0,0-6-1 16,3-7 1-16,3-6-2 16,7-5 3-16,1-5-3 15,2-5 2-15,5-3 0 16,0-2-3-16,4 0-2 16,-2-7 1-16,5-10-3 15,-4-4 4-15,4-2-3 16,-4-1 1-16,-3-1 0 15,-6 2 2-15,-6 1 0 16,-7 4 0-16,-2 2 0 16,0 5 1-16,-17 4 0 0,-11 4 0 15,-8 3 1-15,-9 0-2 16,-1 10 0-16,4 5 2 16,3 2-2-16,8 1-2 15,6 1 2-15,2-1-42 16,11-4-83-16,8-7-276 15</inkml:trace>
  <inkml:trace contextRef="#ctx0" brushRef="#br1" timeOffset="64401.42">3947 17191 667 0,'0'0'12'0,"0"0"73"0,0 0 50 0,0 0-63 16,0 0-10-16,0 0-41 0,0 0-4 16,106-36-3-16,-73 29-4 15,0 2-6-15,-2 2-2 16,-3 3-2-16,-1 0-9 15,-9 0-100-15,-7 9-156 16,-11 7-133-16</inkml:trace>
  <inkml:trace contextRef="#ctx0" brushRef="#br1" timeOffset="64626.958">4037 17358 405 0,'0'0'17'15,"0"0"116"-15,0 0-39 16,0 0 11-16,0 0-28 0,0 0-19 16,70 48 4-16,-43-44-10 15,1-1 5-15,2-3-16 16,4 0-11-16,2 0-10 16,4 0-11-16,1-10-5 15,-4-3-4-15,-1 2-39 16,-6-1-96-16,-11 3-187 15</inkml:trace>
  <inkml:trace contextRef="#ctx0" brushRef="#br1" timeOffset="75985.058">5705 16854 525 0,'0'0'32'0,"0"0"47"0,0 0 84 15,6-76-33-15,-6 73-33 16,0 3-21-16,0 6-56 15,0 22-14-15,-3 8 63 16,0 9-28-16,-5 3-10 16,2 4-14-16,3 1-7 15,-1-1-9-15,0-7 1 16,1-10-2-16,3-9-10 16,0-9-57-16,13-11-73 15,12-6-80-15,5 0-123 16</inkml:trace>
  <inkml:trace contextRef="#ctx0" brushRef="#br1" timeOffset="76326.087">5972 16899 668 0,'0'0'47'16,"0"0"-36"-16,0 0 46 15,-38 79 1-15,34-45-5 16,4-3-17-16,0-4-1 0,3-4-8 15,9-7 0 1,4-3-5-16,2-7-8 0,8-2-4 16,-1 0-3-16,-4 0-6 15,0-2 0-15,-5 2 1 16,-4 2-1-16,-4 1 1 16,-5 2-2-16,-2 2 0 15,-1 2 1-15,0 3 5 16,-6 0 5-16,-7 2-4 15,-8-2 1-15,-3-4-3 16,1-1-3-16,-2-5 2 16,3-2-4-16,1-4-5 15,3 0-40-15,6-1-62 16,3-15-84-16,6-4-261 0</inkml:trace>
  <inkml:trace contextRef="#ctx0" brushRef="#br1" timeOffset="76493.693">5987 16917 592 0,'0'0'18'0,"0"0"75"16,0 0-22-16,0 0-46 16,115-70-17-16,-78 66-8 15,0 4-35-15,-1 0-131 16,-6 1-222-16</inkml:trace>
  <inkml:trace contextRef="#ctx0" brushRef="#br1" timeOffset="76964.206">6348 16927 64 0,'0'0'415'15,"0"0"-315"-15,0 0 43 16,0 0-50-16,0 0-36 15,0 0-29-15,89-40 8 16,-75 47-4-16,4 10-4 16,-9 2-9-16,-2 5-2 15,-6 2-11-15,-1 0-3 16,0-3 1-16,0-3-1 0,-7-5 1 16,1-5-2-1,5-5-2-15,1-5 2 0,0 0 0 16,0 0-2-16,0-7-18 15,0-1 2-15,10-2 9 16,2 3 7-16,2 3 0 16,0 1 3-16,1 3 0 15,2 0 5-15,-2 0 1 16,-2 6 1-16,-4 8-1 16,-1 6 5-16,-5 2 7 15,-3 4 2-15,0-2 0 16,0 3 5-16,-17-4-7 0,-1-1-7 15,-3-3 3 1,-4-3-10-16,-2-3-2 0,2-6 2 16,-2-5-7-16,5-2 4 15,2 0-4-15,7-4-8 16,5-12-56-16,4-3-65 16,4-5-195-16</inkml:trace>
  <inkml:trace contextRef="#ctx0" brushRef="#br1" timeOffset="77123">6758 17017 729 0,'0'0'29'0,"0"0"26"0,0 0-51 0,0 0-4 16,0 0-554-16</inkml:trace>
  <inkml:trace contextRef="#ctx0" brushRef="#br1" timeOffset="77490.373">7097 16724 667 0,'0'0'119'0,"0"0"-28"15,0 0-20-15,0 0 12 0,-9 94-37 16,9-51-5-16,0 1 14 16,0-1-11-16,0 0-15 15,3-4-5-15,3-6-10 16,4-6-9-16,-2-9-1 16,2-8-2-16,5-10 3 15,-1 0 5-15,3-6-6 16,0-13-1-16,1-2 0 15,-5-2-2-15,-3-2 6 16,-5 7-6-16,-5-1 0 16,0 5 0-16,-8 2 1 15,-12 9 3-15,-3-1-1 16,-2 4-2-16,-1 0-2 16,-5 7 0-16,0 13-21 15,-1 3-77-15,1 2-123 0,3 0-413 16</inkml:trace>
  <inkml:trace contextRef="#ctx0" brushRef="#br1" timeOffset="77948.566">5530 17624 517 0,'0'0'2'0,"0"0"4"0,0 0 0 0,91 30 4 0,-31-29-7 16,13-1 0-16,16 0-1 16,10-1 36-16,16-13 46 15,13 0-9-15,11-3-14 16,3 0-19-16,2-1-16 16,-2 2 3-16,-9-4 10 15,-11 4 0-15,-11-3 11 0,-19 4 3 16,-16 0 6-16,-15 4-25 15,-22 4-21-15,-15 6-4 16,-18 1-8-16,-6 0-1 16,0 1-13-16,-28 14-13 15,-10 5-99-15,-6-1-123 16,-4-3-398-16</inkml:trace>
  <inkml:trace contextRef="#ctx0" brushRef="#br1" timeOffset="78485.275">6461 17909 385 0,'0'0'144'0,"0"0"-40"0,0 0 24 15,0 0-29-15,0 0-29 16,97-29-13-16,-72 35-22 16,-3 9-9-16,-3 4-2 0,-10 3-10 15,-2 1-13-15,-7 2 4 16,0-1-2-16,-4-3 1 15,-13-1-1-15,0-5 1 16,0-4-1-16,4-5-1 16,5-2 0-16,5-2-1 15,3-2 2-15,0 0 0 16,9 0 2-16,9 0-4 16,1 0-1-16,-1 0 0 15,-3 3 1-15,-3 2 0 16,-4 7-1-16,-2-1 0 15,-6 2 2-15,0 1 5 16,0 4 7-16,-12-1 6 0,-9-4 4 16,-2-2-7-1,-5-5-6-15,-2 0-9 0,-1-6 1 16,4 0-3-16,3-2 0 16,9-12-6-16,5-6-48 15,10-7-60-15,0-2-202 16</inkml:trace>
  <inkml:trace contextRef="#ctx0" brushRef="#br1" timeOffset="78627.017">6946 17908 497 0,'0'0'45'0,"0"0"-35"0,0 0-10 16,0 0-71-16</inkml:trace>
  <inkml:trace contextRef="#ctx0" brushRef="#br1" timeOffset="78991.257">7188 17735 511 0,'0'0'106'0,"0"0"29"16,0 0 51-16,-50 81-69 15,49-51-56-15,1 0-17 0,0-3-11 16,6-2-10 0,8-4-9-16,0-3-5 0,0-4-4 15,2-5 0-15,-1-2-1 16,0-4-2-16,2-3 2 16,-1 0 0-16,-1 0-2 15,4-2 1-15,-1-9-1 16,-6-2-1-16,0-3 0 15,-5 3-1-15,-4-3 3 16,-3 5 0-16,0 1 0 16,-13 3-1-16,-11 3 3 15,-7 2 17-15,-5 2 6 16,-3 0-7-16,2 6-5 16,4 4-12-16,8 5-4 0,7-3-2 15,10-1-90-15,8-5-190 16</inkml:trace>
  <inkml:trace contextRef="#ctx0" brushRef="#br1" timeOffset="89382.949">8192 17122 465 0,'0'0'49'0,"0"0"24"0,0 0 71 0,0 0-36 0,0 0-1 16,0 0-15-16,0 0-17 16,0 0-23-16,-42-31-19 15,51 27-15-15,19-3-8 16,8 1-8-16,5-1 0 16,0 0 0-16,-2 3-2 15,-2 0 0-15,-7 4-63 16,-6 0-63-16,-7 0-89 15,-13 4-91-15</inkml:trace>
  <inkml:trace contextRef="#ctx0" brushRef="#br1" timeOffset="89616.25">8187 17258 495 0,'0'0'62'0,"0"0"-53"15,0 0 74-15,0 0 5 16,0 0-24-16,0 0 18 16,12 16-5-16,8-16-11 15,8 0-10-15,6 0-29 16,7 0-17-16,3-4-5 16,1-3-5-16,3-1-4 15,-3 1-85-15,-1-3-161 0,-3-6-198 16</inkml:trace>
  <inkml:trace contextRef="#ctx0" brushRef="#br1" timeOffset="90110.974">9063 16747 331 0,'0'0'426'0,"0"0"-374"15,0 0 92-15,0 0-69 0,0 0-64 16,0 0 22-16,-31 43 9 16,31-13 10-16,0 5 1 15,0 0-23-15,6-2-9 16,0 2-8-16,-6 0-6 16,0-4-2-16,0 1-1 15,0-7-1-15,0-4-2 16,-6-10 3-16,0-2-4 15,4-5-11-15,-1-2-4 16,0-2 5-16,-1 0 4 16,-4 0 5-16,-3-5-20 15,3 0 15-15,5 0-1 0,-3 1 3 16,4 1 4 0,2 2 3-16,0 0-3 15,0 1 3-15,0-2-6 0,2 2 6 16,13-3 4-16,6 2-4 15,3 0 1-15,4 1-1 16,-1 0 2-16,3 0-5 16,0 0 2-16,0 0 2 15,-4 0-4-15,-3-2 0 16,-3 0-12-16,-3-4-41 16,-4 0-53-16,-5-3-29 15,-4 0-68-15,-4-2-189 16</inkml:trace>
  <inkml:trace contextRef="#ctx0" brushRef="#br1" timeOffset="90432.9">9172 16831 660 0,'0'0'67'0,"0"0"24"0,0 0 7 0,0 0-38 0,0 0 6 0,0 0-4 16,-21 88 8-16,33-57-10 16,0 6-13-16,-1-2-11 0,0 3-2 15,-2 0-8 1,-3-3-13-16,-1-2 6 16,-5-4-8-16,3-4-5 0,-3-2-2 15,0-3-2-15,0-3-1 16,0-4 2-16,3-5-2 15,-3-1-1 1,4-2-2-16,-2-4-32 0,-1-1-46 16,-1 0-74-16,3 0-117 15,-1-6-319-15</inkml:trace>
  <inkml:trace contextRef="#ctx0" brushRef="#br1" timeOffset="90982.31">9496 16858 521 0,'0'0'154'0,"0"0"-43"16,0 0 16-16,0 0-71 15,0 0-35-15,0 0-15 16,106-42 6-16,-72 42 8 16,-1 8 11-16,-8 9 2 15,-5 3-10-15,-10 3-7 0,-7 2 0 16,-3 4 6 0,-3 3-2-16,-18 4-9 0,-1-2-2 15,-2-2-1-15,0-6-8 16,2-6 0-16,5-5 2 15,2-5 5-15,6-1-3 16,5-9-4-16,0 0 1 16,4 0-1-16,0 0 5 15,0 0 0-15,0 0 5 16,4 0 0-16,8 0-10 16,0 0 2-16,4-3-1 15,-1 3 1-15,3 0 4 16,7 0 1-16,-5 0-5 15,7 0 3-15,-5 0 3 16,5 0-2-16,-8 0 1 0,1 0-6 16,-1 0 4-16,-2 0-1 15,0-1-2-15,-5-4-4 16,0 2-16-16,-3-2-48 16,-4-2-76-16,1-2-161 15,-2-4-347-15</inkml:trace>
  <inkml:trace contextRef="#ctx0" brushRef="#br1" timeOffset="91302.282">10051 16836 642 0,'0'0'116'0,"0"0"10"0,0 0-84 0,0 0 60 0,0 0-30 0,0 0-1 16,28 58-5-16,-22-47-24 16,-3-1-14-16,-3-3-7 15,0-2-7-15,0-2-9 16,0-3 3-16,-9 0 5 16,-1 0-3-16,-1 0-1 15,-2 0-8-15,2-4 5 16,4-2-6-16,1 1 3 15,2-2-3-15,2 1 0 0,2 2-19 16,0-2-22 0,0 2-32-16,0 1-87 0,3-3-178 15</inkml:trace>
  <inkml:trace contextRef="#ctx0" brushRef="#br1" timeOffset="92148.163">10454 16682 348 0,'0'0'54'0,"0"0"36"0,0 0 0 0,0 0-6 0,0 0-46 0,0 0-19 0,0-14 5 16,0 14 9-16,0 0 2 16,0 0 22-16,-2 0-2 15,1 0-18-15,1 0-2 16,0 0-3-16,0 4-8 15,0 6-3-15,-2 4-2 16,-1 3 5-16,0 7 4 16,-3 4 4-16,3 5-9 15,-3 0-2-15,-1 3-8 16,2-2-5-16,2 0-3 0,2-1-2 16,1 1 0-16,0-3 1 15,0-4-1-15,0-4 0 16,4-4-2-16,11-6 0 15,0-3 2-15,4-3 2 16,4-6-2-16,-4-1-1 16,4 0 2-16,-1-1-3 15,-1-12 1-15,1-2 2 16,-1-3-3-16,-4-2 0 16,-6 0 1-16,-3 1 1 15,-8 0-1-15,0 1 2 16,0 1-3-16,0 4 10 15,-8 3-4-15,-5 1-2 0,-2 3-4 16,-6 1-1-16,1 4 0 16,0 1 0-16,-2 0 0 15,1 0 0-15,1 0-1 16,3 1 1-16,0 4 0 16,5 0 0-16,3-1 0 15,0-2 0-15,2 0-2 16,7 0-19-16,0-2-43 15,0 0-63-15,0 0-160 16,13 0-342-16</inkml:trace>
  <inkml:trace contextRef="#ctx0" brushRef="#br1" timeOffset="92654.219">10926 16624 675 0,'0'0'128'0,"0"0"14"0,0 0-23 0,0 0-61 0,0 0-55 0,0 0 2 16,-28 33 10-16,21-4 14 15,1 2 4-15,1 3-2 16,4 1-9-16,-2-2-4 0,3-1-6 15,-3-4-2 1,3-2-1-16,0-5-6 0,0-1 1 16,0-5-3-16,0-3 0 15,7-2 1-15,4-5 4 16,-1 0-4-16,5-5 3 16,0 0 0-16,0 0-1 15,0-5-1-15,0-6-1 16,-2 1 0-16,-1-3 0 15,-4 0 0-15,-1 2 0 16,-6 1 1-16,-1-2 2 16,0 1-5-16,0 1-1 15,-10 1 1-15,-3 1 0 16,-5 6 0-16,-2-1 0 16,-5 3 0-16,3 0-1 0,-2 0-1 15,3 2-17-15,0 6-9 16,4 1-22-16,6-3-21 15,5-1-61-15,6-3-79 16,0-2-169-16</inkml:trace>
  <inkml:trace contextRef="#ctx0" brushRef="#br1" timeOffset="93635.075">11252 16557 47 0,'0'0'634'0,"0"0"-517"0,0 0 9 16,0 0-31-16,0 0-32 0,0 0-47 0,0-26-16 16,0 44 2-16,0 6 16 15,0 7 13-15,0 5 20 16,0 1-15-16,0 3-19 16,0-2-4-16,0-1-8 0,0-5 1 15,0-2-4-15,0-6-1 16,0-4 0-16,3-6 2 15,6-2-2-15,-2-3 0 16,4-4 1-16,2-2 1 16,1-3 2-16,3 0-1 15,-2 0 0-15,2-6-4 16,-2-5 4-16,-1-1-4 16,0-3 2-16,-2-1-1 15,-5-1 1-15,-2-2 0 16,-1 1-2-16,-4 0 2 15,0 1 0-15,0 1-1 0,-7 5 8 16,-6 2 7-16,-4 4-4 16,-4 2-6-16,0 3-5 15,-4 0 4-15,1 0-5 16,6 1-3-16,0 9 3 16,2 0-2-16,2-1 2 15,0 3 0-15,0-4-32 16,9 3-61-16,-1-7-121 15,6-4-303-15</inkml:trace>
  <inkml:trace contextRef="#ctx0" brushRef="#br1" timeOffset="97278.44">8596 17759 530 0,'0'0'40'0,"0"0"10"0,0 0 71 0,0 0-13 0,0 0-38 0,0 0-36 16,0 0-8-16,24-5 37 15,7 5-27-15,7 0-18 16,2 0-8-16,-1 0-10 15,-7 2 0-15,-8 8-99 16,-15 4-194-16,-9-3-176 0</inkml:trace>
  <inkml:trace contextRef="#ctx0" brushRef="#br1" timeOffset="97436.342">8662 17974 781 0,'0'0'41'15,"0"0"-30"-15,0 0 72 16,0 0-51-16,92 0-27 16,-59 0-5-16,2 0-29 15,-4 0-115-15,0 0-173 16</inkml:trace>
  <inkml:trace contextRef="#ctx0" brushRef="#br1" timeOffset="100280.518">9324 17740 586 0,'0'0'47'0,"0"0"18"0,0 0 43 0,0 0-14 0,0 0-75 0,0 0 27 16,0 65 4-16,0-27-19 15,-1 5 4-15,1-3-7 16,0-5-8-16,0 1-12 16,0-5-1-16,0-5-4 0,0-7 0 15,0-5-1 1,0-8-2-16,0-2 1 16,0-4 4-16,0 0 0 0,0 0 14 15,0-6 0-15,-5-5-18 16,1-4-1-16,-2 2 1 15,6 3-1-15,0 2 0 16,0 1 0-16,0 4-2 16,0-1 2-16,15 4 0 15,0 0 0-15,4 0-3 16,6 0 5-16,-2 0-2 16,4 0 0-16,-2 0 0 15,2 0 1-15,1 0-1 16,0 0 0-16,-2 0-8 15,-2 0-77-15,1 0-41 0,-7-6-143 16,-6-8-198-16</inkml:trace>
  <inkml:trace contextRef="#ctx0" brushRef="#br1" timeOffset="100566.062">9551 17761 711 0,'0'0'24'0,"0"0"8"0,0 0 41 0,0 0 40 15,-11 75-49-15,11-39 0 16,2-3-9-16,9 3 5 16,-2-3-12-16,2-3-14 15,-2 1-7-15,-1-1-6 0,-4-2-8 16,4-1-4-16,-7 0-5 15,-1-8-3-15,2-2 2 16,-2-4-3-16,1-6-24 16,2-1-54-16,2-6-93 15,4 0-136-15,1-13-168 16</inkml:trace>
  <inkml:trace contextRef="#ctx0" brushRef="#br1" timeOffset="100991.439">9876 17764 648 0,'0'0'83'16,"0"0"2"-16,0 0 29 16,0 0-39-16,0 0-29 15,0 0 4-15,78 29 4 16,-60-7-11-16,-3-1-6 15,-4 2-13-15,-3-1-12 16,-8 2-3-16,0-1-4 16,0 0 4-16,-11-2-8 15,-8-3 4-15,-6-3-2 16,4-2-1-16,1-3-2 16,3-3-5-16,11-4 5 0,1 0-8 15,4-3 8-15,1 0 1 16,0 0 8-16,0 0-8 15,0 0 7-15,3 0-1 16,9 0-6-16,4 0-1 16,2 0 1-16,7 0 2 15,1 0 4-15,2 0-7 16,0 0 3-16,-1 0-3 16,-3 1 0-16,-3 0-24 15,0-1-71-15,3 0-116 16,-5-1-297-16</inkml:trace>
  <inkml:trace contextRef="#ctx0" brushRef="#br1" timeOffset="101249.28">10395 17805 809 0,'0'0'110'0,"0"0"30"0,0 0-68 0,0 0-45 15,0 0 34-15,0 0-18 16,0 44 3-16,0-34-12 16,0 0-18-16,0-5-6 15,0 1-4-15,0-1-2 16,-11-3 5-16,-2-1-1 16,-4-1-8-16,2 0-16 15,0-7-17-15,7-8-33 0,7-5-100 16,1-4-158-16</inkml:trace>
  <inkml:trace contextRef="#ctx0" brushRef="#br1" timeOffset="101782.92">10613 17667 676 0,'0'0'189'0,"0"0"-79"16,0 0 47-16,0 0-93 0,0 0-38 16,0 0-16-16,-30-3 20 15,50 6 19-15,8 0-9 16,5 3-20-16,0-5-9 16,1 0-5-16,2-1-4 15,-12 0 0-15,3 0-4 16,-10 0-10-16,-3 0-5 15,-2-2-5-15,-2-7-2 16,-4 0 3-16,-3 2 9 16,-1 0 10-16,-2 1 2 15,0 3 0-15,0-2 14 16,0 4 19-16,0 1-2 16,0 0-11-16,0 0-20 15,0 0-1-15,0 11 1 0,0 7 4 16,-2 5 7-16,1 2 7 15,-5 5-1-15,4-2 0 16,-1 0-2-16,2 2 1 16,-1-3-3-16,2-2-4 15,0-2-3-15,0-4-4 16,0 0 0-16,0-5 1 16,0-3-3-16,0-2 0 15,0-4-1-15,0-3-15 16,0-2-16-16,0 0-30 15,0 0-6-15,0 0-27 0,0-15-115 16,-7-4-259-16</inkml:trace>
  <inkml:trace contextRef="#ctx0" brushRef="#br1" timeOffset="102083.554">10688 17849 688 0,'0'0'181'0,"0"0"-137"0,0 0 102 0,0 0-29 0,0 0-55 15,100 10-9-15,-62-10 0 16,-3 0-16-16,4 0-9 16,0 0-10-16,-5 0-1 0,0-4-9 15,-4 4 3-15,-8-2-3 16,-4 2-2-16,-6 0-3 15,-4 0-1-15,-5 0 0 16,2-1-2-16,-2-1 2 16,-1 1-4-16,-2 1-5 15,3-3-31-15,0 0-64 16,-3-4-107-16,6-3-303 16</inkml:trace>
  <inkml:trace contextRef="#ctx0" brushRef="#br1" timeOffset="103063.224">11462 17601 737 0,'0'0'97'0,"0"0"77"0,0 0-64 0,0 0-70 0,0 0-39 0,0 0 49 0,3 57-1 16,7-31 0-16,-2-5-7 15,-2 1-12-15,-3 0-8 16,0-1-12-16,0-5-5 16,-3-3 2-16,0-3-6 15,0-6 1-15,0-1 2 16,0-3-4-16,0 0-5 15,0-1 5-15,0-15 0 16,-3-3-14-16,3-3-2 16,0-3-7-16,0 3 8 15,3 4 14-15,10 2 1 0,1 3-1 16,7 4 1 0,-1 4-2-16,2 5 0 0,-2 0 2 15,1 4 4-15,-6 10 0 16,0 6 6-16,-3-2-1 15,-1 3 3-15,-3-1-2 16,-3-3-4-16,-2-1-2 16,-3-6-2-16,0-5 0 15,0-1-2-15,0-4 0 16,0 0 0-16,0 0-1 16,0-6-1-16,0-7-15 15,-3-8 2-15,3-1 5 16,0-2-7-16,0 2 15 15,9 1 2-15,7 2-3 16,-1 5 3-16,3 4-1 0,-1 5-1 16,0 3 3-1,-3 2-4-15,2 0 6 0,-2 7-2 16,0 10 6-16,0 3 2 16,-3 1 0-16,-3 0-1 15,1 0 2-15,-3-2-1 16,-1-4-7-16,-2-3 0 15,-3-5-2-15,0-3 0 16,4-2-7-16,-2-2-41 16,2 0-35-16,10-5-58 15,3-10-143-15,5-11-132 16</inkml:trace>
  <inkml:trace contextRef="#ctx0" brushRef="#br1" timeOffset="103444.977">12174 17496 609 0,'0'0'134'0,"0"0"43"0,0 0-43 0,0 0-63 0,0 0-55 0,0 0-9 15,-36-10-7-15,30 26 0 16,1 1 1-16,5 0 1 16,0 1 1-16,0-2 1 15,0 2-4-15,8-5 2 16,4 1 0-16,3-5 5 15,-3 2 2-15,7-5 1 0,-2 1 4 16,-1 3 0 0,-2-4 2-16,0 0-5 0,-5 4-2 15,3 0-3-15,-4-1-1 16,-4 3-1-16,-4-3 2 16,0 4 3-16,0-3 9 15,-10 1 12-15,-8-1 0 16,-3 0-10-16,1-3-7 15,-2-2-7-15,9-1-4 16,1-4-2-16,6 0-2 16,3 0-23-16,3-7-37 15,0-12-63-15,6-4-37 0,9-5-187 16</inkml:trace>
  <inkml:trace contextRef="#ctx0" brushRef="#br1" timeOffset="103608.697">12375 17349 25 0,'0'0'716'15,"0"0"-681"-15,0 0 61 16,0 0-51-16,0 0-45 16,97-29-21-16,-70 23-118 15,4-6-124-15,-1-2-217 16</inkml:trace>
  <inkml:trace contextRef="#ctx0" brushRef="#br1" timeOffset="103811.575">12659 17122 604 0,'0'0'137'0,"0"0"80"16,0 0-47-16,0 0-67 16,0 0-86-16,0 0 5 15,-3 53 36-15,0-16-7 16,1 9-5-16,2-7-4 15,0 2-12-15,0-2-19 16,0 0-6-16,0-1-5 16,0-4-2-16,0-3-53 15,0-12-134-15,0-9-509 16</inkml:trace>
  <inkml:trace contextRef="#ctx0" brushRef="#br1" timeOffset="113354.01">25912 2023 249 0,'0'0'8'0,"-23"-127"6"0,18 73 10 0,3 7-6 16,2 4 18-16,0 6-17 16,0 7-8-16,2 4-6 0,3 6 16 15,-2 5 7-15,-3 8 28 16,0 3-7-16,0 4-2 15,0 0-47-15,0 20 2 16,0 14-2-16,0 16 40 16,-3 11 15-16,-4 9-23 15,7-1 12-15,0 5-11 16,0-1-18-16,0 1-7 16,9 0 1-16,0 12 2 15,6 6 6-15,-2 4 8 16,-1 0 14-16,6-1-29 15,-3-5-6-15,4 3 7 16,0-2-2-16,4 2 1 16,1-4 35-16,1-1-16 0,-1-4-20 15,-1-1 3-15,-1 2 7 16,0 2 1-16,0 2-4 16,0-1-2-16,-2-1-3 15,0-1 0-15,-2 2-3 16,-2-4-1-16,1 1-1 15,-1-6-4-15,-1 3 1 16,1-2 0-16,-1 0 1 16,3 2-2-16,0 0 2 15,1 3-1-15,-1-5-2 16,3 1 6-16,-1-6-4 16,-1 0 5-16,-3-3-5 0,1 3-1 15,-4 0 0-15,-2-3 0 16,0 1-1-16,-3 0 0 15,-3 0-1-15,5 0 3 16,-3 6 3-16,1 2-2 16,2 0-3-16,4 0 0 15,-2-3 4-15,2-1-3 16,-3 0-1-16,0 0-1 16,-1 1 0-16,-4-3-1 15,0 2 1-15,-2-1 0 16,1 0 1-16,-2 0 0 15,1 0-1-15,1 4 1 16,-2 3-1-16,3 0 3 0,0 1-3 16,0-4-1-1,4-3 1-15,-2 2 0 0,-1 1 0 16,5-1 0-16,1-3 5 16,1 0-5-16,-1 2-1 15,-1-1-1-15,1 2 2 16,-2 3 0-16,0 3 0 15,0-1 2-15,-2 4-1 16,1-2 0-16,0-4 0 16,-1 4-1-16,1-1 0 15,2-1 0-15,0 0-2 16,1-2 2-16,-1 1 0 16,0 0 1-16,2 1-1 15,-4 2 0-15,2 4 0 0,-2 0-1 16,1-1 1-1,1-1 0-15,-3 0 0 0,0 1 0 16,-1 2 0-16,-1-4 0 16,0 3 1-16,2 1-1 15,-3-2 0-15,1 2 0 16,-1 5 0-16,-2-2 0 16,0 1 1-16,-1-6-1 15,0 1 0-15,-1-2 0 16,-2-1 1-16,1 2-1 15,1 0 2-15,-1-1-2 16,-1 2 0-16,0 0 0 16,0 9-1-16,3-1 2 0,-3 2 0 15,3-3-1-15,-2 0 0 16,1-1 1-16,1 1 0 16,0 2-1-16,0 0 1 15,0 2 0-15,-3 0-1 16,1 6 1-16,-1 5 1 15,0 4-1-15,0 2 0 16,0 3 1-16,0 1-1 16,0 1 2-16,-1 4-2 15,-1 1 0-15,2 3-1 16,0 5 3-16,0-1 0 16,0 3 0-16,0 1 2 0,0-4 0 15,0 2 2 1,2-2-5-16,-2 1 3 0,1 6 0 15,-1-1-3-15,0 3 0 16,0 0 0-16,0-2 0 16,0-4-2-16,0 0 5 15,0-5 0-15,0 2 1 16,0-2-1-16,0-6 4 16,0-4-3-16,0-12 4 15,5-9-3-15,1-10 1 16,-2-8 0-16,-1-9-2 15,0-9-3-15,0-7-1 16,0-7 0-16,0-10-2 16,0-7 2-16,0-8-2 15,-1-6-1-15,2-7-2 0,-4-6-8 16,0-6-16-16,0-2-29 16,0-9-18-16,-6-22-104 15,-12-21-331-15</inkml:trace>
  <inkml:trace contextRef="#ctx0" brushRef="#br1" timeOffset="115009.483">27593 5630 677 0,'0'0'21'0,"0"0"42"0,0 0 35 0,5-80-1 16,-10 70-21-16,-10 4-55 15,0 6-1-15,-9 0-7 16,-5 21-8-16,-6 10 1 16,-1 9 11-16,3 2-7 15,8 3 0-15,5-3-2 16,6-3-2-16,6-7-6 0,8-4 1 16,0-11 2-16,6-7-2 15,17-7 6-15,8-3 2 16,5 0-9-1,1-17-5-15,-2-4-10 0,-6-3 2 16,-3 0 4-16,-7-3 5 16,-7 5 4-16,-4 3 2 15,-4 4-1-15,-2 7 0 16,-2 4 3-16,0 4 9 16,0 0-10-16,0 2-3 15,0 18 0-15,0 7 4 16,0 7 11-16,0 6 2 15,0 4 6-15,-2 1 4 16,-4-3-3-16,2-1-13 0,-3-1 1 16,3-6-9-16,-2-2 0 15,0-2-1-15,6-6 1 16,0-3 1-16,0-8-4 16,0-5-2-16,0-4-37 15,9-4-25-15,5 0-17 16,5-13-88-16,3-13-138 15,2-5-199-15</inkml:trace>
  <inkml:trace contextRef="#ctx0" brushRef="#br1" timeOffset="115495.922">27963 5567 681 0,'0'0'13'0,"0"0"61"0,0 0 19 15,0 0-76-15,0 0-4 16,0 0 42-16,0 90-18 16,0-52 13-16,0 3-1 15,0 8-13-15,0 1-7 16,0-1-11-16,-1-2-4 16,-3-7-7-16,1-3-3 15,0-6-1-15,3-5-1 16,0-8-1-16,0-2 5 15,13-6-3-15,7-8 3 16,2-2-6-16,3 0-9 16,-1-1-2-16,-1-10-1 0,-3-5 4 15,-1-1 7-15,-3-3 1 16,-5 1 0-16,-3-1 0 16,-5 1 0-16,-3 1 2 15,0 1-2-15,0 5 3 16,-2 2 6-16,-9 1-4 15,-5 4 2-15,3 3-3 16,-7 2 2-16,-1 0-4 16,-3 0 0-16,2 12 3 15,-2-1-4-15,3 1 3 0,1-1-2 16,5-1-2-16,6-4 0 16,4-2-6-1,5-4-49-15,0 0-78 0,18 0-93 16,6-11-234-16</inkml:trace>
  <inkml:trace contextRef="#ctx0" brushRef="#br1" timeOffset="134561.527">28617 5697 677 0,'0'0'59'0,"0"0"19"0,0 0-21 0,0 0-48 15,0 0 16-15,0 0 37 0,0 0-21 16,37 91-10-16,-31-67-7 16,-5-1-9-16,-1-3-4 15,0-1-6-15,0-5-1 16,0 0-2-16,0-4 1 15,-3-2-3-15,-2-3-5 16,1-5-8-16,1 0 4 16,-1 0 4-16,4-4-15 15,-2-7 0-15,2-2 4 16,0 0 13-16,5 1-2 16,8 3 5-16,1 3 4 15,5 3 8-15,1 3-3 0,2 0 8 16,2 3 1-16,-5 8 1 15,1 2-5-15,-7 0-6 16,-1-2-4-16,-5-1-3 16,-1-2 3-16,-2 0-4 15,-4-4 1-15,0-3-1 16,0 1-10-16,0-2-10 16,0 0 6-16,0 0 4 15,0-10-24-15,-2-8-3 16,2-4 6-16,0-6 26 15,9 4 4-15,4 0 0 0,5 6 1 16,-1 3 5 0,0 6 12-16,0 9-2 0,2 0-4 15,2 0 5 1,-1 14 4-16,-1 2 7 0,-2 4-5 16,-1-1-9-16,-4-1 1 15,-2 2-2-15,-4 0-3 16,-4-3-4-16,-2-2-1 15,0-5-3-15,0-2-1 16,0-5 0-16,0-3-40 16,0 0-21-16,0 0-17 15,0-11-143-15,0-8-126 16</inkml:trace>
  <inkml:trace contextRef="#ctx0" brushRef="#br1" timeOffset="134741.463">29143 5774 181 0,'0'0'307'0,"0"0"-286"0,0 0 103 0,0 0-34 0,18 76-25 0,-16-48-8 0,-1 1-1 0,-1-4-29 16,0-3-8-16,0-2-11 16,0-6-8-16,0-5-2 15,0-6-77-15,0-3-127 16,0 0-142-16</inkml:trace>
  <inkml:trace contextRef="#ctx0" brushRef="#br1" timeOffset="134895.113">29200 5513 617 0,'0'0'43'0,"0"0"35"16,0 0-78-16,0 0-5 15,0 0-144-15,0 0-16 16</inkml:trace>
  <inkml:trace contextRef="#ctx0" brushRef="#br1" timeOffset="135118.387">29341 5462 118 0,'0'0'447'0,"0"0"-321"15,0 0 15-15,0 0-17 16,0 0-11-16,-10 106-22 15,10-59-13 1,0-2-4-16,4 4-12 0,1-1-20 16,1-5-12-16,-1-2-18 15,1-10-8-15,-2-6-2 16,-1-5-2-16,1-6-1 16,-1-6-29-16,0-4-53 15,2-4-70-15,1 0-85 16,2-5-260-16</inkml:trace>
  <inkml:trace contextRef="#ctx0" brushRef="#br1" timeOffset="135493.92">29567 5812 549 0,'0'0'216'0,"0"0"-140"15,0 0 40-15,100-85-47 16,-75 63-36-16,-4 2-12 16,-4 1-9-16,-6 2-3 15,-5 0 4-15,-4 5 1 16,-2-1 7-16,0 4 8 16,-5 0-16-16,-9 8-10 15,-1 1-3-15,-5 0-2 16,2 4 0-16,-1 14 2 15,1 4 1-15,2 10 4 0,2 2 1 16,5 3 4-16,6-2 1 16,3 0-2-16,0-9-8 15,5-3 2-15,11-6 0 16,2-7-2-16,4-7 1 16,5-3-2-16,0 0-50 15,4-14-58-15,1-4-125 16,1-5-248-16</inkml:trace>
  <inkml:trace contextRef="#ctx0" brushRef="#br1" timeOffset="135801.551">30025 5582 733 0,'0'0'133'16,"0"0"3"-16,0 0-80 15,0 0-31-15,0 0-12 16,0 0-9-16,-45 29-2 15,45-10 0-15,0 1 3 16,0 5-2-16,0-2 0 16,7-1-3-16,1 4 1 15,-5-2 1-15,0 1-2 16,0 0 0-16,-1-9 1 16,-2 3-1-16,0-4 3 15,0-5-1-15,0-2-1 16,0-2 3-16,-9 0-1 0,-11-1 1 15,-2 2-2 1,-8 1-2-16,-9-1-40 0,-6 2-63 16,-5-2-132-16,-8-1-390 15</inkml:trace>
  <inkml:trace contextRef="#ctx0" brushRef="#br1" timeOffset="136409.273">27763 6599 251 0,'0'0'190'0,"0"0"-75"0,0 0 21 0,0 0-62 16,0 0 30-16,0 0 4 0,29 62-28 16,-29-23-18-16,0 7 3 15,-2 1-1-15,-7-1-12 16,0 4-9-16,-1-4-20 16,2 0-10-16,5-10-3 15,0-8-8-15,3-12 0 16,0-6-2-16,0-7-33 15,0-3-66-15,0-3-7 16,5-17-70-16,-2-7-238 16</inkml:trace>
  <inkml:trace contextRef="#ctx0" brushRef="#br1" timeOffset="136678.545">27735 6595 573 0,'0'0'56'0,"0"0"61"16,0 0-4-16,112-17-38 15,-76 17-32-15,-5 5-14 16,-7 9-12-16,-8 7-5 16,-8 4 6-16,-8 2-6 15,0 0-1-15,-5-2 4 16,-16-1 0-16,-6-3-4 15,-2-2-5-15,0-3-1 16,8-5-5-16,6-4-1 16,9-5-87-16,6-2-97 0,3 0-142 15</inkml:trace>
  <inkml:trace contextRef="#ctx0" brushRef="#br1" timeOffset="137022.152">28103 6767 785 0,'0'0'95'16,"0"0"45"-16,0 0-68 15,97-56-44-15,-76 39-17 16,-1 1-4-16,-10-1-2 16,-7 6 3-16,-3-1 8 15,0 2 22-15,-12 0-20 0,-12 7-15 16,-2 3-3-16,-3 0-4 15,2 0 2-15,5 12 1 16,2 6 1-16,8 4 7 16,5 5 4-16,1 2 1 15,6 1 1-15,0-1 1 16,10-7-8-16,8 1-4 16,3-8 6-16,4-5-8 15,2-9-6-15,2-1-32 16,2 0-18-16,-1-8-38 15,0-8-74-15,-5-3-103 16,-2-3-169-16</inkml:trace>
  <inkml:trace contextRef="#ctx0" brushRef="#br1" timeOffset="137293.16">28424 6628 246 0,'0'0'446'0,"0"0"-270"15,0 0-93-15,0 0-51 16,0 0 27-16,0 0-30 15,63 66 1-15,-51-38 13 16,2 3-15-16,-3-1 7 16,-5 0 11-16,0-4-12 15,-6-3-20-15,0-2-7 16,0-7-2-16,-9-5 2 16,-1-4 1-16,0-5-3 15,2 0-3-15,2-4-2 16,3-13-13-16,3-8-6 15,7-5-11-15,17-6-12 0,7-1-36 16,2 3-23-16,2 6-159 16,1 6-183-16</inkml:trace>
  <inkml:trace contextRef="#ctx0" brushRef="#br1" timeOffset="137788.092">29018 6539 490 0,'0'0'129'0,"0"0"69"15,0 0-29-15,0 0-72 16,0 0-30-16,0 0-67 16,-5-18 10-16,5 51-3 15,0 7 18-15,0 5 11 16,-3 0 6-16,-3-1 3 15,0-4-19-15,-2-4-6 16,2-5-11-16,0-7-3 16,1-4-3-16,3-10-1 15,2-6-1-15,0-4-1 16,0 0-14-16,0-10 6 16,5-10-26-16,7-5 6 15,1-3 7-15,1 0 7 0,-1 0 9 16,2 5 3-1,0 3 2-15,-3 6 0 0,-1 5 7 16,0 5-1-16,3 4 4 16,-2 0-5-16,1 4 2 15,-2 12 0-15,-3 3-3 16,-2 4 7-16,-1 1-9 16,-2-1 4-16,0 2 2 15,0-4-7-15,0-4 0 16,0-5-1-16,0-2-8 15,3-8-48-15,0-2-61 16,0 0-45-16,1-7-120 16,1-10-225-16</inkml:trace>
  <inkml:trace contextRef="#ctx0" brushRef="#br1" timeOffset="138116.893">29291 6647 563 0,'0'0'135'0,"0"0"30"0,0 0-56 0,0 0-38 0,0 0-41 16,85-15 9-16,-64 32 4 16,-3 7-6-16,2 3-4 15,-1 0 11-15,-3-2-4 16,-4-1-9-16,-3-3-13 16,-6-4-1-16,-3-2-8 15,0-5-4-15,0-3-2 16,0-2 3-16,-9-5-2 0,0 0 9 15,3 0-6 1,0-8 0-16,6-8-1 0,0-7-4 16,7-4 1-16,16-4 8 15,5-1-3-15,3-2-3 16,2 0-5-16,0 3 0 16,3 4-3-16,-3 0-15 15,1 2-51-15,-1 2-71 16,0-4-171-16</inkml:trace>
  <inkml:trace contextRef="#ctx0" brushRef="#br1" timeOffset="139064.268">30552 5229 274 0,'0'0'178'0,"0"0"-27"0,0 0-61 0,0 0-29 16,0 0-22-16,81-58-4 15,-59 57 2-15,0 1-11 16,3 0-1-16,-4 15-5 16,-6 11-6-16,-6 8-2 15,-2 5-3-15,-7 8 13 16,0 2 8-16,-4 3-7 15,-14 4-2-15,-3-3-9 16,2-1 10-16,4-2 4 0,7-5-5 16,4-1-9-1,4-2-1-15,0-5-4 16,0-6-7-16,7-6 8 0,13-7-5 16,1-3-2-16,7-7-1 15,3-5-20-15,-1-3-12 16,2 0-5-16,-4-4 7 15,-6-12 5-15,-4 0 10 16,-4 0 10-16,-5-1 5 16,-5 6 0-16,-1 2 3 15,-3 5-2-15,0 2-1 16,0 2-1-16,0 6-4 16,-4 14 5-16,-5 5 3 15,-2 8-2-15,-2 1 1 16,-1 6-2-16,-1 3 3 15,3 2-3-15,-1 4 0 16,1 3 0-16,6 2 2 0,0 1 7 16,6 0 16-16,0 1 10 15,0-6 5-15,0 1-19 16,11-4-6-16,1-3-1 16,2-1 11-16,3-4 0 15,-1-3-3-15,-4-6 2 16,0-2-2-16,-6-7-7 15,0-2-4-15,-3-3-3 16,-1-3-3-16,-2-2-1 16,0-3 1-16,0 1 2 0,0-4-3 15,-3 1 5-15,-8 0 2 16,-4 1 0-16,-1-4-1 16,-7-2-1-16,0-1 1 15,-3 0-2-15,2 0-8 16,2 0 6-16,1-11-3 15,6 2-1-15,3-4-2 16,3-1-12-16,5-1-17 16,4-6-43-16,0-4-75 15,13-5-111-15,17-8-381 16</inkml:trace>
  <inkml:trace contextRef="#ctx0" brushRef="#br1" timeOffset="139327.014">31317 6045 548 0,'0'0'136'0,"0"0"-7"0,0 0-45 16,0 0-44-16,82-14-26 16,-58 14-6-16,0 0-8 0,-5 0-6 15,-8 0-79-15,-8 2-85 16,-3 7-224-16</inkml:trace>
  <inkml:trace contextRef="#ctx0" brushRef="#br1" timeOffset="139498.107">31278 6261 512 0,'0'0'160'15,"0"0"31"-15,0 0-72 16,0 0-57-16,109 18-36 16,-74-18-10-16,-1 0-9 15,1 0-7-15,-7 0-4 16,-3 0-86-16,-9 0-215 0</inkml:trace>
  <inkml:trace contextRef="#ctx0" brushRef="#br1" timeOffset="141200.401">32090 5572 694 0,'0'0'90'0,"0"0"-13"16,0 0-4-16,0 0-61 15,0 0 57-15,0 0-26 16,-9 101-17-16,6-71 4 16,-1 2-9-16,-1-2-3 15,-1-6-6-15,3 1-7 16,0-7-3-16,-2-3 2 0,2-7-4 15,0-2-8-15,-4-6-9 16,1 0 8-16,2 0 4 16,-1-8-4-16,0-3 8 15,4 4 1-15,1-2 0 16,0 4 3-16,0 0 3 16,0 3 5-16,11 2-4 15,8 0 6-15,4 0 2 16,5 0 1-16,3 0-2 15,2 4-4-15,1 0-1 16,2 0-7-16,-3-4-1 16,-2 3-2-16,-1-3-5 15,-7 0-59-15,-6 0-71 16,-3 0-87-16,-7-9-136 0</inkml:trace>
  <inkml:trace contextRef="#ctx0" brushRef="#br1" timeOffset="141487.153">32320 5629 514 0,'0'0'208'0,"0"0"-148"0,0 0 24 16,0 0-67-16,0 0 47 15,0 0 25-15,-23 84-24 0,16-45 2 16,1 3-5-16,0 6-5 15,1-2-12-15,1-2-12 16,1-5-10-16,3-5-14 16,-2-6-4-16,2-8-2 15,0-6-2-15,0-4-1 16,0-5 0-16,0-4-41 16,6-1-44-16,8 0-46 15,2-13-182-15,2-10-327 16</inkml:trace>
  <inkml:trace contextRef="#ctx0" brushRef="#br1" timeOffset="141905.983">32542 5639 610 0,'0'0'45'0,"0"0"76"0,0 0-43 16,0 0-12-16,89 11-25 16,-74 12-6-16,0 3-8 15,-6 4-2-15,-6 0 3 16,-3 0-5-16,0 1-8 16,-4-5 0-16,-13-1-3 15,-4-5-3-15,-3-3-1 16,-1-3-4-16,3-4-1 0,2 0-1 15,4-3 0-15,7-2-2 16,4-2 0-16,2 0 0 16,3 2 0-1,0-4 1-15,0 0 20 0,14 5 19 16,4-3-1-16,0-1-13 16,3 1-6-16,-2-1-2 15,2-1-8-15,1 3-5 16,-1-4-4-16,-1 0-2 15,-1 0-29-15,2 0-79 16,1-4-81-16,-2-9-307 16</inkml:trace>
  <inkml:trace contextRef="#ctx0" brushRef="#br1" timeOffset="142168.094">33016 5726 879 0,'0'0'51'0,"0"0"11"0,0 0 42 15,0 0-34-15,0 0-19 16,3 74-15-16,-3-56 0 16,0-4-10-16,-7 0-2 15,-8-7-10-15,-2-5-6 16,0-2-6-16,2 0-2 0,1-3-7 15,8-13-22-15,6 0-39 16,0-7-58-16,17-9-138 16,14-4-396-16</inkml:trace>
  <inkml:trace contextRef="#ctx0" brushRef="#br1" timeOffset="142665.325">33219 5524 833 0,'0'0'76'16,"0"0"85"-16,0 0-85 0,0 0-50 15,0 0-16 1,0 0 28-16,31 18 9 0,5-10-28 16,2-1-10-1,-6-3-5-15,-2-1-2 0,-4-2-2 16,-10-1-22-16,-3 0-11 15,-7 0-7-15,-4 0 16 16,-2 0 13-16,0 0 10 16,0 0 1-16,0-3 0 15,0 2 1-15,0 0 4 16,0 1 19-16,0 0-2 16,0 0-11-16,0 2-5 15,-3 10 16-15,-2 3 9 16,2 7-5-16,2-1 2 15,-1 6-1-15,-1 0-2 0,-1 0 4 16,1 3-2-16,0 1-1 16,0-1-7-16,3 1-2 15,0-1-3-15,-1-4-2 16,1-5-7-16,0-2-2 16,0-8-1-16,0-3-2 15,0-2 0-15,0-5-5 16,0 2-19-16,0-3-11 15,0 0-16-15,-3-6-56 16,-2-12-50-16,-3-6-82 16,3-6-398-16</inkml:trace>
  <inkml:trace contextRef="#ctx0" brushRef="#br1" timeOffset="142927.159">33200 5757 772 0,'0'0'94'0,"0"0"5"0,0 0 9 15,100 8-41-15,-47-8-14 16,0 0-19-16,-1 0-9 16,-3 0 0-16,-7-6-8 15,-9-1 1-15,-6 2-13 0,-7 3 3 16,-7-1-7-1,-6 0 3-15,-4 0-4 0,-3 3-1 16,0-1-43 0,0 1-59-16,-3 0-108 0,-14 0-321 15</inkml:trace>
  <inkml:trace contextRef="#ctx0" brushRef="#br1" timeOffset="144358.195">32333 6533 635 0,'0'0'110'0,"0"0"23"0,0 0-37 16,0 0-72-16,0 0 50 0,0 0-17 15,-6 84-6-15,4-55 3 16,1-2-20-16,-3 0-16 15,1-4-3-15,-2-3-9 16,1-3-3-16,-2-4 0 16,1-6-1-16,2-3-2 15,-1-4-10-15,4 0-4 16,-3 0 10-16,0-12-10 16,0-9-17-16,3-2 22 15,0-1 2-15,0 3-3 16,9 4 6-16,9 5 2 0,2 7 2 15,2 5 5-15,1 0 3 16,1 12 1-16,-2 10 2 16,-2 1 0-16,-4-1 1 15,-4 4 1-15,0-4-2 16,-6-4-5-16,-4 1-5 16,-2-7 1-16,0-2 2 15,0-2 0-15,0-3-4 16,0-5-3-16,-7 0-17 15,-1 0 17-15,0-12-7 16,2-6-7-16,5-3 4 16,1-2 8-16,0 2 1 15,3 2 3-15,12 3-3 0,6 4-1 16,1 0 5 0,2 8 0-16,-2 2-3 0,-1 2 3 15,1 0 0-15,-3 10 6 16,-2 7-2-16,-2 2 5 15,-1 4 2-15,-7 2-2 16,-2-3-4-16,-5 2 4 16,0-3-3-16,0-2 0 15,-3-2-6-15,-6-5 4 16,2-3-4-16,3-4-20 16,4-3-48-16,0-2-78 15,0 0-178-15,14-16-384 0</inkml:trace>
  <inkml:trace contextRef="#ctx0" brushRef="#br1" timeOffset="144705.335">32869 6621 682 0,'0'0'75'0,"0"0"33"0,0 0-50 0,0 0-21 16,0 0-21-16,0 0-2 15,-63 89 1-15,63-65-3 16,15-2-3-16,-2-2-3 16,7-3-1-16,-2-1-2 0,-4-5-1 15,-1-2 1 1,-3 0-3-16,-6-1 0 0,-2-2 0 16,-1 1 4-16,-1-1-4 15,0 1 3-15,-3 0 5 16,-13 0 19-16,-6 0 3 15,1-1-6-15,-6-3 6 16,1-1-4-16,4-2-8 16,7 0-16-16,6 0-2 15,3-4-9-15,6-7-80 16,0-6-87-16,11-4-198 16</inkml:trace>
  <inkml:trace contextRef="#ctx0" brushRef="#br1" timeOffset="144891.568">32988 6508 622 0,'0'0'114'16,"0"0"-50"-16,0 0-30 15,0 0 6-15,94-2-31 16,-61 2-9-16,-3 0-70 15,-4 0-93-15,-5 0-98 16</inkml:trace>
  <inkml:trace contextRef="#ctx0" brushRef="#br1" timeOffset="145095.307">33261 6388 475 0,'0'0'203'0,"0"0"33"15,0 0-98-15,0 0-98 16,0 0 34-16,0 0 4 15,-44 98-8-15,37-53-16 16,6-2-5-16,1 4 2 16,0-5-29-16,0 2-10 15,8-6-9-15,-1-3 1 16,-4-4-4-16,-3-3-34 16,0-8-109-16,0-3-256 15</inkml:trace>
  <inkml:trace contextRef="#ctx0" brushRef="#br0" timeOffset="154683.263">27354 5036 339 0,'0'0'92'0,"0"0"-80"16,0 0-10-16,0 0 37 16,0 0-1-16,-32 113-5 0,26-55 6 15,1 12-2-15,5 11 25 16,0 8-9-16,0 8-13 16,5 6 1-16,5-1-8 15,2-4-2-15,-5-6-9 16,-1-6 3-16,-3-7 4 15,-3 2-3-15,0-4 3 16,0-1-7-16,-10-4 0 16,-3-1-9-16,1-5-4 15,-2-2-4-15,2-8-3 16,5-8 1-16,4-6-2 16,3-6 3-16,0-7-3 15,0-3 3-15,0-6 0 16,0-2-4-16,3-2 2 0,4-3-1 15,-2 0 2 1,2-3-3-16,-1-3 1 0,0-1-1 16,2-3 3-16,3 1-1 15,3-3-2-15,1 1-1 16,0 2 1-16,2 2-1 16,-3 5-1-16,2 2 1 15,-4-1 1-15,2 1 0 16,1 0 0-16,0-2 1 15,4-1-1-15,8-3 2 16,6 0 0-16,7-1-2 16,5-2 1-16,1 1-2 0,2-2 1 15,-2 3 0 1,0-1 0-16,-1 4 1 0,0-3 1 16,-2 2-1-16,2-1-1 15,1-1 0-15,5-3 0 16,3 1 0-16,4-3 0 15,3 1 2-15,0-2-2 16,-1 0-1-16,-1 0 1 16,4 0 0-16,-2 0-2 15,2-2 2-15,-2 0 0 16,-3 2 1-16,0-3-1 16,-3 3 0-16,-2 0 1 15,1 0-1-15,-1-2 0 16,5-1 0-16,0-1 2 15,2 1-1-15,3 1-1 0,-1-4-1 16,3 6 1-16,-3 0 1 16,1 0 0-16,-8 0-1 15,-5 0 0-15,-6 0-1 16,-2 0 1-16,3 0-2 16,0 0 2-16,4 0 0 15,5 0 1-15,4 0-1 16,3-4 0-16,5-1 0 15,-1 1 0-15,1 2 0 16,-5-2 0-16,-3 2 0 0,-2-1 3 16,-6 0-2-1,1 0-1-15,-5 1 0 0,2-1 0 16,3 0 0-16,7 0 0 16,3-1 0-16,2-2-1 15,-2 2 1-15,-6 1 0 16,-3 1-2-16,-4 0 2 15,-2 2 1-15,-3 0 0 16,-1 0-1-16,0 0 0 16,-3 0 0-16,1 0 0 15,6 0 0-15,2 0 1 16,4 0-1-16,3 0-1 16,0 2 1-16,-2 0 3 15,-2 1-3-15,-4-3 0 16,-2 4-1-16,-3-1 3 15,3-1-2-15,-2-1 0 0,5-1 2 16,4 0-2-16,0 0 0 16,5 0 0-16,-5 0-3 15,-3 0 3-15,2 1 0 16,-2 1-1-16,-3 1 1 16,3-1 0-16,-4 0 1 15,0 0-1-15,-2 0 0 16,2-1 0-16,3 1 0 15,1-1 0-15,-1-1 1 16,1 1-2-16,-2-1 2 16,0 0 2-16,-2 0-3 0,-2 0 1 15,-6 0-2-15,-1 0 3 16,2 0-3-16,0 0 2 16,1 0-1-16,5 0 2 15,1 0-2-15,2 0 0 16,2 0 0-16,-4 0 1 15,-4 0 2-15,-3 0-1 16,-1 0 1-16,-2 0-1 16,-1 0 0-16,-1 0 1 15,-3 0 0-15,0 0-1 16,-2 0 1-16,-1 0 0 16,-5 0-3-16,2-1 2 15,-3-3 0-15,-2-2-2 0,-1-2 3 16,0-3-1-1,-4-4-1-15,-1 0 3 0,-4-4-4 16,-5-2 2-16,-2-1 0 16,5-1-2-16,-7-2 0 15,0 2 0-15,0-2 0 16,0-1 0-16,0 0-1 16,0-3 0-16,0-2-3 15,0-1-2-15,0-3-4 16,0-2-6-16,0-1 0 15,0 3-2-15,0-2-6 16,0 0-3-16,-7 1 13 0,-2 1-9 16,1-1 3-16,4 1 1 15,1-1 15-15,-1 1 4 16,2 1 0-16,-1-1 0 16,0 0 2-16,0-1-2 15,-2 1 0-15,4 0 0 16,-2-1-6-16,1-1-6 15,1-2-4-15,1-1 5 16,0-3-5-16,0 1 11 16,0 1 2-16,0 3 3 15,0 0 0-15,0 4 0 16,0-4 0-16,0-1 2 16,0 0-2-16,1-2 0 15,-1 2 0-15,3 1 1 16,-3 2 0-16,0 1 0 0,0 7 4 15,0-1 1-15,0 2 2 16,-1 2-2-16,-7 0-2 16,-3 2-1-16,0 1-2 15,2-1 1-15,-1 3 4 16,1 1-4-16,0 2 2 16,-1 2 1-16,-3 1 0 15,-1 3-5-15,-3 1 0 16,-10 4-2-16,-6 2 2 15,-10 4-2-15,-9 0 2 16,-9 0 1-16,-17 0-1 16,-9 0-1-16,-2 9-11 0,-2 1-6 15,9 0 0-15,6-2 11 16,3 0 6-16,3 1-1 16,-1-2 4-16,-1 3-4 15,-2-2-1-15,-4 1 3 16,-5-2 0-16,-5 0 1 15,-3-3-1-15,-4 3 0 16,-1-5 0-16,5 2 2 16,5-3-2-16,8 2 0 15,7-1-3-15,3 0 2 16,3-2 1-16,-5 0-6 16,1 0 4-16,0 0 0 15,-2 0 4-15,-1 0-2 16,2 0 1-16,1 0 0 0,2 0-1 15,3 0 0-15,-1 0 3 16,2 0-2-16,-3 0-1 16,1 0 0-16,0 0 2 15,3 0-1-15,-1 0-1 16,2 0-2-16,-3 0 2 16,0 0 0-16,-1-2 2 15,1 0-2-15,1 2-1 16,4 0 1-16,1-3 0 15,0 3 0-15,2 0-2 16,1 0 1-16,1 0 1 16,2 0 0-16,0 0 1 0,4 0 1 15,2 0-2-15,0 0-1 16,-2-1 0-16,0-2-6 16,-2 0-4-16,-1-1-5 15,4 0 1-15,0-1-2 16,-1 1-13-16,-1 1 4 15,-5 2 18-15,3 0 4 16,-1 1 4-16,0 0 1 16,3 0-1-16,-2 0 2 15,8 0-1-15,-2 0 0 16,3 0-1-16,-1 0 0 16,0 0 0-16,-1 0 1 15,-2 0-2-15,4 0 1 16,1 0 0-16,3 0 4 0,4 0-4 15,1 0 0-15,2-2 1 16,1 1-1-16,-1-1 0 16,-1 2 0-16,0 0 1 15,-3 0 0-15,1 0-1 16,2 0 0-16,0 0 5 16,0 0-3-16,-2 0 2 15,2 0 4-15,2 0 2 16,4 0 2-16,-1 0-3 15,3 3 0-15,-1-1-3 16,1-1 8-16,3 0-1 16,0 1 12-16,5-1-10 0,4 1-2 15,-2-1-2-15,0-1-1 16,-1 1-4-16,0 1-5 16,1-2 3-16,0 0-2 15,-2 0-2-15,-3 1 3 16,1-1-2-16,-3 0-1 15,4 2 1-15,0-2 1 16,2 0-2-16,0 0 0 16,-3 1 2-16,2 2-1 15,-2-3 0-15,1 1 1 16,1-1-2-16,-1 3 2 16,1-1-1-16,0-2 0 15,-1 1-1-15,4-1 2 0,1 3-2 16,5-3 1-1,2 1 1-15,4-1 1 0,1 0 3 16,0 0 0-16,0 0-6 16,4 0-30-16,16-10-126 15,8-11-241-15</inkml:trace>
  <inkml:trace contextRef="#ctx0" brushRef="#br0" timeOffset="161770.297">4061 6767 151 0,'0'0'17'0,"0"0"19"0,-23-87 3 16,16 53-6-16,2-3 36 0,-6 0-5 15,3 0-18-15,-1-2 41 16,-3 4-33-16,3 4 36 16,-3 5-14-16,6 8-16 15,-1 5-12-15,4 8-1 16,0 5-6-16,-2 0-30 16,-1 17-11-16,-5 20 0 15,0 12 6-15,-1 19 1 16,3 11 2-16,3 10 2 15,6 3-2-15,0 5-3 16,0 0-5-16,0 2 14 16,0 1-4-16,2-4-2 15,-2-3 6-15,0 0-6 0,0-7-6 16,0-1 1 0,0-2 0-16,1 0 0 0,1 3-3 15,1 2 3-15,-2 2 5 16,2-1-1-16,-2-4-5 15,1-8-2-15,-1-6 0 16,-1-4 0-16,2-7 3 16,-2-3-3-16,3-8 0 15,3-3 0-15,-3 0 0 16,5 2 1-16,-3 0 1 16,-2 0 1-16,-1 1-1 15,-2-2-3-15,0-3 6 0,0-7-6 16,0-5 1-1,-2-7 0-15,1-7 0 0,-1-2 0 16,2-5 0-16,0 2-1 16,0 0 3-16,0-3-2 15,0 2 2-15,6 0-3 16,3-2 1-16,-1-1 1 16,5-2 0-16,4-1 0 15,2 0 0-15,6-5 1 16,5 3-2-16,6-1 1 15,6 1-1-15,7 1-1 16,6-1 0-16,8 0 1 16,1-3 0-16,2 1-1 0,-1-2 2 15,1 0-2 1,4 0 0-16,11-4 1 0,5-12 0 16,5 0 1-16,9-4 4 15,-1 5 0-15,3-2 0 16,-3 5-1-16,-5-1-1 15,0 0-1-15,3 2-3 16,-6-1 2-16,3 0-2 16,-6-3 1-16,-2 2-1 15,-2-6-1-15,0 4 1 16,1 0 1-16,-2 1 0 16,-1 5-1-16,-1-1 1 15,-3 2 1-15,-4 2-1 16,-2 0-1-16,-5 3-1 0,4-2 1 15,-2 0 3 1,1 0-2-16,-1-3-1 0,-1 1 0 16,-2 0 0-16,4-2 0 15,2 2-1-15,5-3 1 16,0 0 0-16,3 1 1 16,-1 1-1-16,-1 1 0 15,-1-1 0-15,-7 3 0 16,-4 2 0-16,-2-1 0 15,-4 1 4-15,7-1-3 16,3 0-1-16,3-2 0 16,-1 3 0-16,2 0 0 15,-2-1 0-15,0 0-2 0,2 1 2 16,-2 1 0-16,-2-1 0 16,3-1 0-16,-3-2 0 15,3-1 2-15,2 2-2 16,-2 0 2-16,6-2 4 15,0 1-3-15,2 0 0 16,-2 1 0-16,1 0-2 16,-8 4-1-16,1 1 0 15,-4 0 0-15,-4 0 3 16,6 0-1-16,0 0 1 16,-5 0-2-16,1 0 1 15,0 0 1-15,-3 0-2 0,-1-1 2 16,3-4 1-1,-1 1 0-15,-5 1 2 0,4 1 0 16,4 0-2-16,4 0 1 16,4-1-4-16,0 1 0 15,-1 1-1-15,1 0 0 16,-1-2-4-16,2 3 4 16,-2 0 1-16,1-2 1 15,-3-2-2-15,-3 2 0 16,-1-3 0-16,1 5 0 15,-6-3 0-15,0 2 2 16,-4 1-1-16,1 0-1 16,-1 0-3-16,-1 0 1 0,-1 0-6 15,-2 0 5 1,-4 0-1-16,-4 0-1 0,-2 0 1 16,-1 1-2-16,-3-1 1 15,-2 0 4-15,1 0 0 16,-3 0-1-16,-1 0 2 15,-4 0 0-15,-3-3 1 16,-2 0-1-16,-2 1-3 16,-3-3-9-16,-3 3 2 15,2 1-2-15,-1 0 4 16,1 0 5-16,2 1 0 16,-1-2 3-16,-3 1 2 0,0-1-2 15,1-1 0 1,0-2 1-16,-5-1-1 0,-3-2 1 15,1-2-1-15,-8 2 2 16,3-4-2-16,-6 0 1 16,-3-1 0-16,0-3 2 15,3-4-3-15,-2 0 1 16,1-5 1-16,1-3 0 16,0-3-1-16,0-1-1 15,0-4 0-15,0 4 0 16,3-4 5-16,1 2 0 15,-2-1-4-15,4-7 4 16,-2 0-5-16,0-5 2 16,-2 1-1-16,0 0-1 15,-1-4 1-15,1 2-1 16,-2-3 0-16,-2-4 0 0,-1-2-2 16,0-3 2-16,0-1 0 15,0 1 0-15,0 3 0 16,0-2 0-16,-4-1 2 15,-2 1-2-15,-4-4-2 16,3-1 2-16,-3 2 0 16,1-5 0-16,3-3 0 15,-3-3 0-15,3 0 0 16,0 0 0-16,0 3 1 16,0 1-1-16,1 0 0 15,-3 1 0-15,-3 1-1 0,3 1 1 16,-2 2-1-1,0 3 0-15,1 0 0 0,-5 2 2 16,-1 1 0-16,2 3-1 16,-4 1-1-16,1 0 1 15,-2 0 0-15,-1-4 0 16,-2 1 0-16,3 1 0 16,-3 2 0-16,3 5 1 15,-1 5-1-15,0 2 0 16,0 4-4-16,0 0 4 15,-3 5 0-15,8 4-1 16,-3 2 1-16,0 2-1 16,-1 4 0-16,0 2 0 0,0 2 1 15,-1 1-1 1,-2 5-2-16,-6-1-2 0,-1 8 1 16,-2 1 1-16,-3 3-3 15,-1 0 1-15,-8 0-2 16,0 3-4-16,-10 7 6 15,-7 1-2-15,-10 2-1 16,-3 2-7-16,-1-1-4 16,2 2 4-16,0 2 8 15,0-2 3-15,-5-1-4 16,-2 0 4-16,-4 2-6 16,2-3-3-16,-3-2 7 15,4 0-1-15,5-2 6 16,-1 2-9-16,5-4 6 0,-2 0 4 15,-5 1 0-15,2-2 0 16,-2 2-1-16,2-2 0 16,-5 3 1-16,0 0 0 15,-6-1-1-15,-2 1 1 16,-3-3 0-16,0 1 1 16,1-1-2-16,4 3 2 15,-2 1 1-15,6-1-2 16,-3 0 0-16,-3 0 0 15,1-1-1-15,3 2 1 16,-2 2 0-16,-5 1-1 16,3-2 1-16,-6 2-1 15,6-2 1-15,-3 0 0 0,3 1 1 16,4-1 2 0,2 1-3-16,2-3-3 0,5 4 3 15,-2-1 3-15,-1 1-3 16,-4 1 0-16,1 1 0 15,-1 0-1-15,2 1-1 16,2 0 2-16,1-2 0 16,0 1 0-16,3-3 0 15,1 0-2-15,-2-1 2 16,5-2 4-16,3-2-4 16,6 1 0-16,3-4-3 15,1 1 3-15,0 1 1 16,-1-1 1-16,-6-1-1 15,-3 4-1-15,4-2-1 0,4 1 1 16,-1 3 0-16,3 2 0 16,-1 0 0-16,0 1 0 15,1-2 0-15,3-3-1 16,-1 0 1-16,1-1-1 16,-4-1 1-16,3-1 3 15,0-2-2-15,4 0-1 16,-1-1-1-16,3 0 1 15,2 0 0-15,0-2 0 16,-1 1 2-16,2 3-2 16,-2 0 1-16,-3-1-1 0,2 2-1 15,4 1 0 1,2 0 0-16,3 1 0 0,2 0 1 16,1 2 0-16,-2 0 0 15,-1-1 0-15,0 1 0 16,1 0 0-16,-3-2 0 15,3 1 0-15,-3-1 0 16,1-1 0-16,-1 0 0 16,6-2 0-16,0 0 0 15,2-1 0-15,0 0 1 16,4-2-1-16,1 0 0 16,1-2 1-16,1 0-1 15,-1 0 1-15,3 0 0 16,-2 0-1-16,2 0 6 0,-2 0-5 15,4 0 4 1,1 0 2-16,-5 0-3 0,9 0 2 16,-9 0 1-16,5 0 0 15,-2 0 2-15,4 0 1 16,0 0-6-16,-1 0 2 16,1 0-3-16,-2 0 1 15,3 0-3-15,-1 8 0 16,2-1 1-16,-1 0 0 15,-1 4-1-15,3-1-1 16,-4 2 3-16,3 0-1 16,-3-1 2-16,0 5 0 15,2 0 3-15,-1-1 0 0,4 2 0 16,-5-1-2-16,2 6 0 16,-1-2-2-16,-4 4-2 15,-4 1-1-15,1 6 0 16,-1 1-12-16,8 4-58 15,1-5-80-15,7-7-369 16</inkml:trace>
  <inkml:trace contextRef="#ctx0" brushRef="#br0" timeOffset="163679.512">4038 8104 380 0,'0'0'6'0,"0"0"0"0,0 0-1 15,0 0 18-15,0 0-11 16,0 0-6-16,0 0-3 16,-10-10-2-16,10 10-1 15,0 0 0-15,0 0 0 0,3 0 4 16,4 0 4-16,4 0 2 15,4 0 5-15,0 0-4 16,10 0 0-16,2 0-7 16,4 0-1-16,2-2-1 15,10-4 0-15,2-2 0 16,1-1 1-16,10-3-2 16,0-2 0-16,2 0-1 15,5-2 0-15,6 1 0 16,2-1 2-16,4-2-1 15,8 0-1-15,4-1-1 16,4-1 1-16,0-1 1 16,6-1-1-16,-2 0 2 15,5-1-2-15,2 0 0 16,2 1 3-16,5-1 1 16,0 2 4-16,0-2-2 15,0 4 1-15,0 0-2 0,-2 4 2 16,-4-1-5-16,0 3 4 15,-5 2 1-15,1-1-1 16,-2 0-4-16,5 2 2 16,-1-3-3-16,0 2 3 15,-1-6-2-15,-1 2-2 16,2-1 2-16,-4 2 3 16,-1 0 4-16,-4 1 10 15,-1 0 8-15,-1 0-11 16,-1 1 1-16,5 1-4 0,0-1 0 15,2 0-1-15,-2 2-1 16,-2 0-7-16,1 1 2 16,1 1 9-16,1 2-8 15,-1-2-5-15,0 3 2 16,-1-1 1-16,-4 0-2 16,1 1 1-16,1-4 3 15,1 1-6-15,4-2 1 16,-2-1 1-16,-2-1-2 15,-1 0 0-15,0 3-1 16,0-1 1-16,2 0-1 16,-2 2 1-16,0-1-1 15,-2 2 1-15,-2-3 2 16,-5 0-3-16,0 3 0 0,-2-1 0 16,4 0 2-16,-2-1-1 15,-5 2-2-15,-3-1 1 16,-3 0-2-16,2 4 4 15,-1-1-1-15,0 1-1 16,2 0-2-16,-2 0 2 16,1 0 1-16,0 0 2 15,-3-2-3-15,-3 2 1 16,-2-3-1-16,-4 1 0 16,3-1 0-16,-1 0 0 15,-4 0 3-15,-2 0-2 16,-5 1-1-16,-4-1 0 15,1 2 0-15,-7 0-1 0,4 1 2 16,-6 0-1-16,2-1 1 16,0 1-1-16,-5 0 0 15,2 1 0-15,-2 1 0 16,-3-3 0-16,-1 3 1 16,0-3 2-16,-3 3-3 15,1-2 2-15,-1 1 0 16,-2-3-1-16,-1 2 0 15,-1 0 0-15,2-1 6 16,-2 2 2-16,-4 1-2 16,2 1 2-16,-9-1 0 0,-5 2-2 15,-1-2-5 1,-6 1 7-16,-3 1-3 0,0-2 16 16,3 2-8-16,-3 0-9 15,0 0 0-15,0 0-4 16,0-1 1-16,2 0-1 15,-2 1 0-15,0 0 5 16,0-3-3-16,0-2-3 16,-2-1-15-16,-19-7-141 15,-12-5-168-15</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1:15:54.125"/>
    </inkml:context>
    <inkml:brush xml:id="br0">
      <inkml:brushProperty name="width" value="0.05292" units="cm"/>
      <inkml:brushProperty name="height" value="0.05292" units="cm"/>
      <inkml:brushProperty name="color" value="#FFC000"/>
    </inkml:brush>
    <inkml:brush xml:id="br1">
      <inkml:brushProperty name="width" value="0.05292" units="cm"/>
      <inkml:brushProperty name="height" value="0.05292" units="cm"/>
      <inkml:brushProperty name="color" value="#00B0F0"/>
    </inkml:brush>
  </inkml:definitions>
  <inkml:trace contextRef="#ctx0" brushRef="#br0">5839 1559 516 0,'0'0'101'0,"0"0"-51"0,0 0 71 0,0 0-20 16,0 0 3-16,0 0-39 0,0 0-65 15,-2-38 4-15,2 69-4 16,0 4 21-16,0 1-1 16,0-2-6-16,0 1 1 15,0-1-10-15,0-1 2 16,0-1-4-16,3-6-1 16,2-2 0-16,1-5-1 15,0-5 2-15,0 0-2 16,3-6 3-16,-2-1 0 15,2-3-2-15,3-4 5 16,3 0 2-16,4-4-1 16,1-11 0-16,5-6-2 15,-1-4-2-15,-2 0-2 0,-5-1 0 16,2-5 0-16,-5 4 0 16,-4 3-2-16,-1 0 1 15,-6 2-1-15,0 5 0 16,-3 5 0-16,0 4 0 15,0 2 0-15,0 3-2 16,0 3-1-16,0 0-12 16,0 3-14-16,0 12 17 15,0 7 12-15,0 1-1 16,0 4 1-16,2 1 5 16,4-1-1-16,5-1 3 15,-3-5 3-15,4-4-1 0,0 1-1 16,1-7 0-1,2-1-1-15,2-4 2 0,2-5-4 16,3-1-5-16,4 0-35 16,2-12-33-16,-1-6-63 15,6-5-55-15,-6-5-104 16,-5-5-52-16</inkml:trace>
  <inkml:trace contextRef="#ctx0" brushRef="#br0" timeOffset="457.415">6470 1623 504 0,'0'0'135'0,"0"0"26"0,0 0-27 16,0 0-85-16,0 0-46 16,0 0 19-16,-10 44 35 0,8-16-10 15,2 0-1 1,0 1-9-16,0 1-10 0,0-4-11 16,0-3 3-16,5-4-10 15,-4-2-3-15,4-7-3 16,-4-4 3-16,1-2-6 15,-2-4-10-15,1 0 2 16,-1-4 8-16,3-12-12 16,2-7-1-16,3-2-8 15,3-5 4-15,1 0 6 16,3 2 7-16,0 6 2 16,1 3 1-16,-4 6 1 0,3 3-1 15,-3 5-1 1,1 1 1-16,-1 4-2 0,2 0 3 15,2 0 0-15,-1 7 4 16,0 5 0-16,3 6 4 16,-3 1 5-16,-3 4-3 15,1 0-5-15,-5 2 4 16,-1-4-4-16,-4-1 0 16,0-4-3-16,-3-3 2 15,0-3-4-15,0-4 0 16,0-3-34-16,0-3-16 15,1 0-14-15,5-7-46 16,5-12-180-16,7-9-13 16</inkml:trace>
  <inkml:trace contextRef="#ctx0" brushRef="#br0" timeOffset="659.924">6940 1631 535 0,'0'0'89'0,"0"0"-41"0,0 0-16 0,0 0 77 15,0 0-33-15,0 0-1 16,2 89-10-16,-2-61-29 16,0-1 10-16,0-3-29 15,0 0-13-15,0-5 0 16,0-3-4-16,0-4-13 16,0-8-52-16,0-4-83 15,4 0-119-15,2-14-193 0</inkml:trace>
  <inkml:trace contextRef="#ctx0" brushRef="#br0" timeOffset="838.601">7060 1395 310 0,'0'0'439'16,"0"0"-385"-16,0 0 27 15,0 0-59-15,0 0-22 16,0 0 0-16,1 30 0 15,11-10-17-15,-2-2-73 16,1-3-52-16,1-1-76 16,-3-4-7-16</inkml:trace>
  <inkml:trace contextRef="#ctx0" brushRef="#br0" timeOffset="1097.586">7135 1514 100 0,'0'0'157'16,"0"0"49"-16,0 0-57 0,0 0 3 15,0 0-21-15,0 0-35 16,11 61-24-16,-11-36-9 15,0 3-10-15,0 3-2 16,0 2-21-16,0 0-1 16,0-1-15-16,0-1-3 15,-3-5-6-15,3 0-1 16,0-8-2-16,0-2 2 16,0-3-4-16,0-6 3 15,3-2-2-15,6-3 1 16,1-2 4-16,2 0-6 0,-1 0-13 15,5-9-24-15,-4-6-24 16,0-2-67-16,-6-6-73 16,-3-2-149-16</inkml:trace>
  <inkml:trace contextRef="#ctx0" brushRef="#br0" timeOffset="1233.153">7113 1655 729 0,'0'0'66'16,"0"0"5"-16,0 0-57 16,0 0-14-16,0 0-64 15,115 0-376-15</inkml:trace>
  <inkml:trace contextRef="#ctx0" brushRef="#br0" timeOffset="1948.271">8016 1534 817 0,'0'0'100'0,"0"0"-28"16,0 0-35-16,0 0-26 16,-88 46-10-16,74-20 2 15,7 2-2-15,4-2 1 0,1 0 6 16,2-2 5-16,0-4 1 15,0-5-10-15,11-7-1 16,-1-4-2-16,7-4-2 16,-1 0-2-16,5-9 0 15,0-9 3-15,-3-3-1 16,3-3 0-16,-9-3 1 16,-4-1 2-16,-5-2 5 15,-3 5-7-15,0 5 12 16,-16 4 9-16,-2 7-8 15,3 3-4-15,3 3-9 16,4 3-1-16,3 0-3 16,5 0-4-16,0 0-5 0,7 4-54 15,16 2 37 1,11-5 25-16,11-1-23 0,0 0-68 16,1-4-16-1,-7-10-32-15,-5-5 24 0,-6 0 38 16,-5-10 82-16,-10 1 5 15,-7 0 68-15,-6-1 34 16,0 7-12-16,-1 4-18 16,-10 4 30-16,2 1-35 15,-1 7 6-15,5 2-30 16,1 4-7-16,1 0-28 16,1 3-13-16,-2 17-7 0,-1 11 7 15,-2 4 1 1,3 10 0-16,-4 0 3 0,5 1 1 15,-3-1 4-15,0-4 5 16,-3-2 6-16,2-1-1 16,-2-1-5-16,-3-2 4 15,4-2-1-15,-1-1-2 16,2-5-9-16,5-6 0 16,0-5-2-16,2-2-1 15,0-6-3-15,0-5-3 16,0-3-32-16,0 0-26 15,0-5-4-15,8-12-93 16,1-9-141-16</inkml:trace>
  <inkml:trace contextRef="#ctx0" brushRef="#br0" timeOffset="2117.345">8235 1597 715 0,'0'0'148'0,"0"0"-96"16,0 0-10-16,0 0-22 16,0 0-15-16,84-1-5 15,-47 1-66-15,6 0-252 16</inkml:trace>
  <inkml:trace contextRef="#ctx0" brushRef="#br0" timeOffset="2580.094">9466 1177 199 0,'0'0'532'15,"0"0"-424"-15,0 0-8 16,0 0-83-16,0 0 1 16,-21 77 54-16,12-29 1 15,5 9-4-15,-2 2-4 16,1 0-25-16,-1 1 15 16,-4-11-28-16,4-7-19 15,-3-4-2-15,-2-6-2 16,4-4-2-16,3-6-2 0,-1-5-45 15,5-6-52-15,0-7-92 16,0-4-215-16</inkml:trace>
  <inkml:trace contextRef="#ctx0" brushRef="#br0" timeOffset="2984.424">9609 1655 287 0,'0'0'363'16,"0"0"-292"-16,0 0 53 15,85-41-47-15,-57 27-38 0,-1 0-10 16,-4-1-12 0,2-1-5-16,-9 2 5 0,-8-2-1 15,1 1 6-15,-9 0-8 16,0 0 0-16,0 4-7 15,-12 0 3-15,-9 0-10 16,-4 9 0-16,2 2-1 16,-2 0 1-16,4 11-2 15,2 4-2-15,5 6-1 16,1 2 5-16,1 0 4 16,6 2 1-16,6-2 5 15,0 1-1-15,0-3 1 0,5-4 0 16,8 1-5-1,3-7 0-15,8-2 5 0,1-5-10 16,5-4-24-16,3 0-41 16,3 0-115-16,4-10-117 15,2-4-154-15</inkml:trace>
  <inkml:trace contextRef="#ctx0" brushRef="#br0" timeOffset="3428.139">10194 1451 590 0,'0'0'259'0,"0"0"-169"16,0 0-41-16,0 0-27 15,0 0 9-15,0 0 34 16,-49 83 0-16,43-57-14 0,0 0-9 16,0-2-15-1,4-1-13-15,-1-7-3 0,0 2-8 16,2-5 3-16,-2-7-3 15,3 0-3-15,0-6-5 16,0 0-16-16,0-2 16 16,0-15-8-16,12-4-2 15,3-7 5-15,3-4 1 16,1-1-2-16,-1 4 4 16,1 1 7-16,-5 7 0 0,2 5 0 15,-7 3 0 1,3 6 0-16,-3 3 0 0,0 4 0 15,2 0 0-15,-1 14 3 16,-1 4-3-16,-3 6 2 16,-2 0-1-16,-4 2 1 15,0-2 1-15,0 1 0 16,0-6-1-16,0 0 3 16,0-5-5-16,0-4-1 15,0-5-38-15,12-3-80 16,8-2-65-16,2 0-151 15</inkml:trace>
  <inkml:trace contextRef="#ctx0" brushRef="#br0" timeOffset="4074.661">10700 1436 470 0,'0'0'233'0,"0"0"12"0,0 0-57 0,0 0-45 0,0 0-60 15,0 0-60-15,-11-65-4 16,-15 72-19-16,-4 17 0 15,6 6-5-15,7 0-3 16,8-1 8-16,1 0 4 16,8-5-4-16,0-6-8 15,0-4-8-15,11-7-10 16,4-4-19-16,5-3-3 16,0 0-23-16,0-10 18 15,2-9-4-15,-1-3 10 16,-4-3 7-16,-1 2 18 15,-7 3 19-15,0 4 3 0,-4 4 5 16,-4 5 36-16,-1 1 2 16,0 6-13-16,0 0-30 15,0 13-11-15,0 7 11 16,0 5 2-16,0 3 0 16,0 2 6-16,0 4-4 15,-3 4-4-15,-3 0 3 16,6 2 7-16,-3 1 6 15,3 4 9-15,0 0-6 16,0 0 7-16,0-1-11 16,0-2 1-16,0-5-2 0,-6-5-9 15,-2-6-4 1,-5-6 7-16,1-8-5 16,-4-8 3-16,1-1 3 0,-6-3 4 15,-4-3-3-15,1-12-7 16,1-6-3-16,3-3-4 15,4-5-1-15,5 1 5 16,5 0 3-16,6 1 2 16,0 2-3-16,0 1 11 15,1 2-1-15,18 0 3 16,8 1-6-16,9 0-9 16,9 0 1-16,6-5 1 15,4 2-2-15,-3-6-23 16,8-2-59-16,-3-5-43 0,-1-4-61 15,1-1-177-15,-2-5-196 16</inkml:trace>
  <inkml:trace contextRef="#ctx0" brushRef="#br0" timeOffset="4357.698">11279 1264 399 0,'0'0'223'0,"0"0"-80"0,0 0 47 0,0 0-57 15,0 0-45-15,0 0-35 16,-44-56-40-16,38 56-13 15,-2 12-18-15,0 7 18 16,-1 7 14-16,7 4 2 16,-2 10 6-16,2 3-3 15,-2 10 16-15,4-6-8 0,0 0-5 16,0-6-7-16,0-7-5 16,0-1 0-16,0-6-5 15,0-1-4-15,0-6 2 16,0-5 0-16,0-5-3 15,0 0-3-15,0-7-18 16,0-3-19-16,0 0-33 16,0 0-12-16,-4-11-87 15,-5-5-196-15</inkml:trace>
  <inkml:trace contextRef="#ctx0" brushRef="#br0" timeOffset="5016.778">11050 1541 692 0,'0'0'129'0,"0"0"41"16,0 0-76-16,0 0-61 15,0 0-26-15,0 0-2 16,118-6 0-16,-68 2-5 16,-1-7-8-16,-3-4-48 15,-1-2-36-15,-6-6-48 16,1-1 15-16,-6-5 40 15,-5 0 5-15,-10 1 62 16,-10 3 18-16,-6 7 32 16,3 1 55-16,-6 6 8 15,0 5 19-15,0 1 15 16,0 2-35-16,0 3-27 0,0 0-16 16,0 0-31-16,0 0-20 15,0 11-11-15,0 15 11 16,0 4 4-16,0 7 11 15,0 7-1-15,0-2 3 16,0 2-3-16,0-3-1 16,-6-6-5-16,6-2-1 15,-3-7-5-15,0-6 4 16,0-6-5-16,3-4-1 16,-2-6 2-16,2-1 0 15,0-3 0-15,0 0 0 16,0 0 3-16,8-8-3 15,8-8-2-15,-1-2-7 0,3 0 2 16,4-2-6-16,-2 0 6 16,1 1 1-16,-2 3 2 15,-4 2 1-15,1 3 1 16,-4 2-2-16,-1 5 2 16,2 2-2-16,-2 2-4 15,-5 0-4-15,1 9 3 16,-1 8 3-16,-5 4 4 15,-1 3 14-15,0-2 5 16,0 0-1-16,0-4 5 16,2-4-8-16,1-3-9 15,5-2 0-15,5-4-1 0,5-3-5 16,6-2 0 0,-1 0-106-16,-4-23-364 0</inkml:trace>
  <inkml:trace contextRef="#ctx0" brushRef="#br0" timeOffset="8975.164">6400 3256 684 0,'0'0'104'0,"0"0"3"0,0 0 26 0,0 0-27 16,0 0-77-16,0 0-29 0,0 0 0 16,3 42 38-1,-3 4 14-15,3 2-8 16,0 3-7-16,-3-1-5 16,0 0-11-16,0-2 0 0,0-5-10 15,0-7-6-15,0-10-4 16,-6-4 3-16,3-8-4 15,3-5-2-15,0-5-26 16,0-4-45-16,0 0-41 16,0-10-50-16,9-15-389 15</inkml:trace>
  <inkml:trace contextRef="#ctx0" brushRef="#br0" timeOffset="9404.387">7146 3192 86 0,'0'0'625'16,"0"0"-537"-16,0 0 37 16,0 0-13-16,0 0-41 15,0 0-51-15,-49-60-7 16,37 60-4-16,-2 12 1 15,1 10-6-15,1 4 8 16,4 5 4-16,3 2 9 16,0 6-11-16,4 0 7 15,1-2 5-15,0 1-7 16,0-1 1-16,0-2-1 16,0 0 1-16,0 0-3 15,0-4-4-15,1 1-3 0,1-5-2 16,-1-5 1-16,-1-4-3 15,0-4-4-15,0-2 5 16,0-5 3-16,0-2-5 16,0-2 1-16,0-3 0 15,-9 0-6-15,-3 0-10 16,-6 0-28-16,-2-10-41 16,0-8-63-16,-7-5-86 15,0-7-286-15</inkml:trace>
  <inkml:trace contextRef="#ctx0" brushRef="#br0" timeOffset="9556.567">6864 3446 289 0,'0'0'394'0,"0"0"-358"16,0 0 68-16,94-18-56 16,-52 18-29-16,10-2-13 15,2 0-6-15,2-5-95 16,-2-3-104-16,1-1-296 15</inkml:trace>
  <inkml:trace contextRef="#ctx0" brushRef="#br0" timeOffset="9884.555">7508 3243 598 0,'0'0'153'16,"0"0"19"-16,0 0-7 0,0 0-61 15,0 0-47 1,0 0-31-16,-20-36-26 0,14 54-2 15,-2 8 2-15,-2 4 8 16,4 5 1-16,1 3 5 16,-1 0 5-16,0 1 2 15,-2 1-6-15,0-2 0 16,2-1 0-16,1-3-5 16,1-6-3-16,4-5-4 15,0-8 0-15,0-2-2 16,0-6 0-16,6-3 3 15,6-3-1-15,6-1 0 0,0 0-3 16,1-3-6-16,2-9-9 16,-3-3-21-16,-2-5-19 15,-2-3-21-15,-4-2-61 16,-2-5-82-16,-8 0-274 16</inkml:trace>
  <inkml:trace contextRef="#ctx0" brushRef="#br0" timeOffset="10049.918">7343 3424 704 0,'0'0'137'16,"0"0"-46"-16,0 0-33 0,0 0-31 16,0 0-18-1,88 0-9-15,-42-7-35 0,1-3-182 16,5-1-449-16</inkml:trace>
  <inkml:trace contextRef="#ctx0" brushRef="#br0" timeOffset="10304.052">8184 3351 481 0,'0'0'94'16,"0"0"27"-16,0 0 1 15,0 0-31-15,84 3-56 16,-47-3-18-16,-1 0-9 16,0 0-6-16,-3-2-2 15,-8-2-6-15,-7 2-93 16,-9 2-98-16,-9 0-229 15</inkml:trace>
  <inkml:trace contextRef="#ctx0" brushRef="#br0" timeOffset="10495.357">8225 3485 541 0,'0'0'73'0,"0"0"89"0,0 0-11 16,0 0-63-16,0 0-30 15,0 0-16-15,91 40-16 16,-57-40-14-16,2 0-7 16,5 0-5-16,-2 0-41 15,2-9-107-15,-7-1-255 16</inkml:trace>
  <inkml:trace contextRef="#ctx0" brushRef="#br0" timeOffset="10989.893">9109 3111 522 0,'0'0'264'0,"0"0"-201"0,0 0-44 0,0 0 16 0,0 0 40 16,0 94-7-16,0-56 4 16,6 5-10-16,-3-1 1 15,0-2-17-15,-3-2-10 16,0-4-14-16,0-3-17 15,0-3-1-15,0-7 1 16,0-1-5-16,0-7-17 0,0-6-52 16,0-4-78-1,8-3-87-15,5-3-335 0</inkml:trace>
  <inkml:trace contextRef="#ctx0" brushRef="#br0" timeOffset="11374.705">9355 3258 519 0,'0'0'233'16,"0"0"-132"-16,0 0-40 16,0 0-22-16,0 0-24 0,91-19-5 15,-65 31-7-15,-5 3 3 16,-6 4-5-16,-8 3 0 15,-7 1 2-15,0 4-1 16,-12-3-1-16,-13-2-1 16,-7-1-6-16,3-2 5 15,2-3 0-15,5-6 2 16,8-1-1-16,4-3 2 16,7-3 3-16,0-3 10 15,3 1 2-15,0-1 12 16,0 0 1-16,11 0-8 15,9 0 18-15,10 0-18 0,-2 0-11 16,2 0-6 0,0 0-1-16,0 0-4 0,-2 0-2 15,-1 0-58-15,-5-4-69 16,5-2-196-16</inkml:trace>
  <inkml:trace contextRef="#ctx0" brushRef="#br0" timeOffset="11826.929">10180 3044 761 0,'0'0'42'0,"0"0"74"0,0 0-77 16,0 0-39-16,0 0-23 15,0 0-51-15,50 9-158 16,-25 0-309-16</inkml:trace>
  <inkml:trace contextRef="#ctx0" brushRef="#br0" timeOffset="12283.841">10431 3127 671 0,'0'0'57'0,"0"0"74"0,0 0 4 15,0 0-42-15,2 89-21 16,-1-64-9-16,2 0-14 16,-3-3-19-16,3-3-12 15,-3-3-8-15,0-5-6 16,0-4-1-16,0-2 1 16,0-3-3-16,0-2 4 15,2 0-3-15,-2 0 6 16,1 0 4-16,2-4-6 15,2-6-3-15,2-5-2 0,0-4 0 16,3 1-1 0,3-3 0-16,-3 1 1 0,1 2-1 15,2 0 0-15,-1 2 0 16,4-1-1-16,0 4 0 16,1 2-1-16,-5 2 2 15,2 3-2-15,-2 5 1 16,-5 1-3-16,2 0-2 15,-2 3 0-15,-1 12 2 16,-4 4 3-16,-2 4 1 16,0-1 4-16,0 1-2 15,0-4-1-15,0 0 0 16,0-3 1-16,-8-2-2 16,3-2-1-16,-7-1-51 15,-2-4-95-15,-8-4-181 0</inkml:trace>
  <inkml:trace contextRef="#ctx0" brushRef="#br0" timeOffset="12630.884">10263 3176 620 0,'0'0'123'0,"0"0"48"0,0 0-56 0,0 0-82 16,0 0-21-16,0 0 27 15,22 36 2-15,-22-16 16 16,0 0-18-16,0-1-2 15,0-2-14-15,0-5-14 16,0-3-7-16,0-4 3 16,0-2-5-16,0-3-7 15,3 0-50-15,3 0-53 16,3-3-133-16,-3-11-518 16</inkml:trace>
  <inkml:trace contextRef="#ctx0" brushRef="#br0" timeOffset="13385.527">11225 3027 433 0,'0'0'59'0,"0"0"71"0,0 0-58 0,-88-20-39 15,61 20-10-15,-3 6 21 16,6 8 14-16,-1 3-5 16,3 8 11-16,1 2-13 15,1 4-8-15,8 1-4 16,2-1-10-16,4-2-5 15,6-5-10-15,0-1-3 16,3-5-10-16,15-6 7 16,10-3-8-16,8-8-2 15,6-1-32-15,4 0-40 16,-1-14-92-16,1-6-44 16,-7-1-57-16</inkml:trace>
  <inkml:trace contextRef="#ctx0" brushRef="#br0" timeOffset="14397.659">11371 3044 426 0,'0'0'222'0,"0"0"-9"16,0 0-44-16,0 0-67 15,0 0-36-15,0 0-61 16,-18-11 8-16,8 33-5 16,4 1 7-16,1 9 5 15,2-1-6-15,0 0-2 16,3-2 2-16,0 1-6 15,-1-5-3-15,1-5-1 0,0-5-2 16,0-8 2-16,0-5-4 16,0-2-9-16,0 0-13 15,6-2 22-15,4-11 0 16,7-6-6-16,-4-6-6 16,3 0 6-16,1-3-3 15,1 1 8-15,0 3-4 16,0 4 4-16,-5 7-1 15,-3 5-10-15,-2 5 3 16,-2 3 0-16,0 0-1 16,3 8 7-16,-3 11 0 15,-2 0 3-15,-2 8 0 16,-2-3 4-16,0 2 8 0,0-3-7 16,0 0 0-1,0-7-1-15,0 0 0 0,0-10 0 16,0 0-3-16,0-5 0 15,9-1 4-15,9 0 10 16,2-1-8-16,2-9-5 16,0-1 6-16,-1-2-7 15,4-3 1-15,-5-1 2 16,3 1-2-16,1-2 1 16,-4-1 0-16,-4-1 10 15,-5 2-4-15,-1 1-3 16,-7 5 2-16,-3 2-6 0,0 2-2 15,0 3-4 1,-13 5 4-16,-1 0 6 0,-2 0-6 16,4 5-2-16,-6 8-3 15,6 8 4-15,1 0 1 16,0 3 0-16,3-3 8 16,5 3-4-16,3-4-4 15,0-3 1-15,0-4-1 16,14-3 4-16,5-4-4 15,3-6-2-15,5 0-25 16,6 0-12-16,0-6-8 16,2-5 1-16,4-7 33 15,-1 0 12-15,-2-4 2 16,-2-1-1-16,-9-1 1 16,-2 3 13-16,-9 3 20 0,-6 5 13 15,-4 3 2-15,-4 3 6 16,0 1-4-16,0 3-37 15,0 3 1-15,-1 0-15 16,-4 0-1-16,-1 5-5 16,1 8-1-16,2 3 4 15,1 3 2-15,2-1 1 16,0 2 1-16,0-3 0 16,2-2-1-16,6 1 1 15,0-3 1-15,4 2-2 16,-6 1 1-16,4-2 1 15,-4 1 6-15,-1-1 5 0,-2-1 3 16,-3-2 3-16,0-2 4 16,0-4 0-16,0 0-9 15,-2-1-7-15,-11-1 2 16,-10-2-9-16,-11 2-26 16,-5-3-75-16,-13 0-221 15</inkml:trace>
  <inkml:trace contextRef="#ctx0" brushRef="#br0" timeOffset="17084.404">6391 4521 641 0,'0'0'53'0,"0"0"113"0,0 0-25 15,0 0-65-15,0 0-71 16,0 0 1-16,0 0 25 0,12 81 15 16,-3-41 9-16,-3 4-4 15,-2 1-21-15,-4-1-6 16,0-6-5-16,0-4-13 16,0-8-2-16,0-6 2 15,-2-7-5-15,-1-6-1 16,3-3-13-16,-2-4-23 15,2 0-14-15,0-11-64 16,0-9-70-16,2-8-151 16</inkml:trace>
  <inkml:trace contextRef="#ctx0" brushRef="#br0" timeOffset="17766.571">6643 4599 639 0,'0'0'28'16,"0"0"-1"-16,0 0 85 15,0 0-12-15,0 0-15 16,0 0-22-16,20 88-19 16,-16-66-16-16,3-4-12 15,-5 2-8-15,1-3-2 16,0 0-1-16,-3-3-1 15,0-6-4-15,0 0-4 16,0-6-14-16,0-2-1 0,-6-2 11 16,3-14-23-16,-3-5 2 15,6-1 21-15,0 0 6 16,0 2 2-16,3 2 0 16,6 8 6-16,0 1 6 15,9 8-2-15,0 1-5 16,7 0 4-16,2 14 5 15,0 6 4-15,-2 4-1 16,-4 4-6-16,-3 0-7 16,-3-1 3-16,-6-2-6 15,-3-6 1-15,-6-3-2 16,0-5 0-16,0-3-2 0,0-5-11 16,0-3-14-1,-5 0 21-15,1-9-12 0,1-10 1 16,-1-4 2-16,4-8 9 15,0 2 5-15,0-3 1 16,8 3 2-16,7 4 2 16,5 6 1-16,-1 2-4 15,2 7 2-15,1 5-2 16,-5 0 2-16,4 5-3 16,-1 0 0-16,0 3-2 15,1 11 2-15,-5 5 5 16,1 3 1-16,-7 3 6 0,0 2 0 15,-5 5-1 1,-2-5 1-16,0 0 1 0,-3-4-7 16,0-6 1-16,0 0-3 15,0-6-1-15,0-3-3 16,0-2-25-16,0-6-86 16,0 0-219-16</inkml:trace>
  <inkml:trace contextRef="#ctx0" brushRef="#br0" timeOffset="18095.476">7883 4607 428 0,'0'0'42'0,"0"0"121"16,0 0-69-16,0 0-14 16,85 28-18-16,-57-22-3 15,2-5-23-15,1-1-12 16,2 0-8-16,-1 0-10 15,-4 0-4-15,-5 0-2 0,-7 0-28 16,-9 0-63-16,-7 0-98 16,0 0-188-16</inkml:trace>
  <inkml:trace contextRef="#ctx0" brushRef="#br0" timeOffset="18336.31">7919 4813 325 0,'0'0'179'0,"0"0"10"16,0 0-43-16,0 0-38 0,0 0-40 16,86 14-23-1,-59-14-20-15,3 0-7 0,0 0-8 16,-2 0-8-16,-1 0-2 15,-3 0-6-15,-3 0-63 16,-2 0-92-16,-2-4-159 16</inkml:trace>
  <inkml:trace contextRef="#ctx0" brushRef="#br0" timeOffset="18854.676">9190 4309 627 0,'0'0'150'0,"0"0"-81"0,0 0-43 15,0 0 34-15,0 0 4 16,0 93 4-16,2-56-6 16,2 4 0-16,-3 0-4 15,2-2-20-15,-3 0-12 16,0-6-13-16,0-3-6 15,3-5-2-15,-1-3-5 0,1-8-9 16,4-7-60-16,5-7-59 16,2 0-54-16,6-13-190 15</inkml:trace>
  <inkml:trace contextRef="#ctx0" brushRef="#br0" timeOffset="19244.481">9445 4459 633 0,'0'0'52'0,"0"0"23"16,0 0-28-16,0 0 6 15,0 0-6-15,-40 94-9 16,40-68-3-16,9-1-1 0,3-2-15 16,4-3-9-1,-1-5-2-15,3-5-3 0,0-3 3 16,3-7-8-16,1 0-9 15,-2 0-7-15,-1-11 9 16,0-5 7-16,-2-1 0 16,-3-2 3-16,-3-5-2 15,-2 1 14-15,-3-1 4 16,-4 0 7-16,-2 3 4 16,0 1 10-16,-8 1 1 15,-6 5-9-15,-2 1-13 16,1 3-11-16,-1 4-6 0,-2 5-1 15,0 1-1 1,-3 0-1-16,2 0-3 0,4 10-16 16,3 5-50-16,6 0-31 15,4-1-92-15,2-1-144 16</inkml:trace>
  <inkml:trace contextRef="#ctx0" brushRef="#br0" timeOffset="19663.095">9790 4419 814 0,'0'0'79'0,"0"0"24"0,0 0-77 0,0 0-12 16,0 0 16-16,0 0-9 0,25 81 1 15,-8-62-4-15,0-2-9 16,0-1-5-16,2-5 0 15,-1-4-3-15,0-1-1 16,1-5-9-16,-2-1-2 16,4 0 0-16,-4 0 6 15,-3-8 5-15,5-6 2 16,-5 1 1-16,-2-4-2 16,0 0 3-16,-6-3 15 15,1-1 10-15,-5-3 13 16,-2 0 9-16,0-1 0 15,-2 2-3-15,-8 0-7 16,-8 0-9-16,3 1-17 0,-7 5-11 16,-4 4-4-16,2 3 0 15,-3 10-1-15,2 0-10 16,3 0-14-16,5 8-16 16,7 7-31-16,2 5-48 15,8 0-57-15,0-4-189 16</inkml:trace>
  <inkml:trace contextRef="#ctx0" brushRef="#br0" timeOffset="20727.354">10522 4277 727 0,'0'0'121'0,"0"0"11"0,0 0-76 0,0 0-27 16,0 0-21-16,0 0 2 16,-80 18 1-16,69 3-4 15,1 5-1-15,5 0 1 16,5 4 2-16,-1-1-6 16,1 0 0-16,0-1 0 15,0-6 2-15,3-4 1 16,12-6-2-16,-2 1 0 0,6-7 3 15,4-6-2-15,1 0-5 16,7 0-9-16,-2-5-27 16,2-9-28-16,-1-3-4 15,-2-4-56-15,-1-3-8 16,-5-5 8-16,-4-2-24 16,-3 5 38-16,-9 4 110 15,0 5 4-15,-6 2 88 16,0 7 40-16,0 3 19 15,0 0 3-15,0 5-45 16,0 0-34-16,0 0-56 16,0 5-17-16,0 10 28 15,-3 5 6-15,0 1 3 16,3 0-7-16,-3 3-14 16,0-1-5-16,1-4-4 0,-2-3-3 15,2-3-6-15,-2-8 2 16,3-1-2-16,1-4-3 15,0 0-6-15,0 0 9 16,0-15-20-16,1-4 4 16,11-1 4-16,0-4 3 15,3 5 9-15,-3 2 0 16,-3 6 1-16,3 3 3 16,0 5 1-16,-5 3-1 15,6 0-4-15,-2 5 4 16,1 11-2-16,-2 1-1 15,-1 1 0-15,-1 2-1 0,-2-2 1 16,1-1 0 0,-4-4-1-16,3-5 0 0,-3-3-4 15,-3-2-17-15,5-3-28 16,-4 0 11-16,5-3 9 16,0-12-33-16,2-3 26 15,2-3 19-15,3-1 17 16,-1-1 0-16,5 1 13 15,-4 6 12-15,5 0-15 16,-6 5-6-16,4 3-1 16,-4 2-2-16,3 3 2 15,-4 3 6-15,1 0 4 16,-1 0-2-16,-3 1 3 0,3 10 2 16,-4 1-2-1,-3 3 2-15,1 5 0 0,-4 1 1 16,-1 1-3-16,0-3-1 15,0 1-6-15,0-4-5 16,2-5 0-16,-1-1 5 16,2-3 8-16,2-4 2 15,-2 1 3-15,10-4 6 16,-2 0-1-16,1 0-9 16,6 0-7-16,-1 0-7 15,3 0 0-15,2 0-2 16,0 0 4-16,-2 0-3 0,4 0-2 15,-3-4 2 1,4-2-2-16,-5 0-7 0,-6 1-39 16,-2-2-61-16,-10-2-161 15</inkml:trace>
  <inkml:trace contextRef="#ctx0" brushRef="#br0" timeOffset="22738.301">6494 5673 399 0,'0'0'351'0,"0"0"-292"0,0 0 85 16,0 0-77-16,0 0-46 15,0 0 17-15,-39 92 11 16,32-34 14-16,2 7-23 16,2-3-5-16,-3-4-13 15,2-6-5-15,1-8-7 16,-2-7-7-16,3-7-2 15,0-6 2-15,2-6-3 16,0-7-9-16,0-5-42 16,6-6-44-16,9 0-43 15,1-6-76-15,2-11-207 0</inkml:trace>
  <inkml:trace contextRef="#ctx0" brushRef="#br0" timeOffset="22958.514">6685 5841 565 0,'0'0'78'0,"0"0"-75"15,0 0 74-15,3 82-12 16,-3-44 1-16,0 1-16 16,3-3-15-16,-3-2-13 15,5-5-12-15,0-7-5 16,0-4 0-16,-1-4-5 15,-1-5-48-15,2-3-91 16,-1-6-94-16,1 0-211 0</inkml:trace>
  <inkml:trace contextRef="#ctx0" brushRef="#br0" timeOffset="23330.07">6876 5920 580 0,'0'0'67'16,"0"0"-38"-16,0 0 55 16,-64 71-21-16,49-49-23 15,0-1-23-15,3-3-7 16,0 0-5-16,0-6-1 0,3-1-2 16,-4-5-2-16,5-1-27 15,-1-2-15-15,2-3 10 16,-2 0 23-16,9 0 9 15,-3 0 3-15,3 0 1 16,0 0 15-16,0 0 13 16,12 0-21-16,4 6 5 15,7 2 16-15,0 2-3 16,2 2 4-16,0 1-8 16,2-1-3-16,-5-1-8 15,-1-1-8-15,0-2-3 16,-5-1 1-16,-1-2-4 15,0-3-30-15,0-2-70 0,-2 0-132 16,1 0-256 0</inkml:trace>
  <inkml:trace contextRef="#ctx0" brushRef="#br0" timeOffset="23989.663">7143 5973 738 0,'0'0'17'16,"0"0"16"-16,0 0 104 16,0 0-60-16,0 76-14 15,3-52-6-15,3-1 7 0,0-3-23 16,0-3-24-16,-3-7-10 16,0-1-3-16,-3-3-3 15,0-5-1-15,0-1-1 16,0 0-23-16,0 0 7 15,0 0-4-15,-3-14-36 16,-2-3 32-16,4-2 1 16,1-2 0-16,0 3 17 15,0 0 7-15,6 7 1 16,9 4 21-16,4 1 3 16,5 6-10-16,0 0 3 15,1 3-4-15,-1 12 1 16,-2 2-3-16,-3 3-4 15,-3 2-2-15,-3 1 11 16,-4-3-6-16,-1-2-2 0,-2-2-6 16,-5-3 0-16,-1-5-2 15,2-2 1-15,-2-5 0 16,0-1-2-16,0 0-2 16,0-3-5-16,0-11-7 15,0-4 3-15,0-5-8 16,0-1 5-16,7-1 13 15,6 2 1-15,1 2 1 16,4 5 0-16,-3 4 7 16,4 2-3-16,-1 3-1 15,0 4-3-15,-2 3 0 16,-1 0-1-16,-4 10-1 0,1 8 1 16,-5 6 0-1,-1 2 3-15,-3 2 4 0,0-2 10 16,-3-1 0-16,0 0 0 15,0-3-3-15,0-7-12 16,3-1 0-16,0-4-1 16,-2-3-1-16,7-4-49 15,3-3-87-15,2 0-185 16</inkml:trace>
  <inkml:trace contextRef="#ctx0" brushRef="#br0" timeOffset="24263.008">8239 5957 700 0,'0'0'67'0,"0"0"84"0,0 0-86 0,0 0-23 15,0 0 26-15,0 0-2 16,80 8-43-16,-43-7-17 16,5-1-2-16,-5 0-4 15,0 0-3-15,-7 0-63 16,-11 0-65-16,-14 0-136 0,-5 1-225 16</inkml:trace>
  <inkml:trace contextRef="#ctx0" brushRef="#br0" timeOffset="24500.046">8222 6173 525 0,'0'0'68'0,"0"0"100"16,0 0-41-16,0 0-47 15,0 0-36-15,80 3-23 16,-53-3-4-16,3 0-3 0,0 0-8 15,5 0 2 1,-3 0-6-16,-1 0-1 0,-1 0-1 16,-3-3-7-1,0-2-30-15,-6 2-46 0,-1-3-80 16,-6 3-131-16</inkml:trace>
  <inkml:trace contextRef="#ctx0" brushRef="#br0" timeOffset="25010.035">9579 5647 247 0,'0'0'422'0,"0"0"-246"0,0 0 5 0,0 0-49 0,0 0-68 16,0 0-61-16,-4 7 32 16,4 30 25-16,0 2-20 15,0 5 3-15,0 4-9 16,0 0-9-16,0 0 0 15,3-5-16-15,-3-4-6 16,0-6 2-16,0-7-4 16,1-6-1-16,1-7-25 15,2-6-36-15,5-4-70 0,3-3-57 16,5 0-160 0,4-16-285-16</inkml:trace>
  <inkml:trace contextRef="#ctx0" brushRef="#br0" timeOffset="25415.39">9842 5849 648 0,'0'0'95'15,"0"0"-21"-15,0 0 34 16,0 0-37-16,0 0-27 16,-21 92 5-16,21-63-5 15,6-3-7-15,6-4-13 16,1-2-14-16,1-6-7 15,2-6 1-15,2-2-1 16,3-6 2-16,1 0 0 0,2 0-2 16,-3-3-2-16,0-8-1 15,0-5 2-15,-5-3-1 16,1-4 3-16,-5 0 6 16,-8-3 12-16,2-2 5 15,-6 1 7-15,0 2-3 16,0 1 8-16,-6 5-11 15,-6 2-12-15,-4 4-12 16,2 3-2-16,-5 6-1 16,-1 1 0-16,-2 3-1 15,0 0 0-15,-2 6-1 16,4 5 1-16,3 2-11 0,6 0-24 16,5 1-38-1,6 0-30-15,0-1-99 0,14-6-131 16</inkml:trace>
  <inkml:trace contextRef="#ctx0" brushRef="#br0" timeOffset="25818.446">10239 5815 805 0,'0'0'133'0,"0"0"-23"0,0 0-90 16,0 0 6-16,0 0-8 15,10 99-5-15,-4-68 8 0,3-2-5 16,3-3-4-16,-3-8-5 16,5 0-3-16,5-8-3 15,2-4 5-15,1-5-1 16,4-1-1-16,2 0 0 16,0-4-2-16,-4-10 2 15,1-4-3-15,-7 1-1 16,-3-5 10-16,-7-2 19 15,-8-1 12-15,0 0-2 16,0-2 8-16,-8 2-11 16,-8 2-11-16,-5 2-17 15,0 4-7-15,0 4 0 0,-4 5-1 16,4 3 0 0,-6 5 1-16,3 0-2 0,0 0-2 15,8 10-27-15,3 4-34 16,5 1-32-16,8-1-41 15,0-6-67-15,18 1-229 16</inkml:trace>
  <inkml:trace contextRef="#ctx0" brushRef="#br0" timeOffset="26211.035">10724 5788 810 0,'0'0'144'15,"0"0"-29"-15,0 0-81 16,0 0 1-16,0 0-18 0,-66 96-12 16,66-65-4-16,0-3 1 15,3-4 1-15,13-5 0 16,1-7 1-16,4-5 2 16,4-5-4-16,-4-2 6 15,9 0-8-15,-3-10 1 16,1-7-1-16,-1-3 0 15,-2-2 0-15,-3-4 0 16,-5-1 4-16,-5-1-1 16,-5 0 13-16,-5 3 13 15,-2 2 9-15,0 1 14 16,-12 3-5-16,-6 4-17 0,-1-1-15 16,-8 7-9-16,3 6-4 15,-5 3-2-15,3 0 0 16,3 0-7-16,8 10-39 15,7 6-40-15,8 0-52 16,0-2-73-16,14-2-266 16</inkml:trace>
  <inkml:trace contextRef="#ctx0" brushRef="#br0" timeOffset="26916.616">11301 5654 596 0,'0'0'155'0,"0"0"-20"0,0 0-8 16,0 0-14-16,0 0-27 15,-5 82-11-15,5-55-18 16,0 1-20-16,0-3-12 16,0-5-16-16,0-3-3 15,0-5 3-15,0-9-9 16,0-3 1-16,0 0-2 15,0 0 1-15,0-15-15 16,5-7-2-16,6-4 8 16,2-4 8-16,-1 5-2 15,6 4 3-15,-3 2 0 0,-1 8-1 16,-1 5 0 0,1 5-1-16,-3 1 1 0,4 0-4 15,3 15 3-15,-3 4 2 16,1 2 0-16,-2 0-1 15,-3-1 1-15,-2-2 1 16,-4-2 0-16,1-7-1 16,-6-1 0-16,6-6-1 15,-2-2 0-15,1 0-14 16,5-2 11-16,2-12-15 16,2-5 6-16,2-3 8 15,-1-3 5-15,3 1 0 16,-2 2 0-16,-1 6 1 0,2 1-1 15,-1 6 0 1,-4 2 0-16,1 4 1 0,-4 0 0 16,-3 3-1-16,0 0 0 15,-1 8 1-15,-4 6 2 16,-1 2 5-16,0 6 0 16,0 3 5-16,0-2 0 15,0 1 10-15,-1-1-1 16,-2-3-8-16,3-3-5 15,0-4-2-15,0-3 3 16,4-3 1-16,11-4-2 16,2 0 5-16,6-3-1 0,6 0-3 15,7-3-8 1,4-8 2-16,0 0-4 0,5-3-10 16,-7 1-21-16,0 0-50 15,-16 1-87-15,-5 0-358 16</inkml:trace>
  <inkml:trace contextRef="#ctx0" brushRef="#br0" timeOffset="30957.509">6279 7213 549 0,'0'0'69'0,"0"0"108"0,0 0-35 0,0 0-80 16,0 0-48-16,0 0 59 15,-6 99-10-15,3-57-4 16,-1-1-17-16,1-3-13 16,3 0-4-16,0-6-13 15,0-6-2-15,0-3-8 16,0-8-1-16,0-5-1 0,0-7-58 15,3-3-75 1,15 0-67-16,-1-15-333 0</inkml:trace>
  <inkml:trace contextRef="#ctx0" brushRef="#br0" timeOffset="31647.299">6609 7272 721 0,'0'0'48'0,"0"0"145"0,0 0-66 16,0 0-69-16,0 0-47 15,0 0 40-15,-7 34-5 16,10-11-14-16,1 1 1 15,-3 1-9-15,-1 1-6 16,0-2-9-16,0-3-7 16,0 0 0-16,0-5 1 15,-3-3 0-15,-4-5-3 16,1-6-13-16,3-2-2 16,-3 0 1-16,1-6-10 15,2-11 0-15,3-2 20 16,0-2 0-16,0 3 3 15,8 1 1-15,6 3 5 0,2 5 10 16,2 6 4 0,3 3-2-16,1 0 2 0,-1 6-11 15,1 7 2-15,-1 4-9 16,-6 1 1-16,0 0-1 16,-6-1-1-16,-3 0 1 15,-4-4 1-15,-2 0-2 16,0-3-2-16,0-5-11 15,-5-4-7-15,-4-1-10 16,3 0 12-16,0-12-1 16,0-9-3-16,6 1 13 15,0-3 5-15,6-1 4 0,6 6 0 16,5 1 6-16,2 4 7 16,2 5 6-16,0 5-5 15,3 3-4-15,-2 0-1 16,-3 4-6-16,2 11-1 15,-6 1 4-15,-3 4-6 16,-3 0 1-16,-2-1 0 16,-2-1 0-16,-2-4-1 15,0-1-1-15,-2-5-24 16,2-4-48-16,2-4-119 16,2 0-147-16,7-5-250 15</inkml:trace>
  <inkml:trace contextRef="#ctx0" brushRef="#br0" timeOffset="31857.643">7140 7306 806 0,'0'0'117'0,"0"0"5"0,0 0-65 16,0 0-31-16,0 0 7 16,0 0-6-16,0 98 9 15,0-69-9-15,0 2-11 16,0-4-2-16,0-3-7 15,0-6-3-15,0-2-1 16,0-6-3-16,0-6-49 16,0-2-68-16,0-2-62 0,0-3-143 15</inkml:trace>
  <inkml:trace contextRef="#ctx0" brushRef="#br0" timeOffset="31975.649">7146 7136 692 0,'0'0'12'0,"0"0"-12"16,0 0-8-16,0 0-206 15</inkml:trace>
  <inkml:trace contextRef="#ctx0" brushRef="#br0" timeOffset="32216.325">7464 7079 36 0,'0'0'750'0,"0"0"-639"16,0 0 80-16,-18 78-63 15,15-43-49-15,1 6-17 16,2 1-16-16,-1 1-5 16,-2 0-17-16,2-1-8 15,-1-6-6-15,-1-4-7 16,0-4-1-16,0-7-2 15,0-6-10-15,3-5-47 16,0-4-95-16,0-6-122 16,0 0-517-16</inkml:trace>
  <inkml:trace contextRef="#ctx0" brushRef="#br0" timeOffset="32612.862">7664 7477 634 0,'0'0'26'0,"0"0"95"16,0 0 14-16,0 0-73 16,114-93-22-16,-78 67-13 15,-4 1-1-15,-10 0-5 16,-4 0-13-16,-9 1-1 15,-6 4-3-15,-3 5 1 16,-3 3-3-16,-17 6-2 0,-6 6 0 16,-6 0 0-16,1 4 0 15,3 14 0-15,4 4 0 16,6 3-1-16,3 6 1 16,12-1 6-16,0 4-1 15,3-1 13-15,0-4 15 16,12-4-11-16,6-3 0 15,4-5-7-15,4-6-3 16,4-4-8-16,1-6 1 16,-1-1-5-16,1 0-47 0,-4 0-137 15,-2-11-369 1</inkml:trace>
  <inkml:trace contextRef="#ctx0" brushRef="#br0" timeOffset="32867.313">8635 7225 638 0,'0'0'29'0,"0"0"122"0,82-16-34 0,-48 10-90 16,-1 1-18-16,-3-1-9 16,-6 3 0-16,-12 3-75 15,-9 0-125-15,-3 0-168 16</inkml:trace>
  <inkml:trace contextRef="#ctx0" brushRef="#br0" timeOffset="33038.714">8598 7390 640 0,'0'0'37'0,"0"0"121"15,0 0-23-15,0 0-72 0,0 0-44 16,108 8-9-16,-70-9-8 16,1-6-2-16,-2-2-39 15,-4 2-111-15,2-7-247 16</inkml:trace>
  <inkml:trace contextRef="#ctx0" brushRef="#br0" timeOffset="33791.02">9907 6872 205 0,'0'0'417'0,"0"0"-288"0,0 0 66 0,0 0-67 15,0 0-74-15,0 0-48 16,-4 37 72-16,4 12-21 15,0 3 7-15,0-1-15 16,0 2-16-16,0-8-11 16,0-1-5-16,0-6-5 15,0-2-11-15,0-7 4 0,0-6-5 16,0-7 0-16,0-9-33 16,0-6-62-16,7-1-48 15,6-1-68-15,1-19-278 16</inkml:trace>
  <inkml:trace contextRef="#ctx0" brushRef="#br0" timeOffset="33958.4">10118 7150 782 0,'0'0'76'0,"0"0"135"15,0 0-88-15,0 0-69 16,0 0-39-16,0 0-15 0,0-20-2 15,0 20-65 1,12 0-101-16,3 0-374 0</inkml:trace>
  <inkml:trace contextRef="#ctx0" brushRef="#br0" timeOffset="34444.489">10479 6842 681 0,'0'0'102'16,"0"0"48"-16,0 0-32 0,0 0-82 15,0 0 0 1,0 0 0-16,-72 106 12 0,65-61-4 16,-2 3-18-16,2-1 2 15,2-2-4-15,2-6-14 16,3-3 0-16,0-5-6 15,0-5-2-15,0-5-1 16,3-3 2-16,11-7-3 16,0-4 2-16,7-5-2 15,-1-2 0-15,2 0-3 16,3-3-2-16,-1-10 4 16,-1-3 1-16,-4-2 0 15,2 0 0-15,-8-2 0 16,1-1 1-16,-7-2 1 15,-2 3-2-15,-5-1 1 0,0 3 1 16,0 1 0 0,0 3 1-16,-12 1-1 0,-3 3-1 15,-4 3-1 1,-3 2 0-16,0 3-1 0,-5 2-1 16,7 0 2-16,0 0 0 15,-1 0-2-15,6 3-17 16,3 6-40-16,3-1-42 15,6-1-63-15,3-2-176 16</inkml:trace>
  <inkml:trace contextRef="#ctx0" brushRef="#br0" timeOffset="35290.07">10939 6968 511 0,'0'0'66'0,"0"0"79"0,0 0-27 0,0 0-36 15,-87 3-23-15,66 23-7 16,3 5-1-16,5 5-19 15,4-1-6-15,4 0 1 0,5-2-10 16,0-4-9-16,0-5-2 16,12-4-4-16,3-4 1 15,3-8-3-15,2-4-5 16,2-4-10-16,3 0-19 16,-1-3 9-16,3-12-1 15,-5-3 13-15,1-4 5 16,-4-3 8-16,-7-1 0 15,-1-4 2-15,-8-2-1 16,-3 0 3-16,0 1 6 16,0 1 3-16,-9 5 7 15,-4 8 5-15,-3 6-5 0,1 8-10 16,-4 3-9 0,1 0-1-16,-3 10-13 0,8 9-45 15,5 1-91-15,7-2-187 16</inkml:trace>
  <inkml:trace contextRef="#ctx0" brushRef="#br0" timeOffset="35830.981">11431 6947 631 0,'0'0'57'0,"0"0"117"15,0 0-30-15,-105-38-65 16,72 38-41-16,5 11-11 0,1 11-9 16,10 4-5-1,3 2-8-15,11 0-3 0,3-2 1 16,0-4 0-16,11-4-3 16,-1-5-21-16,8-4-22 15,-2-7-7-15,4-2-8 16,-1 0 1-16,5-11-9 15,-5-7 1-15,2-3 36 16,-6-3 10-16,0-1 16 16,-3 3 3-16,-3 4 2 0,-6 4 11 15,-2 5 47 1,-1 5 43-16,0 3 3 0,0 1-36 16,0 0-46-1,3 15-23-15,-1 11 33 0,-2 6 1 16,0 4-7-16,0 4 9 15,0 0-7-15,0 3-9 16,-5 2 3-16,1-4-6 16,-5 0-1-16,5-6-6 15,1-2-3-15,1-9 5 16,-1-5-3-16,3-7-5 16,0-5-3-16,0-5 0 15,0-2-1-15,0 0-1 16,0-5-4-16,9-8-31 15,-3-3-42-15,1-3-51 0,-5-2-128 16,-1-3-466 0</inkml:trace>
  <inkml:trace contextRef="#ctx0" brushRef="#br0" timeOffset="36695.553">12081 6852 663 0,'0'0'75'0,"0"0"100"0,0 0-39 0,0 0-71 15,0 0-63-15,0 0 50 16,0 0 11-16,26 116-9 16,-19-66 9-16,2 2-18 15,-6-4-14-15,-2-2-19 16,-1-7 0-16,0-3-6 16,0-8-5-16,0-4 2 0,0-7-3 15,0-3-10-15,0-7-42 16,0-4-54-16,0-3-43 15,5-4-60-15,10-18-319 16</inkml:trace>
  <inkml:trace contextRef="#ctx0" brushRef="#br0" timeOffset="37056.317">12366 6948 741 0,'0'0'73'0,"0"0"7"0,0 0 15 15,-89 59-18-15,56-26-42 16,6-2-19-16,-1-3-8 16,7-7 0-16,4-5-6 15,1-3-2-15,8-6-6 16,-2-4-29-16,7-1-6 16,3-2 3-16,0 0 35 15,0 0-13-15,0-2 16 16,0-1 5-16,3 0 5 15,9 3 11-15,5 0 12 16,2 0-9-16,2 11 2 16,3 2-7-16,1-1-4 15,-4 2 6-15,0-1 0 16,-2-3-5-16,-1-1-8 0,0-5 1 16,1-2-5-16,1-2-4 15,-1 0-46-15,4 0-81 16,-1-5-169-16,2-9-288 15</inkml:trace>
  <inkml:trace contextRef="#ctx0" brushRef="#br0" timeOffset="37737.333">12657 7004 726 0,'0'0'168'0,"0"0"0"15,0 0-61-15,0 0-36 0,0 0-63 16,0 0 33-1,-4 43 2-15,4-20-5 0,0-1-10 16,0-2-7-16,0-2-4 16,0-1-8-16,0-5-7 15,-3-4 0-15,1-4-2 16,2-3-1-16,-1-1-18 16,1 0 1-16,0-1 6 15,0-14-24-15,6-7 17 16,7 0 3-16,3 2 6 15,1 0 10-15,2 6 0 16,-5 4 0-16,-1 5 16 16,-2 3 1-16,2 2-4 15,-1 3-7-15,0 13 6 16,0 2-5-16,-3 3 1 0,-3-2-6 16,3 2 5-16,-6-3-5 15,1-3 1-15,-2-2-1 16,1-6-2-16,-3-1 2 15,4-5-2-15,1-1-2 16,2 0 1-16,5-9 0 16,2-9-6-16,2-4 0 15,-1-2 4-15,4-1 3 16,0 2 2-16,-2 1-2 16,1 6 0-16,-5 3 2 15,2 3 1-15,-4 4 6 16,-1 4-9-16,0 2 1 0,-4 0-1 15,1 4 0-15,-3 13 2 16,-4 4 2-16,0 3-1 16,0 0 3-16,0-1 3 15,0 2 7-15,0-4-6 16,0-3 3-16,3-1-3 16,6-4-2-16,1-3-1 15,4-4 1-15,7-2 0 16,-1-2 0-16,5-2-2 15,0 0-3-15,6 0-3 16,2-2 0-16,0-8-4 16,1 2-24-16,-1-4-40 15,-9-2-93-15,-3-1-254 0</inkml:trace>
  <inkml:trace contextRef="#ctx0" brushRef="#br0" timeOffset="40366.584">6330 8499 577 0,'0'0'102'0,"0"0"100"0,0 0-72 0,0 0-18 0,0 0-70 16,0 0-40-16,0 0 45 16,0 86 6-16,0-42-12 15,0-1-9 1,0-2-10-16,0 0-1 0,0-6-14 15,0 1-3-15,-4-8 0 16,2-4-4-16,2-7-14 16,0-7-42-16,0-3-63 15,7-7-60-15,7 0-165 16</inkml:trace>
  <inkml:trace contextRef="#ctx0" brushRef="#br0" timeOffset="41008.591">6583 8645 670 0,'0'0'94'0,"0"0"-81"16,0 0 77-16,0 0 37 16,5 74-40-16,-2-58-35 15,0-1-7-15,3 0-11 16,-1-2-16-16,0-2-9 15,-2-1-6-15,0 1 1 16,0-4-1-16,-3-2-3 16,2-2-14-16,-2-3-20 15,0 0 5-15,0 0 19 16,0-13-23-16,0-1 16 0,0-3 16 16,0 3 1-16,1 0 0 15,10 4 9-15,8 2 8 16,3 6 10-16,1 2-4 15,4 0-7-15,-2 0 1 16,-1 10-6-16,1 3 0 16,-8 2 2-16,2 3-10 15,-7-3 1-15,-3 6-3 16,-6-4 0-16,-2-2 1 16,-1-3 0-16,0-3-1 15,0-3-2-15,0-3-10 16,-4-3-12-16,-5 0 8 15,3-2-2-15,0-11-9 16,2-5 14-16,4 2 2 0,0-4 8 16,0 1 2-16,0 1 4 15,12 2 7-15,5 2-4 16,5 3 5-16,1 4-4 16,1 3 2-16,0 4-4 15,-4 0 0-15,0 0-3 16,-2 16 2-16,-3 3-3 15,-2 2-2-15,-2 4 1 16,-5-4 0-16,0-2 0 16,-1 0-1-16,-4-5-7 15,2-4-28-15,0-6-26 0,1-4-87 16,2 0-119-16,3-4-178 16</inkml:trace>
  <inkml:trace contextRef="#ctx0" brushRef="#br0" timeOffset="41200.03">7192 8685 760 0,'0'0'54'0,"0"0"-22"0,0 0 62 16,0 0-45-16,0 75-34 16,3-50-5-16,0 0-2 15,0-4-2-15,3-5-2 16,-1-3-1-16,-1-3-3 15,3-6-13-15,-2-4-120 16,1 0-162-16</inkml:trace>
  <inkml:trace contextRef="#ctx0" brushRef="#br0" timeOffset="41392.852">7307 8331 876 0,'0'0'47'16,"0"0"86"-16,0 0-55 16,0 0-51-16,0 0-9 0,0 0-11 15,-55 64-3 1,68-37-4-16,4 3-37 0,2-1-91 16,-4-6-215-16</inkml:trace>
  <inkml:trace contextRef="#ctx0" brushRef="#br0" timeOffset="41655.456">7585 8499 730 0,'0'0'34'0,"0"0"90"16,-20 90 6-16,20-50-20 15,0 0-27-15,0-1-33 0,0-2 3 16,0-4-3-16,0-3-17 16,0-5-14-16,0-4-5 15,0-4-10-15,0-3 2 16,0-5-6-16,3-3-6 16,0-5-70-16,3-1-81 15,0 0-181-15</inkml:trace>
  <inkml:trace contextRef="#ctx0" brushRef="#br0" timeOffset="42028.489">7883 8887 753 0,'0'0'25'0,"0"0"51"16,0 0 15-16,0 0-44 15,103-77-24-15,-70 56-10 16,-2 1-2-16,1-4 2 16,-6-5-1-16,-5 2-3 15,-10-1-1-15,-8 4-6 16,-3 4 0-16,-6 5 2 16,-18 5-2-16,-7 10-1 15,-5 0-1-15,3 0 1 16,6 15 1-16,7 7 6 15,7 3 7-15,7 6 2 16,2 5 1-16,4-1-2 0,0 1 23 16,0-3-21-16,10-4-10 15,5-5-3-15,6-5-3 16,4-6-2-16,5-8-15 16,5-1-82-16,-1-4-113 15,7 0-433-15</inkml:trace>
  <inkml:trace contextRef="#ctx0" brushRef="#br0" timeOffset="42243.096">8824 8672 668 0,'0'0'53'16,"0"0"24"-16,0 0 35 15,0 0-42-15,0 0-39 16,94 0-23-16,-58 0-4 16,-3 0-4-16,-6 0-43 15,-11 0-130-15,-11 0-188 16</inkml:trace>
  <inkml:trace contextRef="#ctx0" brushRef="#br0" timeOffset="42385.518">8802 8871 749 0,'0'0'34'0,"0"0"134"16,0 0-73-16,94-7-65 15,-42-3-30-15,-1-1-13 16,1-1-113-16,-1-2-233 16</inkml:trace>
  <inkml:trace contextRef="#ctx0" brushRef="#br0" timeOffset="47490.179">10407 8345 638 0,'0'0'120'0,"0"0"-8"0,0 0 0 15,0 0-86-15,0 0 4 16,0 0 13-16,-28 100-13 16,25-63 1-16,0-2-2 15,-3-2-13-15,0-6 2 16,0-1-4-16,-3-7-5 16,5-2-7-16,-2-6 2 15,-3-5-2-15,7-4 3 16,2-2-3-16,0 0 6 0,0 0 2 15,0 0-6 1,0-5-3-16,0-3 0 0,0 0 0 16,2 1 0-16,13-1-1 15,0 3-2-15,4 2 1 16,0 3 1-16,2 0 0 16,0 0 2-16,3 0 0 15,-6 5 3-15,-2 2-1 16,-2 1 1-16,-1 2 0 15,-1 2-1-15,-1-1 11 16,-1 0-4-16,-4 3-1 16,-6 0-2-16,0-1 3 0,0 1 0 15,0 0 2 1,-12-1 3-16,-7-1-3 0,-7 0 2 16,-3-1-4-16,-3-2-5 15,4-2 1-15,0-3-7 16,-1 0 2-16,5-4 0 15,-1 0-2-15,4 0-12 16,9 0-11-16,2 0-30 16,7-7-30-16,3-6-48 15,0-4-122-15,10-5-199 16</inkml:trace>
  <inkml:trace contextRef="#ctx0" brushRef="#br0" timeOffset="47789.862">10413 8346 657 0,'0'0'73'0,"0"0"31"0,0 0 8 0,0 0-63 16,0 0 37-16,0 0-1 15,38 17-32-15,-22-9-14 16,9-4-12-16,7-2 7 16,5 0 12-16,8-2-33 15,-2 0-11-15,-7 0-1 0,-6 0-1 16,-4 0-6-16,-7 0-30 16,-5 0-39-16,0 0-57 15,-11 0-143-15,6 0-376 16</inkml:trace>
  <inkml:trace contextRef="#ctx0" brushRef="#br0" timeOffset="48577.401">10843 8415 50 0,'0'0'628'16,"0"0"-603"-16,0 0 77 15,0 0-29-15,0 0-47 16,106-19-7-16,-75 34 7 16,-10 5-5-16,0 1 3 15,-12-1-4-15,-3 1-3 16,-6-3 6-16,0 1-11 15,-9-3 2-15,-10-2-6 16,-2-3 2-16,-2-5-5 16,3-1-2-16,3-4 0 0,-1-1 1 15,6 0 0 1,-4-2-1-16,5-11-3 0,4-2 2 16,4-1 0-16,3 0 0 15,0 1 0-15,10 4-2 16,4 1 1-16,2 4 3 15,6 3 3-15,0 3 1 16,1 0-2-16,1 3-1 16,-2 11-2-16,-5 3-1 15,1 4-2-15,-11 1 1 16,-4 0 0-16,-3 0-1 16,0 1 1-16,-6 0 0 15,-16 1 0-15,-3-3 1 16,-5 1-1-16,0-5 1 15,-1-1-1-15,1-3 0 0,-3-2-1 16,3-1-13 0,-1-3-7-16,1-3 13 0,9-3 7 15,2 2 0 1,7-3 0-16,3 0 1 0,6 0 0 16,3 0 2-16,0-3 0 15,0-1-3-15,13-3-2 16,4 1 2-16,-1 1-1 15,9 2 0-15,-5 0 1 16,5 2 0-16,-1 1 2 16,-3 0 0-16,0 0 0 15,0 0 2-15,-2 3-1 0,-4 4 0 16,0-2 1 0,-3 2 4-16,-2 0-3 0,1-2-4 15,-4-1 1-15,-1-3 1 16,0 2-3-16,7-3-24 15,1 0-73-15,5 0-139 16,1-8-309-16</inkml:trace>
  <inkml:trace contextRef="#ctx0" brushRef="#br0" timeOffset="49058.654">11437 8389 808 0,'0'0'51'0,"0"0"70"0,0 0-38 16,0 0-40-16,-84-28-27 15,72 29-9-15,5 16-7 16,7 3 0-16,0 3 2 16,0 4 1-16,0 0-3 15,12 0 0-15,0-3-1 16,3 3 1-16,-1-6 0 15,-1 0 0-15,0-1 0 16,-4-2 0-16,-6 1 0 16,1-1 0-16,-4-1 0 15,0-1-1-15,-7 1-1 16,-11-3 2-16,-2-2-12 0,-3-2-12 16,-4-4-15-16,5-5-21 15,2-1 14-15,2 0 30 16,8-8 15-16,1-6 1 15,9-2 0-15,0-2 2 16,19-3 0-16,8-2 0 16,3 2-1-16,3 0 0 15,0 5-1-15,1 0 0 16,-3 3 0-16,-2 4-7 16,-4 1 2-16,-4 2-4 15,-8 2-12-15,-1 0-27 16,-3 1-52-16,-3-3-84 15,0-4-209-15</inkml:trace>
  <inkml:trace contextRef="#ctx0" brushRef="#br0" timeOffset="49485.488">11726 8488 696 0,'0'0'19'0,"0"0"118"0,-36 76-25 15,32-48-59-15,4-1-27 16,0-3-10-16,10-4-6 0,5-5-2 16,0-4-4-16,2-2-1 15,-1-4 4-15,2-4-3 16,3-1-2-16,0 0 0 15,0 0-1-15,3-11 1 16,-2-3-1-16,2-2 2 16,-5-4-2-16,-1-3 0 15,-6-4 2-15,-2 1 5 16,-7-3 6-16,-3-1 3 16,0 4 8-16,-11 5 5 15,-6 4 7-15,-11 5 2 16,-7 5-6-16,1 3-11 0,-3 4-18 15,4 0-3 1,6 0-1-16,5 10-3 0,4 4-42 16,7 2-43-16,8-2-105 15,3-4-297-15</inkml:trace>
  <inkml:trace contextRef="#ctx0" brushRef="#br0" timeOffset="50002.86">12706 8267 544 0,'0'0'20'0,"0"0"65"0,0 0 38 0,0 0-52 16,0 0 2-16,0 0-8 15,23-45 14-15,-23 36-24 16,0-3-10-16,0 1-8 16,-2-1-14-16,-13 3-14 15,-5 0-7-15,-3 3 1 16,-1 6-1-16,0 0-2 15,4 6 1-15,1 12-1 0,6 7 4 16,6 3-3 0,-1 4 14-16,8 1-3 0,0 2-1 15,0 0 4-15,0 0-3 16,0 1-4-16,6-1 2 16,0-4 1-16,-1-1 6 15,-2-3 5-15,0-5-8 16,-2-2-5-16,1-3-5 15,0-4-1-15,0-3-1 16,-2-5-1-16,0-2-2 16,0-3-4-16,3 0-30 15,-3 0-28-15,0-1-51 0,0-11-114 16,0-5-252 0</inkml:trace>
  <inkml:trace contextRef="#ctx0" brushRef="#br0" timeOffset="50161.989">12480 8479 793 0,'0'0'31'0,"0"0"80"0,0 0-64 0,0 0-37 16,122-21-10-16,-74 17-20 15,1-1-100-15,2-2-166 16</inkml:trace>
  <inkml:trace contextRef="#ctx0" brushRef="#br0" timeOffset="50752.794">13005 8306 594 0,'0'0'95'0,"0"0"88"16,0 0-33-16,0 0-79 15,0 0-62-15,0 0 1 16,-28 14-5-16,23 4 5 15,2 0-5-15,2 1-4 16,-4 1 3-16,5-5-4 16,-3 0-4-16,3-5-18 15,-3-1-26-15,0-4-12 16,-3 0 15-16,6 0 15 0,-1 0 21 16,1-2 8-16,0-3 1 15,0 2 1-15,0 0 12 16,0-2 27-16,0 0 13 15,0 0 1-15,5 0-21 16,6-4-7-16,0-2 2 16,2-3-7-16,0 1-7 15,2-4 0-15,-3 1-2 16,2-2-2-16,-4 0 2 16,-2-1-1-16,-2-1 1 15,-6 3-2-15,0 1-4 16,0 3-2-16,-13 8-4 15,-10 0-1-15,-3 0 0 0,-2 7-2 16,1 9 1-16,8 3 1 16,1 5 0-16,4 5-2 15,3 2 3-15,6-3 0 16,5-3 1-16,0-3-1 16,9-5 3-16,9-6-2 15,4-4 1-15,5-4-1 16,3-3 0-16,1 0-1 15,0 0 1-15,1 0 1 16,-4-7-2-16,-1 0 0 16,-3 0-8-16,-2 1-14 15,-4 1-31-15,-3-1-57 0,-4-3-88 16,-3 4-199 0</inkml:trace>
  <inkml:trace contextRef="#ctx0" brushRef="#br0" timeOffset="51534.489">13355 8479 713 0,'0'0'93'0,"0"0"58"0,0 0-20 16,0 0-71-16,91-54-38 16,-68 37-9-16,4 2 5 15,-10-2-7-15,2 0 1 16,-9 1-2-16,-6 2-5 15,-4 2-1-15,0 3-1 16,-13 4-3-16,-11 5 2 16,-6 0-1-16,2 1-1 0,1 15-1 15,8 6-1 1,7-1 2-16,4 5 0 16,7 0 0-16,1 1 0 0,0-5 2 15,6-5-2-15,9-5 1 16,4-5 0-16,8-6 3 15,3-1-2-15,2 0-2 16,3-9-1-16,2-7-13 16,-2-1-4-16,-3 0-8 15,0-5-2-15,-5-1 8 16,-2-2 9-16,-4-1 9 16,-5 4 2-16,-1 1 1 15,-7 3 5-15,-5 3 21 16,-3 4 25-16,0 1-12 15,0 4-6-15,0 3-13 0,0 3-7 16,-3 0-7 0,-5 0-6-16,-2 9 0 0,2 5 7 15,-1 6 7-15,-2 1 3 16,4 1 3-16,1 3-7 16,2 1-3-16,4-2-1 15,0 2-1-15,0-5-4 16,0-2 2-16,1-5-2 15,10-5 0-15,7-2-1 16,0-1-2-16,4-3 0 16,2-2 0-16,0-1 0 15,2 0-2-15,3 0-8 0,-2 0-19 16,-2-8-28-16,1-2-49 16,-7-4-36-16,-6-3-108 15,-5-6-289-15</inkml:trace>
  <inkml:trace contextRef="#ctx0" brushRef="#br0" timeOffset="51668.268">13870 8326 807 0,'0'0'152'0,"0"0"-30"0,0 0-27 0,0 0-45 15,134-29-50-15,-73 8-29 16,10-5-212-16</inkml:trace>
  <inkml:trace contextRef="#ctx0" brushRef="#br1" timeOffset="61047.048">5144 4735 470 0,'0'0'33'0,"0"0"15"0,0 0 60 0,0 0-5 15,0 0-13-15,0 0-33 16,-27-8-29-16,27 11-25 16,0 12 1-16,0 7 12 15,3 0 11-15,3-1 10 16,1 1-10-16,1-1-8 0,-4-1-7 15,-2-4 1-15,-1 0-1 16,-1-4 1-16,0-5-1 16,0 1-1-16,0-1-3 15,0-3 5-15,0-3-4 16,0 2 1-16,0-3-4 16,0 2-1-16,0-2 1 15,18 0 5-15,13-5 15 16,19-16 18-16,18-7-23 15,10-12-10-15,13-2-3 16,3-3-2-16,-6 0-4 16,-5 4-1-16,-14 7-2 15,-14 7 0-15,-19 8-1 0,-15 9-8 16,-9 4-15 0,-12 4-2-16,0 2-11 0,0 0-48 15,-22 0-65-15,-5 8-76 16,-6 4-107-16</inkml:trace>
  <inkml:trace contextRef="#ctx0" brushRef="#br1" timeOffset="62141.991">5411 5703 587 0,'0'0'30'0,"0"0"81"0,0 0-17 0,0 0-75 16,0 0-11-16,0 0 26 16,-10 68 27-16,20-39-24 15,3-3 7-15,-2 1-14 16,4-5-9-16,-2-2-10 15,-1-3 3-15,3-7 3 16,-2-4 1-16,7-6 0 16,21-3 16-16,27-25 9 0,35-16-31 15,43-12-9 1,36-6-3-16,21-3-20 0,20-7-182 16,4-9-491-16</inkml:trace>
  <inkml:trace contextRef="#ctx0" brushRef="#br1" timeOffset="67673.002">5936 2706 258 0,'0'0'140'0,"0"0"-95"0,0 0 8 0,0 0-32 0,0 0-21 15,0 0 0-15,0 0 27 16,-40 75 1-16,29-30-14 16,2 13 11-16,-2 8 14 15,3 7-6-15,2 0-15 16,0 0-4-16,6 1-3 15,0 0 10-15,0-3 0 16,0 0 3-16,0 0 0 16,0 3 4-16,0 2-3 15,0 1 16-15,0 1-15 16,-6 0-4-16,-3 2-5 0,-3 1-11 16,0-2-1-1,-3-5-1-15,-1-3-1 0,-2-3-2 16,3 0 7-16,-1 0 3 15,-2-1 0-15,1 2 4 16,-2 6 6-16,5 1-2 16,0-1 0-16,3 4-4 15,-1-8-2-15,-1 0-3 16,5 1 2-16,-1-1-1 16,1 3-1-16,-3-3 1 15,-4 4 2-15,-3 1 3 16,2 2-2-16,1-5-10 15,3-2-1-15,6-1-1 16,0-4 1-16,6 1 3 16,-3-3-6-16,0-5 1 0,3-3 1 15,-3-1 0-15,1 3 0 16,-2 1 0-16,-5 2-1 16,3 4 0-16,2-2 0 15,-4 0 0-15,5-3 0 16,-4-2 0-16,2-1-1 15,4-5 0-15,-2-4 0 16,1-3 0-16,-1-4-2 16,0-3 2-16,3 1 0 15,-4 4 0-15,2 7 0 16,-5 1 0-16,1 1 0 16,0 3 1-16,0 0-1 15,0-4 1-15,-3 3-1 0,2-1 0 16,-1 1 0-16,-1-2 1 15,5 1-1-15,-2-5 0 16,1-1 0-16,1-1 0 16,-1 4 0-16,4-1 1 15,-4 0-1-15,-3 2 2 16,0-1-1-16,5 1-1 16,-6 2-3-16,2-3 3 15,2 2 1-15,-1 2-1 16,2-4 0-16,-1-1 0 15,-1-5 2-15,6-1-1 16,-4 1-1-16,1 0 0 0,-2 1 0 16,4 2 0-1,-4-2-2-15,2 0 5 0,-1-3-2 16,-2 1-1-16,-6-3 0 16,6-1 0-16,0-4 0 15,0-3 0-15,4-2 0 16,-2 3 0-16,0-4 1 15,-1 1-1-15,4-2 0 16,-4 0 0-16,4-4-1 16,-1 0 3-16,1-1-4 15,-4-1 4-15,2 0-2 16,3 0 0-16,0 0 0 16,0-3 0-16,0 1-1 15,0-2 1-15,0 1-1 0,0-6 1 16,0 1 1-16,0-5-1 15,0-3 0-15,0-3 0 16,0 1-1-16,0 3 1 16,0-1 0-16,0-2 0 15,0 3 0-15,0-3 0 16,0-1 1-16,0-1-1 16,0 0 1-16,0 1-1 15,0-2 0-15,0-1 2 16,0 0 0-16,0 0-2 15,3 4 0-15,6-3-2 16,10 3 1-16,14-1 1 0,8 1 2 16,5-2-2-1,6 1 0-15,3 1 0 0,5 1 0 16,6-2 1-16,4 1 0 16,4-4-1-16,-2 0 0 15,3 0 0-15,-1 0-1 16,1-3 0-16,7-3 1 15,0-2 0-15,5 0-2 16,2 3 4-16,2-2-2 16,3 6 1-16,-1-2-1 15,2 3 1-15,2-4-1 16,1 0 0-16,-1-3 1 16,0-3-1-16,0 0-1 0,-1 0 0 15,5 0 0-15,-1 3 1 16,2-2 0-16,2 2 0 15,-1-1 0-15,0 1 2 16,3 0-2-16,0 0 1 16,-2 0-1-16,2-2 0 15,-6-1 0-15,-1-1-3 16,-1 2 3-16,-3 0 0 16,1 0 0-16,-2 1 0 15,0 0 0-15,0-1 2 16,-3 2-2-16,0-2 1 15,3 1-1-15,3-1 0 16,-1-2 0-16,-1-1 0 16,-1 2-1-16,0 1-1 15,0-1 2-15,1 4 0 0,-5-5 0 16,1 6 0 0,-3-1-1-16,-3 0 1 0,3 1 2 15,0 0-2-15,0 1 0 16,0 0-1-16,-1 0-1 15,-5 1 2-15,3 2 0 16,-3-2-2-16,3 0 2 16,0 0 0-16,-2 0 0 15,0 2-2-15,-3 1 1 16,-1 0-1-16,0 0 2 0,-4 0 0 16,2 0-2-1,-3 0 1-15,-2 4 0 0,-4 2 1 16,-3 1-1-16,-5-3 0 15,3 4 1-15,-2-2-2 16,3 0 2 0,0-2 0-16,-3 2-1 0,4-1 1 15,-7 4 0-15,0-3 0 16,-5 1 1-16,0-2-1 16,1 0 0-16,-5 3-1 15,-1-4 1-15,-2 2 3 16,0-2-3-16,5-2 1 15,1 1-2-15,3 0 1 16,0-1 0-16,1-1 0 16,-3 0 0-16,-3-1 0 0,2 0-1 15,1 0-1 1,7 0 2-16,3 0 0 0,4 0 1 16,8 0-1-16,-1 0 0 15,5-4 0-15,0 0 0 16,3 0 0-16,-1 0 2 15,-2 2-2-15,-3-2 1 16,0 4-1-16,-3-1 2 16,-4-2-2-16,-3 2 0 15,-11-4-1-15,-9-1-1 16,-10 6 2-16,-10-1 0 16,-3-1 0-16,-8 2 0 0,-6 0 0 15,1 0 0-15,-5 0 2 16,1-2-2-16,-3 1 2 15,0-4 1-15,1 0-2 16,-2-4 0-16,1 1 0 16,-1-2-1-16,1-2 1 15,-1 4-1-15,-1-3 0 16,1-2 0-16,-1-2 0 16,-1-2 1-16,0-3-1 15,4-4 0-15,-3-6 0 16,-1-4 0-16,0-5 0 15,0-6 0-15,0-3 0 16,0-3 0-16,0 0 0 0,0 2 0 16,0-1 0-1,-1-2 2-15,-10-2-2 0,-2 0-2 16,-1-4 2-16,-4 1 2 16,2-5-2-16,-3 0 0 15,1-7 0-15,3-2 0 16,0 2 0-16,3 2 1 15,3 2-2-15,3 2 1 16,0 1 0-16,5 0 0 16,-1 1 1-16,1 1-1 15,-1-1-1-15,1 0 1 16,1-1 0-16,0 1 0 16,0-2 0-16,0 0 0 15,0-1 0-15,0-2-2 0,0-5 2 16,0 2 1-16,4 0 0 15,-1 4-2-15,-1 5 0 16,-1-3 0-16,-1 3 2 16,0-4-1-16,0 3 0 15,0 1-1-15,0-2 1 16,0-2 0-16,0-1-2 16,0-2 1-16,0 3 1 15,0-2 0-15,0-2 1 16,-6-5-1-16,-1 1-1 15,-4 2 1-15,-1 3 0 16,2 3 0-16,-2 1-1 16,-2 0 1-16,5-4-2 0,-2 6-4 15,-1-4 5-15,2 2-1 16,0-1-3-16,1 0-1 16,2-1 4-16,-4 1-1 15,-2 1 2-15,4-2-1 16,-4-3 1-16,2-4 0 15,0 0 0-15,-3 1 0 16,2 3-1-16,-1 1 2 16,0 1-5-16,3-1 2 15,0 3-2-15,-1 2 4 16,0 2 1-16,0 1-1 16,-1 1-4-16,0 0 5 0,0 2-1 15,1 1 0 1,-2 1 0-16,4 2 1 0,-3-2 0 15,2 1-6-15,-1-1 5 16,2 4-2-16,-1 2 3 16,1 5 0-16,1 2 0 15,1 2 0-15,0 4 0 16,1 0 0-16,0 0 1 16,-1-1-1-16,1 0 0 15,-1-2 1-15,3 0-1 16,-2 0 0-16,3-3 0 15,-2 1 0-15,-2-1 0 16,-1 2-2-16,1-4 2 0,-2 5-1 16,3-2 0-1,-3 1-3-15,3 0 1 0,0 4 0 16,0 2 3-16,-1 1 0 16,1 1 0-16,1 4 1 15,-1 2-2-15,2-1 2 16,-5 0-1-16,4 1 0 15,1-1 0-15,-1 3-1 16,-1 4 2-16,5 4-1 16,-5 6 1-16,2 1-1 15,-1 3-2-15,2 3-2 16,0 0 4-16,-3 2 0 0,-3 0-4 16,-6 0-2-1,-5 2 1-15,-5 8 4 0,-8 4 1 16,-5 0-2-1,-5 2 2-15,-8 0-8 0,-3-5-10 16,-1 3 3-16,0-6 5 16,3 2 4-16,4-5 6 15,0 0-2-15,5 0-1 16,-2-3 0-16,-1-1 3 16,-5 0-1-16,-4 2 0 15,-6-3-1-15,1 3-1 16,3-3-3-16,0 5-7 15,4-3 8-15,-4 1-1 0,-1-1 4 16,0 3-2 0,5-2 3-16,0-3 0 15,-2 0 1-15,1 0 0 0,-3 0-2 16,-8 0 2-16,-4 0 0 16,-4 0-1-16,-6 2-4 15,7-2 1-15,-3 0-2 16,0 0 1-16,0 0 0 15,-1 0-3-15,4 0-12 16,-1 0 7-16,3 0 2 16,0 0 2-16,-6 0 7 15,-2 0-5-15,-4 0-9 16,0 0 5-16,-3 0 3 16,6 0-1-16,3 0 8 0,-2 0 0 15,4 0 0-15,-5 0 1 16,-4 0 0-16,5 0-2 15,0 2-1-15,-6 1 1 16,4 0 1-16,-8 6-1 16,-6-2 0-16,-6 0-3 15,-2 0-3-15,-2-2 5 16,1 3-5-16,0-2 8 16,-4 0 0-16,1 1 0 15,3-5 1-15,6 5-1 16,4-2-1-16,4 0 1 15,-5-1 0-15,0-2 0 16,-2 0 0-16,1-2 1 0,4 0-1 16,3 0 0-1,7 0 0-15,7 2 2 0,5-1-2 16,6 0 0-16,2 2 0 16,3 0 0-16,3 3-3 15,-2 3 2-15,-7 6 0 16,-5 1 1-16,-2 0 0 15,-1 2 1-15,5-5-1 16,3 2 0-16,6-4 1 16,1-2-1-16,8-4 1 15,1-3 0-15,6 0 0 16,2-2 0-16,1 0-1 16,2 0 3-16,-2 0-1 15,-3 0 0-15,2 0-2 0,-2 1 0 16,0 2 1-16,-2 0-1 15,0 0 4-15,-3 1-3 16,3-1 3-16,0 1-4 16,5-1 2-16,3 0-1 15,3 0 2-15,5-1 3 16,4 1-1-16,7-1 7 16,4-2 15-16,4 0-9 15,0 0 0-15,5 0 0 16,-2 0-3-16,0 0-5 15,-3 0-3-15,-3 0-2 16,-3-3-4-16,-1-1 0 16,-2 1-1-16,-3-3 0 0,0 3 2 15,1 2 0-15,0-2 3 16,-4 0 13-16,4 0-8 16,-5-1-10-16,3 2 2 15,1 0 0-15,4 0-2 16,1 0 1-16,1 0-1 15,4 2 0-15,4 0 0 16,1 0 0-16,3 0 1 16,2 0-1-16,-2 0 0 15,3 0 1-15,0 0-1 16,0 0-1-16,0 0 0 16,0 0 0-16,0 0-3 0,0 0-37 15,0 0-77-15,4 14-44 16,-1 2-115-16</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1:17:50.873"/>
    </inkml:context>
    <inkml:brush xml:id="br0">
      <inkml:brushProperty name="width" value="0.05292" units="cm"/>
      <inkml:brushProperty name="height" value="0.05292" units="cm"/>
      <inkml:brushProperty name="color" value="#00B0F0"/>
    </inkml:brush>
    <inkml:brush xml:id="br1">
      <inkml:brushProperty name="width" value="0.05292" units="cm"/>
      <inkml:brushProperty name="height" value="0.05292" units="cm"/>
      <inkml:brushProperty name="color" value="#FFC000"/>
    </inkml:brush>
  </inkml:definitions>
  <inkml:trace contextRef="#ctx0" brushRef="#br0">14953 1798 693 0,'0'0'108'0,"0"0"42"0,0 0-61 0,0 0-65 0,0 0-17 16,0 0 6-16,-13 80 5 15,10-39 15-15,3 0 10 16,0 1-13-16,0-2-8 15,0-1-9-15,0-4-1 16,4-2-9-16,1-5-3 16,0-4 6-16,-1-4-6 15,2-4 1-15,0-5-2 16,0-3 0-16,1-2-1 16,3-4-11-16,-2-2 5 15,1 0 7-15,7 0 1 16,-2-12 6-16,4-9 0 0,-3-5-3 15,1-2-2-15,-2-3 2 16,-1 0-2-16,-3-1 1 16,-2 6 2-16,2 1-2 15,-4 3-1-15,2 6 1 16,-4 3 0-16,-1 8 1 16,-1 2 0-16,1 3-3 15,1 0-9-15,2 12-3 16,-1 10 12-16,2 1 0 15,-2 3 11-15,3-2-7 16,0 1 0-16,-1-2 1 16,3-2 1-16,0-5 0 0,0 3-3 15,1-5 2-15,2-5 1 16,1-4-5-16,2 0 3 16,4-5 0-16,0 0 0 15,4 0-1-15,1-13-3 16,-3-7-2-16,0-4-8 15,-3-4 6-15,-2 2-10 16,-4-2 10-16,-3 3 1 16,-4 2-1-16,-1 5 1 15,-1 4 3-15,-4 4 0 16,0 3 0-16,0 6-1 16,0 1 1-16,0 0-8 15,0 0-5-15,0 15 13 0,0 5 0 16,0 1 10-16,0 6 1 15,0-5 0-15,0 3-2 16,0-3 3-16,0 1-5 16,0-3-2-16,0-4-1 15,0-5-2-15,0-3 0 16,0-1-1-16,0-6-1 16,0-1 0-16,0 0 0 15,0-6 2-15,5-8-2 16,2-8-12-16,4-5 10 15,2 1-3-15,-1 1 0 16,3 5 3-16,-5 6 0 16,-1 6-1-16,-1 4 2 0,2 2 0 15,-2 2-4-15,2 0-2 16,5 7 7-16,0 9 0 16,3 0 2-16,-3 4 3 15,0 2-1-15,-3 0 2 16,-1 0 3-16,0-3-6 15,-3-5-1-15,-4-1 1 16,2-4-2-16,-3-4 2 16,0-3-2-16,0-1 0 15,0-1 3-15,3 0 4 16,6-13 4-16,0-8-11 16,3-5 0-16,1-1-1 15,-1-3 1-15,0 3-1 16,-5 3 0-16,1 4-1 0,-5 6-1 15,-5 5 2-15,2 5 0 16,-3 4-2-16,0 0-4 16,0 0-21-16,0 14 10 15,0 8 17-15,0 0 3 16,0 3-2-16,3 0 2 16,3-3-2-16,0-4 0 15,1-1-1-15,1-4 1 16,0-5 1-16,1 0-1 15,2-7-1-15,4-1 4 16,5 0 5-16,2-16-9 16,1-5-9-16,0-5-4 0,0-6 0 15,-3-6 9-15,-3 2-1 16,-1-3 3-16,-5 2 2 16,-2 5 1-16,-6 7 0 15,-1 5 4-15,-2 9 1 16,0 4 10-16,0 3-8 15,0 4 5-15,0 0-13 16,-8 0-4-16,0 17-5 16,-1 4 7-16,-1 5-1 15,4 4 3-15,2 1 0 16,-1 0 6-16,3-1-4 16,1-2 3-16,1-4-4 15,0-4 0-15,0 0 4 0,5-7-2 16,7-2-2-1,2-5 1-15,3-4 6 0,4-2-2 16,2 0-6-16,3-4-17 16,0-13-29-16,2-4-37 15,-1-6-59-15,-4-6-86 16,-5-3-222-16</inkml:trace>
  <inkml:trace contextRef="#ctx0" brushRef="#br0" timeOffset="162.499">16229 1902 645 0,'0'0'206'0,"0"0"-50"0,0 0-40 15,0 0-57-15,0 0-34 0,0 0-6 16,94 0-19-16,-41 0-86 16,3 0-108-16,6 0-120 15,4 3-34-15</inkml:trace>
  <inkml:trace contextRef="#ctx0" brushRef="#br0" timeOffset="854.518">16875 1927 647 0,'0'0'287'15,"0"0"-83"-15,0 0-74 16,0 0-65-16,0 0-36 16,0 0-17-16,-27 27-1 15,19-8-1-15,2 0-8 16,2 2-2-16,4 2-2 0,0-2 2 15,0-1 2-15,0-2-2 16,0-4-17-16,6-4-7 16,2-4-4-16,2-6-2 15,3 0 24-15,1-3 6 16,2-13 3-16,-4-2-1 16,-1-5 2-16,-3-2 0 15,-5 0 4-15,-3-1 2 16,0 5 14-16,-1 3 7 15,-12 4-2-15,1 4-17 0,1 4-12 16,4 3 0 0,4 3-2-16,3 0 0 0,0 0-12 15,0 0-23-15,19 4 19 16,6 1 6-16,5-4 0 16,3-1-9-16,0 0-16 15,-3-11 0-15,3-7 7 16,4-6 13-16,0 0 9 15,-1-5 8-15,-10 3 3 16,-10 0 1-16,-9 3 5 16,-7 3 14-16,0 1 12 15,0 4-5-15,-6 3 9 16,-7 1-18-16,7 7-5 16,0 2-4-16,-2 2-8 15,-2 3-4-15,3 16 0 0,-1 5 3 16,1 5 3-16,0 2 5 15,5 3 1-15,1 3-2 16,-1 0 3-16,2 0 2 16,0 2 7-16,0-1-4 15,0-3-10-15,0 1 0 16,0-4-4-16,-3-1 0 16,0-4-2-16,3-3 0 15,0-2 0-15,-2-6-2 16,2 0 1-16,0-7-1 15,0-3-3-15,0-3-18 16,0-3-17-16,0 0-6 0,0-13-58 16,0-14-115-16,0-6-221 15</inkml:trace>
  <inkml:trace contextRef="#ctx0" brushRef="#br0" timeOffset="1000.178">17126 2009 368 0,'0'0'509'0,"0"0"-378"0,0 0-25 16,0 0-64-16,0 0-42 15,0 0-1-15,80-7-127 16,-37 3-198-16</inkml:trace>
  <inkml:trace contextRef="#ctx0" brushRef="#br0" timeOffset="2730.05">17834 1855 406 0,'0'0'485'15,"0"0"-338"-15,0 0-29 16,0 0-66-16,0 0 34 16,0 0-11-16,-28 57-26 15,28-38-11-15,0 1-22 16,0 0-4-16,0-2-7 15,0 0-1-15,0-2-3 16,0-3 1-16,-2-1-2 16,-5-6-9-16,-2-3-5 0,2-3-11 15,1 0 0-15,1-5-4 16,5-10 5-16,0 1 2 16,0-2 14-16,0 1 8 15,8 3 6-15,2 0 7 16,-3 4 3-16,1 2-2 15,0 6-6-15,6 0-3 16,1 0-5-16,6 9 0 16,-2 5 3-16,-4 4-3 15,-2 0-1-15,-2 1 0 16,-5-2 1-16,-4-2 0 16,-2-1 0-16,0-3-2 15,0-4-6-15,0-2-8 0,-2-5-3 16,-1 0 10-16,-3 0 9 15,6-9-1-15,0-6 0 16,0-5 2-16,0-2 1 16,12-4 13-16,6 0 0 15,0 3-3-15,3 1-10 16,-2 7-1-16,-2 4-1 16,-4 4 0-16,-4 4-1 15,3 3-2-15,1 0 2 16,-1 3-1-16,-1 11-8 15,-4 3 7-15,-2 3 3 16,-4 2 1-16,-1-2 2 0,3-2-1 16,-3-2-2-16,3-2 0 15,2-3-1-15,9-3-1 16,6-2-11-16,5-4-14 16,10-2-7-16,6 0 12 15,-5-11 11-15,6-9 11 16,-6-3 1-16,-5-1 6 15,-2 0 17-15,-10 3 27 16,-9 4 14-16,-5 3-1 16,-5 2-5-16,0 4-14 15,0 3-17-15,-5 2-12 16,-11 3-16-16,-3 0 0 16,-4 1-4-16,4 12 1 15,4 5 0-15,4 0-12 16,4 4-3-16,0-4 5 0,2-1-3 15,5-5 2 1,0-3 3-16,0-3-6 0,5-4-2 16,5-2 9-16,8 0 10 15,1-1 1-15,-2-8-1 16,-4 2 1-16,1 4 1 16,-10-2 2-16,5 5 6 15,-6 0-8-15,1 0-2 16,2 0-7-16,1 7 7 15,0 4-1-15,2 1 1 16,-2-2 0-16,1 2 2 16,0-3-2-16,0-2 0 0,-2-3 3 15,2-1-1-15,0-3-2 16,0 0-1-16,7 0 1 16,4-7 0-16,3-9 0 15,4-3 0-15,1-3 2 16,3 0-1-16,0 1 4 15,-2-1 10-15,-3 1 7 16,-1 2-1-16,-3 3-7 16,-8 1 0-16,-3 2-5 15,-3 0-5-15,-6 3 0 16,-1 3-2-16,0-1-2 16,0 7-1-16,-1 1-5 15,-10 0-4-15,1 1-5 0,1 17-1 16,-1 5 1-1,8-2 3-15,-1 0-2 0,3 0-1 16,0-3-1-16,5-6-6 16,9 1 1-16,1-6-2 15,3 0 9-15,-3 0 10 16,2-3 4-16,-7 0 0 16,-7-4-2-16,0 3 0 15,-3-3-9-15,0 2 9 16,0-2 2-16,0 0 1 15,6 0-1-15,0 0 1 16,3 0-1-16,5-2-3 16,2-8-6-16,-1-3-1 15,4-2 5-15,-3-2-4 0,-4 1 1 16,-6 1-8-16,-6 3 8 16,0 4 8-16,0 3 3 15,0 2 9-15,0 0 5 16,0 2 3-16,0-1 1 15,0 0-3-15,0 2-6 16,0 0-10-16,0 0-2 16,0 0-5-16,7 0 5 15,0 0 2-15,-1 6-2 16,1 0 1-16,-1 0 0 16,-1 0-1-16,0 1 0 0,2 0 0 15,-3 2 0 1,2 1 1-16,0 1 4 0,1 1-2 15,4-1-2 1,3 2 3-16,-3-2 3 0,3-2-5 16,-4-3-2-16,-4-2 2 15,2-1-1-15,-5 0 1 16,-3-3-1-16,0 0-1 16,0 0 3-16,0 0-3 15,0 0 0-15,0 2 4 16,0-1-1-16,-6 0-2 15,-1 4-1-15,-1-2 0 0,-3-1-5 16,1 3-31 0,-5-1-50-16,-5-4-135 0,0 0-343 15</inkml:trace>
  <inkml:trace contextRef="#ctx0" brushRef="#br0" timeOffset="3224.529">18971 1894 518 0,'0'0'217'0,"0"0"-26"0,0 0-30 16,0 0-84-16,0 0-55 16,0 0-15-16,-97 4-4 15,69 14-3-15,5 4 1 16,10 0-1-16,7 1-2 15,2-1 2-15,4-1 0 16,0-5 1-16,19-1 4 0,3-2 5 16,2-3 4-16,-3-1-11 15,-2 0-1-15,0-2 2 16,-8-2-2-16,-6 3 2 16,-1-3 7-16,-4 3-2 15,0 2 20-15,-18 0 9 16,-9 1 9-16,-7-2-20 15,-8 2-16-15,-11 0-7 16,-3 0-4-16,-6-1-14 16,-5 1-166-16,4 1-432 15</inkml:trace>
  <inkml:trace contextRef="#ctx0" brushRef="#br1" timeOffset="9498.97">13754 3061 562 0,'0'0'70'0,"0"0"35"0,0 0 15 0,0 0 0 15,0 0-47-15,0 0-23 16,0 0-50-16,0-28 2 16,0 68 32-16,0 6 16 0,0-2-7 15,0 3-19 1,0-1-2-16,0-2-7 0,0-3-5 16,0-4-1-16,0-4-3 15,0-5-1-15,0-6-2 16,0-1 0-16,0-5-1 15,0-5-1-15,0-4-1 16,0-4-4-16,0-3-29 16,0 0-11-16,6-3-22 15,7-15-40-15,8-7-84 16,4-4-140-16</inkml:trace>
  <inkml:trace contextRef="#ctx0" brushRef="#br1" timeOffset="9778.965">14161 3104 474 0,'0'0'108'0,"0"0"28"16,0 0-45-16,0 0-60 16,0 0 87-16,3 76-46 15,-3-36-11-15,0 1 0 16,2-2-10-16,2 1-17 15,2-3-11-15,-1-3-12 16,2-4-4-16,-4-2-2 16,0-1-3-16,0-6 0 15,0-3-2-15,1-7-7 0,-2-6-48 16,7-5-70-16,0 0 11 16,3-11-44-16,5-13-225 15</inkml:trace>
  <inkml:trace contextRef="#ctx0" brushRef="#br1" timeOffset="10158.684">14482 3248 342 0,'0'0'404'16,"0"0"-341"-16,0 0-15 16,0 0 34-16,0 0-29 15,-90 79-17-15,62-56-16 16,4-4-9-16,2-1-5 0,1-6-4 15,4-2-2 1,1-3 0-16,10-3-21 0,-2-3-12 16,5-1 0-16,-1 0-3 15,3 0 12-15,1 0 2 16,0 0 1-16,0 0 21 16,0 0 0-16,5 0 2 15,6 0 7-15,3 7 12 16,2 5 8-16,3 2 5 15,-1 3-7-15,3 1 1 16,1 0-7-16,1 2-1 16,1-1-4-16,-4-2-7 15,2-5-7-15,-2-2 1 16,1-4 0-16,4-5-3 0,0-1-41 16,3 0-79-16,2-10-94 15,0-12-116-15</inkml:trace>
  <inkml:trace contextRef="#ctx0" brushRef="#br1" timeOffset="10887.833">14871 3300 503 0,'0'0'202'15,"0"0"3"-15,0 0-44 16,0 0-40-16,0 0-49 16,0 0-13-16,-24-69-46 15,1 79-9-15,-4 13-2 16,3 2 4-16,3 3-5 15,7-1-1-15,7-2-2 0,6 0 1 16,1-6 1 0,0-1 2-16,3-3-2 0,11-7 0 15,5-3-9-15,1-5-2 16,2 0-3-16,-2-5-14 16,-1-9 0-16,1-3 0 15,-4-1-13-15,-1 1 6 16,-4 0 16-16,-4 4 4 15,-1 1 14-15,-3 7 1 16,-2 2 3-16,1 3 9 16,-2 0-5-16,0 0-6 15,0 12 0-15,0 9 18 0,0 3-1 16,0 7-3-16,0 10-2 16,0 4 1-16,-2 6 2 15,-2 2 0-15,0-1-2 16,2-2 4-16,2-4 1 15,0-2-4-15,0-3-3 16,0-1 2-16,0-4-6 16,0-3 0-16,2-5-3 15,-2-3-1-15,0-7-1 16,0-6 1-16,0-1-2 16,0-5 0-16,-6-2 4 15,-5-2-4-15,2-2 4 16,-6 0-3-16,0 0 0 0,-1 0-1 15,-2-9-1 1,-2-5 1-16,1 0-2 0,0-4 1 16,1-3 1-16,4-5 4 15,3-1-4-15,0-2 1 16,9-4 0-16,2-2-1 16,0-2 5-16,0-1-6 15,11 2 1-15,5 0-2 16,2 6 0-16,3 3 0 15,1 5 0-15,0 2-2 16,1 8 2-16,0 5 0 16,-5 3-1-16,0 4-1 0,-1 0-5 15,1 5-39 1,3 5-44-16,1-2-62 0,1-2-166 16</inkml:trace>
  <inkml:trace contextRef="#ctx0" brushRef="#br1" timeOffset="11171.605">15605 3419 619 0,'0'0'104'0,"0"0"21"15,0 0-45-15,0 0-34 0,0 0 17 16,0 0 1-16,33 12-20 16,-2-6 6-16,7-3-9 15,1-2-27-15,1-1-7 16,-5 2-3-16,-3-2-4 16,-5 1 0-16,-11 1-42 15,-7 1-99-15,-9 1-143 16,0 3-121-16</inkml:trace>
  <inkml:trace contextRef="#ctx0" brushRef="#br1" timeOffset="11459.876">15572 3643 556 0,'0'0'99'0,"0"0"43"16,0 0-24-16,0 0-44 15,0 0-30-15,0 0 10 16,32 8-17-16,-7-6-19 16,11 1 3-16,0-2-3 15,-3-1-9-15,-4 0-4 16,-2 0-4-16,-6 0 0 16,0 0 2-16,-2 0-2 15,-5 0-1-15,-1 0 0 16,-4 0-1-16,-1-4-25 15,-4 1-29-15,-1-1-37 16,-3-3-108-16,0 0-347 0</inkml:trace>
  <inkml:trace contextRef="#ctx0" brushRef="#br1" timeOffset="12245.047">16618 3272 570 0,'0'0'130'0,"0"0"7"0,0 0 13 0,0 0-60 16,0 0-43-16,0 0-46 16,-10 4 0-16,8 27 45 15,1 3 4-15,1 2-10 16,0-1-4-16,0-1 0 16,0 0-9-16,0-1-8 15,0-1-5-15,0-2-10 16,0-1 3-16,0-7-5 0,0-2-1 15,-2-4-1 1,2-3 0-16,0-3-18 0,0-1-51 16,5-5-45-16,13-4-29 15,4 0-90-15,2-3-231 16</inkml:trace>
  <inkml:trace contextRef="#ctx0" brushRef="#br1" timeOffset="12731.206">16931 3444 624 0,'0'0'119'0,"0"0"-12"15,0 0-49 1,0 0-13-16,0 0 5 0,0 0-21 16,-47 86-5-1,47-59-4-15,0 1-4 0,0-2-4 16,0-3-1-16,1-4-2 15,10-5-7-15,2 0 1 16,3-4 3-16,0-5 2 16,6 0-4-16,-1-5-1 15,0 0 1-15,3 0-3 16,-2-10 0-16,-4-4 2 16,3-4-2-16,-5-3 1 15,-1-3-1-15,-1-2-1 16,-4-2 2-16,-1 4 3 15,-3 1 0-15,-3 1 20 0,-3 2 5 16,0 2 2-16,0 1-2 16,0 1-5-16,-6 3-11 15,-3 2 3 1,-6 4-5-16,-2 2-4 0,-3 3-6 16,-4 2 0-16,-4 0-2 15,0 0 0-15,-4 2 3 16,3 3-3-16,4 2 0 15,3-3-1-15,7 1-2 16,4-3-17-16,8-2-48 16,3 0-67-16,0 0-76 15,20-8-384-15</inkml:trace>
  <inkml:trace contextRef="#ctx0" brushRef="#br1" timeOffset="13317.195">17305 2849 626 0,'0'0'84'0,"0"0"13"0,0 0 3 0,0 0-33 16,0 0-31-16,0 0-15 0,97-66-3 15,-77 68-4 1,-5 18 6-16,-3 1 4 0,-6 2 5 16,-6 2-16-16,0-1-2 15,0-1-4-15,-13-5 6 16,-4-2-4-16,1-5-6 16,3-4-3-16,5-5 0 15,2 0-1-15,5-2-2 16,1 0 3-16,0 0-3 15,0 0-11-15,13 0 8 16,5 0 2-16,6 0 4 16,0 0 0-16,-1 0 0 15,0 1 1-15,-1 9 0 16,-2 3 0-16,-5 3 4 0,-1-1 6 16,-1 2-4-16,-6 1 6 15,-4 2-4-15,-3-3 6 16,0 0-7-16,0-1 6 15,-6-4 7-15,-6 1 6 16,-6-3 1-16,0-2 2 16,-6-2-7-16,-4-2-4 15,-3-1-11-15,-1-3-2 16,0 0-3-16,2 0 1 16,3 0-2-16,5-3-1 15,3-3-1-15,3-3-2 16,4 2-36-16,6 0-63 15,5-2-140-15,1 1-524 0</inkml:trace>
  <inkml:trace contextRef="#ctx0" brushRef="#br1" timeOffset="14306.779">18280 3366 632 0,'0'0'154'0,"0"0"26"15,0 0-84-15,-83-50-43 16,53 47-23-16,-3 3-10 16,8 0-9-16,1 12-3 15,3 7-8-15,6-1 1 16,3 1-1-16,3-4-3 0,6 3 3 15,3-4 0 1,0 2-1-16,0-4-5 0,0-4-9 16,17-3 1-16,2-3 13 15,8-2-7-15,7 0-10 16,3-11-19-16,1-6 15 16,-4-5 2-16,-6 1-5 15,-7-1 17-15,-6 2 8 16,-6 2 3-16,-3 3 0 15,-6 6 8-15,0 2 24 16,0 3 4-16,0 2-2 16,0 2-27-16,0 0-10 0,0 6-22 15,0 12 22 1,0 6 2-16,0 6 0 0,0 1 4 16,0 6 1-16,1 3-1 15,1 6-4-15,1 1 3 16,0-1 0-16,-1 0 6 15,-2-3 0-15,0-3 2 16,0-1 4-16,0 0-3 16,0 1-5-16,0-5-1 15,0 3 0-15,0-4-6 16,-5-5 3-16,0-6-4 16,-3-5 2-16,0-3-1 15,-1-8-2-15,3 0 3 16,-2-6-3-16,-3-1 0 15,0 0-4-15,-5-3-2 0,-5-12-8 16,-1-1-17-16,-5-3-13 16,2-4-2-16,4-1 17 15,3 1 17-15,5-1 12 16,5 2 4-16,3 1 6 16,4-1 21-16,1 0 10 15,1-1-2-15,19-2-14 16,7-2 8-16,8-1-7 15,6 0 1-15,-1-1-2 16,2 5-5-16,-5 1-9 16,-3 1 0-16,-1 2-3 15,-4 3 4-15,-6 2-4 0,-3 3-2 16,-5 2 3 0,-5 2-2-16,-7 3-2 0,2 0-3 15,-5 3-2-15,0 2-4 16,-8-2-123-16,-22-1-122 15</inkml:trace>
  <inkml:trace contextRef="#ctx0" brushRef="#br1" timeOffset="18391.335">13984 4619 765 0,'0'0'74'0,"0"0"61"0,0 0-38 16,0 0-57-16,0 0-32 15,0 0 41-15,3 104-3 16,0-50 17-16,-2-2-9 0,-1 0-19 15,0-1-12 1,0-2-13-16,0-2-6 0,-7-5-1 16,-1-7-2-16,2-9-1 15,2-7-2-15,2-8-41 16,2-6-58-16,2-5-95 16,19 0-116-16</inkml:trace>
  <inkml:trace contextRef="#ctx0" brushRef="#br1" timeOffset="19132.532">14518 4803 818 0,'0'0'91'0,"0"0"29"0,0 0-35 15,0 0-48-15,-108 22-7 16,74 1-11-16,4 2-10 15,11-3-6-15,7 3 0 16,12-6-2-16,0 2-1 16,0-6 0-16,16-2-5 15,5-8-11-15,6 0 3 16,3-5-18-16,1 0-16 16,-1-9 5-16,-3-5 6 15,-6-7 11-15,-3-1 5 0,-3 0 8 16,-4-2 5-16,-5 1 6 15,-3 4 1-15,-3 2 0 16,0 6 6-16,0 5 13 16,0 3 30-16,0 3-12 15,0 0-31-15,0 16-5 16,0 9 8-16,0 4 0 16,3 4 2-16,0 6 3 15,1 0 2-15,-2 9 16 16,1 1 0-16,-1 2 0 15,-1 3-3-15,2-1 1 16,2-3 4-16,2-2 2 16,-1-3-10-16,0-2-12 0,-2-2-6 15,-1-9-4 1,-1-6 0-16,0-4-2 0,-2-8-1 16,0-8 0-1,0-2 0-15,0-4-1 0,0 0 5 16,-11 0 3-16,-5-4-7 15,-5-6-1-15,1-6 0 16,0-1-1-16,-1-3 1 16,0 1 1-16,1-5-1 15,1-2-1-15,4 1 1 16,6-2-1-16,2-3 0 16,7-1 1-16,0 2 0 15,15-2 1-15,5 2-1 16,6 0-1-16,2 3 0 15,4 4-1-15,-1-1 2 0,-1 5-1 16,0 2 0-16,-5-1 1 16,-3 7 0-16,-4 5-11 15,-3-1-45-15,-1 6-46 16,-1 0-100-16,-1-4-243 16</inkml:trace>
  <inkml:trace contextRef="#ctx0" brushRef="#br1" timeOffset="19457.026">15516 4914 491 0,'0'0'33'0,"0"0"91"0,0 0-25 0,0 0-15 16,82 8-21-16,-47-8-21 16,1 0-13-16,-4 0-14 15,-3 0-5-15,-2 0-8 16,-9 0-2-16,-3 0-1 0,-7 0-58 15,-7 0-76-15,-1 5-134 16,0 0-109-16</inkml:trace>
  <inkml:trace contextRef="#ctx0" brushRef="#br1" timeOffset="19794.358">15443 5128 573 0,'0'0'72'0,"0"0"55"15,0 0-14 1,0 0-16-16,0 0-43 0,0 0-22 16,58 13 3-16,-27-13-9 15,1 0-2-15,-1 0-2 16,2 0-4-16,-2 0-11 15,-2 0-1-15,-6 0-6 16,-5 0 2-16,-4 0-2 16,-5 0 0-16,-2 4 1 15,-3-3 1-15,-1-1-1 16,-1 0-1-16,-1 0 1 16,-1 0-4-16,2 0 1 15,-2 0-64-15,1 0-77 16,-1-3-313-16</inkml:trace>
  <inkml:trace contextRef="#ctx0" brushRef="#br1" timeOffset="20327.904">16997 4732 572 0,'0'0'82'0,"0"0"79"0,0 0-78 0,0 0-20 16,0 0 5-16,-61 86-4 15,55-46-6-15,1-1-12 16,5 1-2-16,-5 0 0 16,0 1 0-16,-1-2-7 15,-3 1-8-15,-2-2-11 16,0-3-7-16,0-7-8 16,3-3-3-16,5-7 2 15,3-7 0-15,0-3-2 16,0-3-25-16,10-5-51 15,11 0-39-15,7-5-108 16,2-14-217-16</inkml:trace>
  <inkml:trace contextRef="#ctx0" brushRef="#br1" timeOffset="20723.595">17178 4988 663 0,'0'0'112'16,"0"0"-7"-16,0 0 2 15,0 0-48-15,0 0-19 16,-57 87 0-16,56-57-3 16,1-6-14-16,0 0-6 15,4-4-6-15,10-8-3 16,2-2-3-16,5-3-1 16,0-7 0-16,1 0-4 15,3 0 4-15,-1-7-2 16,0-8-2-16,2-2 2 0,-4-5-1 15,-4-3 0-15,0-3 2 16,-5-1 0-16,-2 2-1 16,-5-2 3-16,-2 8 12 15,-4-1 5-15,0 1 8 16,-1 4-2-16,-11 2-7 16,-3 3-8-16,-5 1-10 15,-4 5 1-15,-2 2-4 16,-4 4 0-16,0 0-1 15,2 0-3-15,6 3-29 16,6 4-22-16,10 1-21 16,6-1-96-16,0-1-197 15</inkml:trace>
  <inkml:trace contextRef="#ctx0" brushRef="#br1" timeOffset="23244.463">17934 4627 698 0,'0'0'63'0,"0"0"60"0,0 0-58 0,0 0-25 16,40-78-15-16,-15 70-1 15,7 2 2-15,-2 6 8 16,0 0-5-16,-6 0-1 0,-5 13-10 15,-5 5-4-15,-8 2-4 16,-4 1 3-16,-2 3-3 16,-4 0 2-16,-14 0-2 15,-6-3-4-15,-3-4-3 16,1-2 0-16,4-2-2 16,2-6-1-16,8-1-2 15,3-2-11-15,6-2 1 16,3-2-1-16,0 0 1 15,0 0-2-15,8 0 4 16,9 0 10-16,5 0 0 16,0 0 1-16,0 0 1 15,-4 0-2-15,-3 0 0 0,1 6-1 16,-5 3 1 0,-2-1 0-16,-1 2 3 0,-3 0 2 15,-2 4 0-15,-2-3 5 16,-1 2 1-16,0-1 4 15,0-2 0-15,0 0 3 16,-1-1 3-16,-10-2 5 16,0 0 1-16,-3-1 2 15,-4 0-10-15,-4-1-3 16,-5-2-6-16,1 0-4 16,-3 1-3-16,0-4 0 15,4 2-1-15,1 1-1 0,8-3 0 16,-1 0 2-16,7 0-1 15,5 0-2-15,1 0 1 16,4-5-1-16,0 0-16 16,0-4-33-16,4 1-48 15,11-5-89-15,8-2-322 16</inkml:trace>
  <inkml:trace contextRef="#ctx0" brushRef="#br1" timeOffset="24497.198">19028 4795 686 0,'0'0'123'0,"0"0"33"0,0 0-49 0,0 0-87 16,0 0 53-1,0 0-22-15,4 98-9 0,-4-69-7 16,0 1-11-16,0-5-11 16,0-4-5-16,0 1-6 15,0-6 2-15,0-4 1 16,-1-7-4-16,-2-4 0 16,0 2-1-16,0-3 2 15,-3 0-1-15,3-8-1 16,-5-11-12-16,7-2 6 15,-1-3 2-15,2-1 2 16,0 7 1-16,3 3 1 16,8 4 0-16,7 5 0 15,-1 6 0-15,8 0 1 16,0 0 8-16,0 12 1 0,-1 0-1 16,-2 7-1-16,-5-1-1 15,-2-1 0-15,-2 3-3 16,-2-3-4-16,-7-5 3 15,2 0-3-15,-6-4 1 16,0-2 0-16,0-5-1 16,0 1 0-16,0-2-1 15,0 0-8-15,-6-2 4 16,0-10-7-16,0-8 3 16,5 0-3-16,1-4 11 15,0 3 0-15,3 1-1 16,11 0 2-16,2 6-2 0,3 4 1 15,2 2 1-15,1 5-2 16,2 3 2-16,0 0 0 16,-3 0 0-16,0 8 0 15,1 6 3-15,-5 4 1 16,-1 2-3-16,-6 1 3 16,-2 1 4-16,-1 5-4 15,-5-3 4-15,-2 0 1 16,0-5-3-16,0-3-1 15,-6-3-2-15,3-6-3 16,2-3 0-16,1 1 0 16,0-5-58-16,23 0-40 15,9 0-80-15,7-10-147 16,4-12-267-16</inkml:trace>
  <inkml:trace contextRef="#ctx0" brushRef="#br1" timeOffset="25289.787">19863 4906 236 0,'0'0'426'0,"0"0"-180"0,0 0-61 16,0 0-77-16,0 0-53 16,0 0-13-16,-108-25-2 15,80 42-20-15,3 2-5 16,4 1-11-16,6 3-1 16,8-4-2-16,6 0 0 15,1 1 0-15,0-6 1 0,3-3-2 16,13-2-3-16,4-8-12 15,5-1-13-15,5 0-10 16,2-4-2-16,1-13 5 16,1-6-12-16,-3-2 6 15,-5 0 11-15,-2-2 11 16,-8 7 12-16,-1 1 6 16,-7 4 1-16,-4 8 1 15,-4 3 5-15,0 1 30 16,0 3 11-16,0 0-26 15,0 9-19-15,0 7 11 16,0 7-4-16,0 4 1 16,0 4-1-16,0 2 4 0,0 7 2 15,0-1 6 1,0 4 2-16,0 0 4 0,5 0-11 16,-5-2-4-16,0 0-4 15,0-2-4-15,0-1-2 16,0-5 0-16,-9 0-2 15,-2-5 1-15,2-3 1 16,-2-7-1-16,1-2 2 16,1-5-1-16,2-4-2 15,1-3 1-15,0-2 0 16,-3-2-1-16,-2 0-7 16,-2 0-7-16,-3-9-15 15,-4-5 0-15,3 1 1 16,0-3-3-16,2-5 6 15,5-3 4-15,4 1 3 0,3-2 15 16,0-2 3-16,3 0 0 16,0 0 1-16,0 2 3 15,0-1 15-15,12-2-11 16,7 1 2-16,2 2-4 16,8 1 2-16,0 3-2 15,3 1 5-15,2 6-1 16,-1 0 3-16,1 2 0 15,-1 1 4-15,-8 1 4 16,1 5 1-16,-6-1-2 16,-4 5-3-16,-6-2-2 15,-1 2 0-15,-8-1-5 0,2 1-5 16,-3 1-2 0,0 0-3-16,0 0-1 0,0 0-60 15,-16 0-111-15,-11 0-369 16</inkml:trace>
  <inkml:trace contextRef="#ctx0" brushRef="#br1" timeOffset="29879.813">12347 6475 722 0,'0'0'62'0,"0"0"93"0,0 0-45 0,0 0-65 0,0 0-12 16,0 0 43-16,0 0-29 15,6 97-4-15,-5-62-1 16,-1-2-15-16,0 0-13 15,0 1-5-15,0-7-5 16,0 1 2-16,0-2-6 0,0-5 0 16,0-3-12-16,0-2-66 15,12-6-48-15,0-1-98 16,5-8-202-16</inkml:trace>
  <inkml:trace contextRef="#ctx0" brushRef="#br1" timeOffset="30537.855">12975 6607 577 0,'0'0'207'15,"0"0"-148"-15,0 0 89 0,0 0-42 16,0 0-18-16,0 84-35 15,0-69-7-15,0-3-11 16,0-2-8-16,2-2-14 16,-1-1-8-16,1-1-2 15,0-2-2-15,-2-3 1 16,2-1-1-16,-2 0 2 16,0-2 1-16,4-16-4 15,2-3-12-15,3-6 6 16,5 2 1-16,1 4 1 15,1 4 4-15,1 8 0 16,2 4 0-16,2 5-1 16,1 0 1-16,2 14 4 0,3 8 3 15,-3 4 6-15,-6 3-7 16,-4-1 2-16,-4 0-1 16,-4-2-7-16,-5-4 4 15,-1-4-4-15,0-5 3 16,0-5-2-16,0-3 0 15,0-5-1-15,0 0 5 16,0-6 4-16,0-11-9 16,0-5-1-16,0-4 0 15,9 0-2-15,1-2 3 16,2 5 2-16,3 6-2 16,-1 4 0-16,0 3-2 0,2 3 1 15,-2 4 2-15,1 3-2 16,5 0 0-16,-5 4 1 15,1 12 3-15,-4 4-3 16,-3 1 5-16,-3 2-1 16,-3 0-4-16,-3-3 3 15,0-3-3-15,0 0 0 16,0-3 0-16,0-4 0 16,0-3-37-16,0-1-76 15,0-6-101-15,0 0-189 16</inkml:trace>
  <inkml:trace contextRef="#ctx0" brushRef="#br1" timeOffset="30883.252">13755 6754 617 0,'0'0'119'0,"0"0"67"0,0 0-84 0,69-87-46 0,-54 66-17 15,1-2 3-15,-8 0-2 16,-5 6-12-16,-3-1-6 16,0 3-8-16,-14 5-1 15,-10 3-9-15,-4 7 0 16,-5 0-4-16,2 2 0 0,1 16-1 16,8 6 1-1,7 6 1-15,3 3 8 0,9 3 3 16,3-1-1-16,0-3 0 15,9-5-6-15,12-6-3 16,4-5 1-16,2-8-2 16,1-5-1-16,2-3-18 15,1 0-46-15,1-11-74 16,1-7-55-16,-4-3-138 16</inkml:trace>
  <inkml:trace contextRef="#ctx0" brushRef="#br1" timeOffset="31144.54">14230 6457 647 0,'0'0'146'15,"0"0"54"-15,0 0-101 16,0 0-36-16,0 0-43 16,0 0 19-16,-9 59 3 15,7-28-1-15,1 6 11 16,-1 0-11-16,-3 1-15 15,0 0-7-15,0-2-12 16,-1-5-3-16,0-2 0 16,2-7-4-16,-2-3 1 15,5-5-2-15,-1-4-15 16,2-5-49-16,0-3-59 16,-1-2-78-16,-1 0-107 15</inkml:trace>
  <inkml:trace contextRef="#ctx0" brushRef="#br1" timeOffset="31760.411">14103 6661 425 0,'0'0'151'0,"0"0"-46"15,0 0-8-15,0 0-60 16,0 0-24-16,94-59-10 15,-67 51 1-15,1 2-4 16,-4-3-9-16,-6 4-37 0,-3 1-27 16,-6 1 23-16,-3 1 33 15,-3 0 16-15,0 2 1 16,1 0 4-16,2 0 38 16,0 0 24-16,3 0 0 15,-1 9 1-15,2 4 7 16,-3 4-20-16,1 3-2 15,-4 3 10-15,-2 2-9 16,-2 0-15-16,0 1-15 16,0-4-12-16,-11-1-6 15,-2-2-2-15,-2-3 1 16,3-6-4-16,0-5-10 0,6-4-35 16,0-1-19-16,5 0 8 15,1-13 11-15,0-6 7 16,0-5 13-16,7-1 22 15,9-2 3-15,1 1 0 16,4 2 0-16,0 5 1 16,-2 3 2-16,-1 3 5 15,-1 3 7-15,-1 5 8 16,-3 2 0-16,1 3-4 16,-2 0-3-16,-3 0-5 15,-1 4 4-15,2 9-2 16,-4 1-1-16,-2 3 5 15,1 0-1-15,-1-2-9 16,-4-2-1-16,0-2-3 16,0-2-2-16,0-3-1 0,0-3-5 15,0-2-77-15,0-1-46 16,-4 0-136-16,2-7-272 16</inkml:trace>
  <inkml:trace contextRef="#ctx0" brushRef="#br1" timeOffset="32067.07">14901 6446 390 0,'0'0'94'0,"0"0"38"0,0 0 6 0,0 0-62 16,0 0 34-16,0 0-22 15,-31 38-25-15,7-14-20 16,2 4-22-16,5 4-4 16,5 0-3-16,6 0-6 15,3-5 3-15,3-2 0 16,0-6 2-16,6-7-7 16,10-5 1-16,4-7 2 15,9 0-5-15,3 0 0 16,7-4-4-16,0-6-30 15,-2 2-102-15,-7-1-139 16</inkml:trace>
  <inkml:trace contextRef="#ctx0" brushRef="#br1" timeOffset="32647.815">14542 7268 599 0,'0'0'158'0,"0"0"7"16,0 0-88-16,0 0-57 15,0 0 61-15,-2 78-19 16,2-39-8-16,0 3-11 15,0-3-3-15,0-1-8 16,0-3-14-16,-3-4-10 16,-3-2-7-16,1-7 0 15,1-4-1-15,0-5-2 16,2-4-68-16,2-5-55 16,0-4-77-16,0 0-120 0</inkml:trace>
  <inkml:trace contextRef="#ctx0" brushRef="#br1" timeOffset="33199.732">14330 7504 141 0,'0'0'575'16,"0"0"-492"-16,0 0 23 15,0 0-21-15,0 0-30 16,113-8-27-16,-64-2-9 15,-2-2 1-15,0 1-3 16,-3 0-5-16,-9 0-5 0,-9 3-2 16,-10 4 0-1,-7 0 0-15,-4 3 3 0,-1 1-1 16,1 0 8-16,-2 5 25 16,1 9-15-16,-3 3-7 15,4 2-8-15,-1 1-3 16,1 1-5-16,2-2 3 15,2-2-4-15,0-3 3 16,0-4-4-16,2-4 2 16,5-1 0-16,-1-5 0 15,6 0 2-15,3 0-3 16,-4-1 1-16,0-9 0 0,2-3-1 16,-2-1 1-1,-2-1 0-15,-4-2-1 0,-1-5 1 16,-6 0-1-16,-1-1 2 15,-2 0-2-15,-4-2 4 16,0 0 6-16,-5 1 9 16,-10 3-6-16,-5 3-4 15,-2 6-8-15,-5 4-2 16,-5 8 0-16,1 0 0 16,0 0 0-16,4 8 0 15,5 4-1-15,5 5-1 16,8-1-23-16,6-3-53 15,3-2-67-15,14-5-123 16,10-6-380-16</inkml:trace>
  <inkml:trace contextRef="#ctx0" brushRef="#br1" timeOffset="33644.532">15192 7259 611 0,'0'0'162'0,"0"0"-57"16,0 0 43-16,0 0-60 16,-14 88-24-16,14-58-10 15,0-1-17-15,0-3-7 16,2-2-8-16,1-4-10 16,0-5-7-16,-3-3-3 0,2-7-2 15,-2-4 0-15,0-1 0 16,0 0-1-16,3 0 0 15,3-13-15-15,4-9 1 16,2-5-6-16,6-3 1 16,-2-2 10-16,4 3 10 15,0 4 0-15,-2 2 0 16,2 6-1-16,-5 4 1 16,1 5 0-16,-5 3-1 15,2 5 0-15,-6 0 1 16,2 0-3-16,-3 13 3 15,-1 5 0-15,-2 4 5 16,-3 0-4-16,0 1 5 0,0-1-2 16,0 0 0-16,0-5-1 15,-3-3-3-15,0-3-1 16,3-4-37 0,0-3-174-16,0-4-258 0</inkml:trace>
  <inkml:trace contextRef="#ctx0" brushRef="#br1" timeOffset="34474.629">16199 6511 586 0,'0'0'23'0,"0"0"52"16,0 0 39-16,0 0-58 16,0 0-20-16,93-55-9 0,-67 55-1 15,0 4-10-15,-4 17-8 16,-4 6-4-16,-7 6 1 16,-11 10-2-16,0 4 1 15,-8 2 0-15,-11-1-2 16,1 1-1-16,3-4 1 15,3-2-3-15,6-2 2 16,4-8-1-16,2-4 1 16,0-8 0-16,2-7-1 15,13-3 1-15,6-5 0 16,4-5 1-16,2-1-2 16,-3 0-12-16,-2 0-20 0,-6-7 2 15,-5 2 12 1,-5 0 15-16,-4 4 1 0,-2 1 2 15,0 0-7-15,0 7-6 16,-6 13 13-16,-4 4 0 16,3 5 2-16,1 0-2 15,0 5 8-15,5 1 9 16,-4 0 8-16,2 5 0 16,-1-1 10-16,1 2-4 15,-3-2-1-15,1-1 10 16,1-4-2-16,-2-1-6 15,1-4-7-15,-2-2 1 16,1-3-3-16,0-4-6 16,0-3-4-16,2-3-1 0,-4-4 0 15,-1-2-3-15,-1-2 3 16,-2 0-2-16,-6-2-3 16,-1-3 0-16,-3-1 0 15,-4 0-5-15,-3 0-1 16,1 0 0-16,3 0 1 15,7-5-2-15,6-4-10 16,7-2-27-16,5-6-51 16,0-8-108-16,15-11-331 15</inkml:trace>
  <inkml:trace contextRef="#ctx0" brushRef="#br1" timeOffset="34785.868">17203 6957 722 0,'0'0'59'0,"0"0"37"0,0 0 3 16,0 0-50-16,0 0-23 0,106-1-11 15,-76 1-8-15,-3 1-3 16,-2-1-4-16,-7 1-1 16,-8 2-64-16,-10-2-158 15,0 5-358-15</inkml:trace>
  <inkml:trace contextRef="#ctx0" brushRef="#br1" timeOffset="34955.789">17163 7131 204 0,'0'0'438'16,"0"0"-231"-16,0 0-75 16,0 0-40-16,0 0-25 0,0 0-31 15,79 39-23-15,-43-39-8 16,0 0-5-16,0 0 0 15,-2 0-61-15,1 0-91 16,-5-5-179-16</inkml:trace>
  <inkml:trace contextRef="#ctx0" brushRef="#br1" timeOffset="35809.918">18568 6657 510 0,'0'0'110'0,"0"0"64"0,0 0-7 0,2-72-43 0,-2 71-24 15,0 1-49 1,0 11-38-16,0 16 25 0,1 7 20 15,1 4-14-15,-2 2-7 16,0-1-6-16,0-2-5 16,0-1-14-16,0 0-1 15,-6-5-6-15,0-3-3 16,1-5-2-16,1-5 1 16,0-7-1-16,4-2-9 15,0-5-35-15,0-3-42 16,0-1-55-16,17 0-92 15,7-17-249-15</inkml:trace>
  <inkml:trace contextRef="#ctx0" brushRef="#br1" timeOffset="36201.421">18804 6774 735 0,'0'0'26'16,"0"0"99"-16,0 0-17 15,0 0-39-15,-68 82-30 16,66-52-7-16,2-2-3 16,0-1-17-16,2-4-2 15,11-5-7-15,2-5 0 16,4-5 0-16,2-4-3 0,-2-4-1 16,4 0-8-1,0 0 1-15,0-14 1 0,-1-4 7 16,-1-5 1-16,1-2-1 15,-3-3 3 1,-5-1-1-16,-3 4 10 0,-7 0 6 16,1 4 8-16,-5 4 9 15,0 3 8-15,0 3-20 16,-5 1-3-16,-7 3-13 16,-5 3-7-16,-2 2 0 15,-3 2-1-15,-3 0-17 16,1 2-32-16,3 9-23 15,6 1-72-15,8-3-110 16,5 0-299-16</inkml:trace>
  <inkml:trace contextRef="#ctx0" brushRef="#br1" timeOffset="36613.415">19268 6763 458 0,'0'0'260'0,"0"0"-106"0,0 0-28 16,0 0-55-16,-96 19-29 15,83 1-18-15,6 1-7 16,5 4-4-16,2-1-7 16,2-1-2-16,13-3 3 0,4-1-6 15,3-6 3-15,-1-3-4 16,5-5 0-16,0-5-1 15,0 0-11-15,-3 0 6 16,2-14 5-16,-6-5 1 16,3 1 0-16,-10-4 0 15,0-2 2-15,-8 2 0 16,-4 0 1-16,0 0 8 16,0 3 8-16,-11-1 20 15,-7 3 0-15,-3 2-7 16,0 7-13-16,-3 1-15 15,-3 4-3-15,-1 3-1 16,-2 0 0-16,8 1-12 0,4 9-36 16,6 3-34-1,12 4-63-15,0-5-176 0</inkml:trace>
  <inkml:trace contextRef="#ctx0" brushRef="#br1" timeOffset="37009.869">19661 6742 657 0,'0'0'101'0,"0"0"44"0,-80 14-55 16,59 3-50-1,11 3-13-15,8 4-10 0,2-2-8 16,0 1 1-16,2-2-3 15,13-4-2-15,6-4 1 16,3-4-4-16,1-4 0 16,1-5-2-16,3 0 0 15,6 0-16-15,-1-14 5 16,0-3 0-16,-4-4 9 16,-2-3 2-16,-7-2 1 15,-4 0 0-15,-10 3 2 16,-7 0 0-16,0 3 19 15,-3 0 23-15,-13 4 8 16,-2 3-20-16,-8 5-21 16,0 5-9-16,-4 3-3 0,5 0-3 15,3 10-28-15,6 4-58 16,9 2-66-16,7-2-176 16</inkml:trace>
  <inkml:trace contextRef="#ctx0" brushRef="#br1" timeOffset="37328.923">20302 6575 750 0,'0'0'104'15,"0"0"62"1,0 0-61-16,0 0-65 0,0 0-38 15,0 0 35-15,3 43 7 16,0-12-1-16,3 0-5 16,-6 0-4-16,3 0-10 15,-2-1-7-15,-1-3-8 16,0-4-6-16,0-3-1 16,0-3-1-16,0-1 3 15,0-5-4-15,2-4-4 16,4-3-47-16,4-4-55 15,8 0-59-15,-1-2-152 16,3-15-397-16</inkml:trace>
  <inkml:trace contextRef="#ctx0" brushRef="#br1" timeOffset="37693.522">20594 6618 618 0,'0'0'134'0,"0"0"0"15,0 0-72-15,0 0-42 16,0 0-6-16,-82 32-5 16,52-15-6-16,1 4 1 15,-3-1-3-15,2-5-1 16,8 1-4-16,4-3-2 0,9-5 0 16,3-2 5-1,6-2-1-15,0-2-1 0,0 0 3 16,18 1 1-16,1-1-1 15,7 1 0-15,-4 1 3 16,4 0-3-16,-6 3 0 16,2 0 0-16,-6 3 0 15,-4-1 0-15,-2 2 1 16,-4 1-1-16,-3 0 8 16,-1-2 16-16,-2 1 1 15,3-2-10-15,0-1-13 16,1 0-2-16,4-1-11 15,6-1-115-15,9-1-194 16</inkml:trace>
  <inkml:trace contextRef="#ctx0" brushRef="#br1" timeOffset="38487.079">21127 6721 610 0,'0'0'179'0,"0"0"30"15,0 0-62-15,0 0-59 16,-100-65-48-16,73 65-15 16,3 0-19-16,4 5 1 15,4 14-5-15,4 1-1 16,1 2-1-16,8 1 0 16,0-2 1-16,3-1-1 15,0-4-1-15,0-5-9 0,15-4-15 16,4-6-15-16,5-1-16 15,3 0-16-15,-1 0 1 16,4-11 6-16,-6-6-4 16,0 1 16-16,-6 1 19 15,-6-1 22-15,-4 4 12 16,-5 6 4-16,-3 1 31 16,0 5 57-16,0 0-17 15,0 0-53-15,0 5-13 16,0 13 23-16,-8 2-8 15,2 5-2-15,1 5 3 16,4 2-7-16,-2 8 1 16,0 2 1-16,3 2 0 15,0 1 7-15,0-4 3 0,0 0-18 16,4-3 6-16,4-1 1 16,1-2 2-16,0-1-8 15,-2-5-1-15,-1-2-3 16,-3-5-4-16,-1-4 0 15,-2-4-3-15,0 0-1 16,0-7 0-16,-11 0 2 16,-5-1-1-16,2-2-2 15,1-4-4-15,1 0-7 16,2 0-9-16,-4-3 11 16,4-9 5-16,-1-6 3 0,3-2-2 15,-3-9 1-15,5-3-8 16,0-5-3-1,2 0 3-15,2-1 9 0,2 0-2 16,0 5 0-16,0-3 3 16,12 5 1-16,6 1 0 15,6 1 8-15,4 1 4 16,8 1-6-16,3 7 4 16,1 3 1-16,-3 4-1 15,2 1 3-15,-7 2-4 16,-4 0-2-16,-6 3-1 15,-8 1 3-15,-3 2-5 16,-6 3-4-16,-4-1-1 16,-1 2-5-16,0 0-83 0,-19 0-146 15,-14-1-585-15</inkml:trace>
  <inkml:trace contextRef="#ctx0" brushRef="#br1" timeOffset="43784.132">13421 8825 759 0,'0'0'31'0,"0"0"119"0,0 0-32 15,0 0-45-15,0 0-72 16,0 0 51-16,0 90 4 15,0-36-14-15,0-1-3 16,0 0-12-16,0 1-10 16,0-2-9-16,-6-2-6 15,0-6-1-15,2-9 0 0,4-5-1 16,0-9-38-16,0-8-47 16,4-4-58-16,14-9-91 15,6 0-179-15</inkml:trace>
  <inkml:trace contextRef="#ctx0" brushRef="#br1" timeOffset="44077.207">14121 8992 411 0,'0'0'277'0,"0"0"-140"0,0 0 16 16,0 0-51-16,0 0-41 15,0 0-36-15,-66-43-4 16,33 54 5-16,1 8-4 16,0 2-5-16,4 3-1 15,7 0-6-15,3 0-1 16,9 3-6-16,6-4 0 16,3 3-3-16,0-3 3 15,4-2-3-15,15-3 0 16,6-4-2-16,6-3-41 15,7-3-60-15,6-7-64 16,0-1-185-16</inkml:trace>
  <inkml:trace contextRef="#ctx0" brushRef="#br1" timeOffset="44472.34">14510 9026 610 0,'0'0'148'0,"0"0"72"16,0 0-47-16,0 0-91 15,0 0-51-15,-107-16-5 16,68 37-2-16,3 6-10 16,8 1-12-16,10 0 4 15,6 2-3-15,9-2-2 16,3-7 0-16,0-3-1 16,5-5 0-16,6-9-10 0,6-4-1 15,5 0 4 1,0-13-11-16,0-3 6 0,0-6 5 15,-1 3 4 1,-3-1 1-16,-2 3 1 0,-4 3 1 16,-6 8 1-16,-3 4 1 15,1 2 1-15,-1 0-3 16,3 7 2-16,0 14 11 16,-1 4 1-16,1 4 16 15,-5 0-14-15,-1-2-8 16,2-4-4-16,-1-4-2 15,2-6 0-15,2-3-2 16,-1-9-48-16,5-1-56 16,3 0-84-16,-1-7-219 15</inkml:trace>
  <inkml:trace contextRef="#ctx0" brushRef="#br1" timeOffset="45472.423">14649 9040 750 0,'0'0'163'0,"0"0"-2"0,0 0-50 0,0 0-80 16,0 0 22-16,0 0-9 15,59 37-5-15,-51-13-1 16,-3 3-11-16,-2 3-5 16,-3-3-3-16,0-1-2 15,0-4-13-15,-10-4 5 16,-1-4-6-16,2-5 4 0,-2-5-4 15,4-3-1-15,-2-1 2 16,3 0-2-16,3-5-1 16,1-14 1-16,2-2-2 15,0-6 0-15,14-6-1 16,8-3 1-16,5 3-4 16,4 0-3-16,2 4-22 15,2 8-22-15,0 6-36 16,1 7-32-16,0 6-56 15,-3 2-32-15,-2 0-74 16,-1 0 1-16,-7 0 185 16,-3 0 95-16,-4 0 95 15,-3-5 135-15,-4-1-11 16,-5 0-27-16,0 3-38 0,-4 2-30 16,0 1-27-16,0 0-30 15,-10 0-34-15,-11 16-18 16,-4 7 7-16,-1 2 1 15,7 3-13-15,9 3-7 16,3-3-1-16,6-1 0 16,1-7-2-16,0-6 0 15,6-7 0-15,11-7-3 16,2 0-1-16,5-6-8 16,1-17-6-16,-2-1 9 15,0-4 0-15,-3 7 5 16,-8 3 1-16,-3 6 3 15,-4 7 0-15,-3 5 2 0,1 0-2 16,2 5-9-16,-1 14 6 16,2-1 3-16,4 0 1 15,-1 1-1-15,5-7 0 16,4-1 0-16,4-9 3 16,5-2-2-16,4 0 0 15,0-13-1-15,-3-7 1 16,-2-2-1-16,-3-6 0 15,0-1 0-15,-4-3 1 16,-2-2-1-16,-3 3 0 16,-2 3 1-16,-6 4 0 15,-2 7-1-15,-2 5 7 0,-2 4 16 16,0 4-6 0,0 2-2-16,0 2-3 0,0 0-12 15,0 8-2-15,-9 10 2 16,-2 6 0-16,1 1 1 15,4 4-1-15,0 1 2 16,1-1 5-16,2 2-5 16,2-1 4-16,1-5 0 15,0 0-4-15,0-5 3 16,0-3-4-16,9-5 1 16,4-4-1-16,7-4 5 15,3-4-4-15,6 0-1 16,2 0-1-16,2-8-1 0,-3-8-17 15,-6-1-30-15,-3-3-39 16,-4-5-50-16,-7-3-103 16,-6-5-319-16</inkml:trace>
  <inkml:trace contextRef="#ctx0" brushRef="#br1" timeOffset="45622.484">15508 8878 807 0,'0'0'56'0,"0"0"37"16,0 0-45-16,0 0-33 15,82 0-15-15,-29 0-85 16,6 0-347-16</inkml:trace>
  <inkml:trace contextRef="#ctx0" brushRef="#br1" timeOffset="45945.19">16823 8940 445 0,'0'0'258'0,"0"0"-152"16,0 0 1-16,0 0-41 15,0 0 10-15,0 0-15 16,47 16-15-16,-20-12-8 16,1-4-22-16,4 3-10 15,-2 0-5-15,-1-2-1 16,-6 2-22-16,-5-3-103 15,-8 2-89-15,-8-2-232 16</inkml:trace>
  <inkml:trace contextRef="#ctx0" brushRef="#br1" timeOffset="46147.949">16814 9100 333 0,'0'0'90'15,"0"0"52"-15,0 0-45 16,0 0-26-16,0 0-12 16,0 0-26-16,104 34-8 15,-74-34-6-15,0 0-12 16,-2 0-7-16,-2 0-1 16,-3 0-125-16,-4 0-256 15</inkml:trace>
  <inkml:trace contextRef="#ctx0" brushRef="#br1" timeOffset="49963.42">18195 8733 563 0,'0'0'22'0,"0"0"67"0,0 0 30 15,0 0-37-15,0 0 1 16,0 0-45-16,-21-55-17 16,47 53-9-16,8 2 4 15,7 0 12-15,3 0-12 16,-2 0-9-16,-3 0 0 16,-4 3 1-16,-9 3-6 15,-7 2-1-15,-8 2 0 16,-3 3 0-16,-8 6-1 0,0 0 3 15,-8 4 2 1,-12 2-2-16,-8-1 2 0,-2-1-4 16,0 0 0-16,-3-3 0 15,8-5 1-15,3-3-1 16,4-4-1-16,5-2 2 16,5-2-2-16,5-2 0 15,1-2 0-15,2 0-2 16,0 0-4-16,2 0-3 15,17 0 5-15,4 0 2 16,2 0 1-16,0 0 1 16,1 0 0-16,0 0 0 15,-1 0-1-15,-2 8 0 0,-3 5 1 16,-2-1 0-16,-3 2 0 16,-8 1 4-16,-1 1 5 15,-4 0 0-15,-2-1 4 16,0 5 9-16,-5-3-2 15,-8-1 4-15,-4 0 0 16,-2-4 0-16,-2 1-1 16,-4-3-5-16,-5 0-7 15,0 0-3-15,0-5-1 16,-3-1 0-16,0-2-6 16,2-2 0-16,6 0 0 15,5 0 1-15,1-2-2 0,5-10-1 16,6 1-8-16,3-5-18 15,5-4-24-15,0 1-47 16,13-2-91-16,10-1-242 16</inkml:trace>
  <inkml:trace contextRef="#ctx0" brushRef="#br1" timeOffset="50279.28">18830 8921 538 0,'0'0'45'0,"0"0"55"0,0 0 35 0,0 0-25 0,0 0-33 15,0 0-23-15,5 53-6 16,-5-47-8-16,-5 0-3 15,-8-3-9-15,0-2-5 16,-5-1-10-16,2 0-7 16,-1 0-4-16,8 0 1 15,1-4-1-15,1-5-2 16,7-1-2-16,0-1-28 16,7-1-68-16,15 1-90 15,6-3-206-15</inkml:trace>
  <inkml:trace contextRef="#ctx0" brushRef="#br1" timeOffset="50662.565">19228 8674 422 0,'0'0'126'16,"0"0"14"-16,0 0-27 15,0 0-57-15,0 0 43 0,0 0-22 16,0 0 4-16,4 95-8 16,-4-66-18-16,0 2-1 15,-6 0-8-15,-1 6-11 16,-4-3-8-16,0-3-4 15,3-3-4-15,-1-3-9 16,3-3-3-16,-1-7-6 16,2 1 2-16,4-5-2 15,-1 0-1-15,1-4 1 16,1-3-1-16,0 1-9 16,0-4-44-16,0-1-58 15,1 0-65-15,12 0-126 0</inkml:trace>
  <inkml:trace contextRef="#ctx0" brushRef="#br1" timeOffset="51216.915">19635 8743 689 0,'0'0'42'0,"0"0"103"16,0 0-45-16,0 0-20 0,0 0-32 15,0 0-1 1,-75 100-10-16,69-68-8 0,-1 1-10 16,-2 1-1-16,2-4-8 15,4 1 1-15,-2-5-2 16,2-3-1-16,3-3-4 15,0 0-4-15,0-6 3 16,0-2-3-16,5-2 1 16,8-4 3-16,2-2-1 15,3-4-2-15,1 0 4 16,1 0-4-16,-2-1-1 16,-2-8 1-16,-1-2 1 15,0-1-1-15,-5-3 0 16,2 2 5-16,-4-1-5 0,-5-1 1 15,0 4-2-15,-2-2 3 16,-1 0 3-16,0 2-1 16,0 0 12-16,0-1 2 15,-12 2-9-15,-4 0-7 16,-1 3 0-16,-4 1-3 16,1 4 0-16,0 2 0 15,-4 0 0-15,0 0 0 16,2 2 0-16,1 7-5 15,2 2-18-15,10-1-35 16,0 2-27-16,9-1-94 16,0-4-174-16</inkml:trace>
  <inkml:trace contextRef="#ctx0" brushRef="#br1" timeOffset="51839.849">20247 8789 218 0,'0'0'541'0,"0"0"-460"0,0 0 12 0,0 0-36 15,-79-40-24-15,56 40-23 0,8 5-2 16,-3 12 0-16,8 1-6 15,1 7 1-15,6-2-2 16,3 0-1-16,0 0 0 16,2-2 2-16,11 0-1 15,2-3 0-15,4 1 3 16,2-2-4-16,-6-1 1 16,1 0-1-16,-5-1 1 15,-8-2 0-15,0-2 0 16,-3 1 2-16,0-2 8 15,-11-3-3-15,-11 3 0 16,0-6-3-16,-6 2-4 16,2-5-1-16,-4-1-1 0,6 0-14 15,2 0-4 1,8 0 5-16,6-7-18 0,5-3-15 16,3-1 18-16,0-3-1 15,17-2 20-15,12-2 8 16,1-3 2-16,5-2 0 15,4 0 0-15,1-1 0 16,-2 1 1-16,-5-2-1 16,-5 4 1-16,-7 1 3 15,-3 2 11-15,-8 0 27 16,-3-1 8-16,-7 1-7 16,0 3-9-16,0-1-1 15,-11 5-5-15,-11 1-14 16,-4 4-7-16,-2 5-5 0,4 1-2 15,2 0-6-15,11 6-57 16,3 5-106-16,8 3-222 16</inkml:trace>
  <inkml:trace contextRef="#ctx0" brushRef="#br1" timeOffset="52634.449">21119 8727 827 0,'0'0'86'0,"0"0"71"0,0 0-77 0,-102-25-38 0,70 25-22 15,10 19-6-15,2 3-5 16,10 4-8-16,7 0 3 15,3-2-3-15,0-1 1 16,0-5-1-16,9-4-2 16,6-5-7-16,4-5-13 15,5-4-19-15,1 0-9 16,4 0 2-16,-7-12 5 16,1-3-11-16,-6-1 5 15,-3 1 12-15,-5 0 28 0,0 3 8 16,-6 4 3-1,-2 2 12-15,-1 5 60 0,0 1-4 16,0 0-38-16,0 1-29 16,0 15-1-16,-6 11 8 15,-4 2-4-15,-1 6-3 16,4 3 3-16,0 1-4 16,-4 4 5-16,5 2 9 15,-3 2 11-15,5 7 8 16,-1-1-4-16,5 1-10 15,-3-8 3-15,-1-2-9 16,-1-6 6-16,-1-5-15 16,-2-6 1-16,2-4-1 15,-2-4-1-15,0-4-2 16,0-3-1-16,2-4-2 0,-2-3 1 16,1-4 0-16,-4-1 1 15,-1 0-3-15,-1 0-6 16,-1-6-4-16,2-2 0 15,-1-7 8-15,3-3-2 16,5-2-1-16,2-5 1 16,3 0 4-16,0-5 0 15,0-1 1-15,6-1-1 16,6-4 2-16,7-2 5 16,4 1-1-16,-1 0 1 0,10 0-1 15,2 3-4 1,2 3 0-16,-1 7-1 0,1 2 0 15,-6 4-1 1,-2 4 1-16,-5 5-1 0,-2-1 0 16,-3 5 0-16,-3 0-6 15,1 2-51-15,-1 1-90 16,3-2-129-16,1-2-507 16</inkml:trace>
  <inkml:trace contextRef="#ctx0" brushRef="#br1" timeOffset="53032.703">21688 8788 760 0,'0'0'135'0,"0"0"-68"0,0 0-26 0,0 0 52 0,0 0-44 16,18 86 3-16,-12-56-10 15,-2 1-9-15,-2-3-8 16,-2-2-7-16,0-5-5 16,0-3-8-16,-8-4-2 15,-4-1 1-15,1-5 0 16,1-3 1-16,4-1-4 16,2-4-1-16,1 0 2 15,2 0 10-15,-1-9 2 0,2-6-12 16,0-5 1-16,0-2-1 15,12-4 2-15,3-2 0 16,3 0-1-16,5 2-2 16,0 0 1-16,3 7-1 15,-3 5-2-15,3 2-10 16,-1 9-54-16,1 1-44 16,3 2-66-16,-2 0-123 15,3 0-146-15</inkml:trace>
  <inkml:trace contextRef="#ctx0" brushRef="#br1" timeOffset="53661.301">22070 8822 494 0,'0'0'198'0,"0"0"-9"0,0 0-17 15,0 0-58 1,0 0-38-16,0 0-40 0,-55-28-16 16,31 33 0-16,2 14-5 15,3 2-9-15,3 4-1 16,6-1-3-16,2 2 0 15,5-5-2-15,0-3 0 16,3-2 0-16,0-5 0 16,3-5 0-16,12-3-2 15,6-3 0-15,-1 0-8 16,3-3-9-16,1-11-1 16,0-4 12-16,-4 1 2 15,-3-2 6-15,-5 4 0 16,-2 2 3-16,-5 4 0 0,-2 5 19 15,-1 2 1-15,-2 2-3 16,0 0-20-16,0 9-3 16,0 7 3-16,4 2 0 15,-2-1 0-15,4 0 0 16,4-3 1-16,-3-4 2 16,4-4-3-16,2-2 1 15,4-4-1-15,1 0 4 16,1 0-4-16,2-6 0 15,3-7 0-15,-5-4-1 16,5-2 0-16,-6-1-1 16,-3-1 4-16,-3 1-1 15,-3 4-1-15,-5 6 0 0,-2 5 1 16,-2 3 1-16,0 2 2 16,0 0-4-16,0 0-5 15,0 9 2-15,-2 8 3 16,-1 0 0-16,2 1 1 15,1-1-1-15,0-1 1 16,1-4 0-16,11-3 0 16,5-1 0-16,3-6 2 15,2-2-1-15,1 0-2 16,6 0-4-16,-4-10-18 16,0-4-36-16,-5-3-44 15,-1-6-75-15,-7-5-230 0</inkml:trace>
  <inkml:trace contextRef="#ctx0" brushRef="#br1" timeOffset="53804.587">22529 8699 535 0,'0'0'63'0,"0"0"-44"0,0 0-19 0,0 0-4 16,86 0-200-16,-57 0-137 15</inkml:trace>
  <inkml:trace contextRef="#ctx0" brushRef="#br1" timeOffset="54462.494">22722 8711 335 0,'0'0'155'15,"0"0"100"-15,0 0-59 16,0 0-64-16,-18 84-40 0,9-58-24 16,1-1-21-16,1 0-11 15,1-3-14-15,2-4-10 16,4-3-6-16,-2-3-4 15,2-6 0-15,0-3-1 16,0-3 1-16,0 0-2 16,8-4 3-16,9-10-3 15,0-4-7-15,4-3 1 16,1-3 3-16,-1 2 1 16,0 3 1-16,-5 5 1 15,-5 5 1-15,-2 4-1 16,-5 3 1-16,2 2 0 0,2 0-1 15,-2 0 0-15,1 7 0 16,0 6 1-16,-1-1-1 16,0 1 0-16,-1 0 0 15,1-2 0-15,6-3 0 16,-5 0 0-16,7-5 1 16,2-2-1-16,3-1 1 15,1 0 0-15,4-1 0 16,3-11-1-16,2-5 1 15,7-5 1-15,2-6-1 16,1 2 0-16,2-2-1 16,-2 4 1-16,-8 4 3 15,-8 6-4-15,-13 1 12 0,-8 5-6 16,-2 6 0 0,0 2-6-16,-9 0-1 0,-6 3 1 15,0 13 0-15,7 2 0 16,1 5 0-16,6-1 0 15,1 2-1-15,0-1 1 16,5-2 1-16,9-1 1 16,-2-2-2-16,1-1 0 15,-7 2 0-15,0-1-2 16,-6 0 2-16,0-1 3 16,0 0 3-16,-6-1 17 15,-3-3 11-15,-6-4-14 0,5-2-5 16,-1-1-8-16,-5-3-3 15,-2-1-3-15,-4-2-1 16,-8 0-71-16,-3 0-226 16</inkml:trace>
  <inkml:trace contextRef="#ctx0" brushRef="#br1" timeOffset="59738.307">11523 2855 508 0,'0'0'8'0,"0"0"5"0,0 0 20 0,0 0 31 0,0 0-41 0,0 0 5 16,0 0-6-16,-53 71 20 15,35-2-2-15,-3 14-2 16,4 17 5-16,0 7-7 16,4 7-5-16,3 6-9 15,3 0-4-15,1 2 1 16,0-1 4-16,1 0-2 16,-2 3 10-16,1 1-13 15,1-3-7-15,-1 4 4 16,2-1-4-16,2-2-5 15,-2-3-3-15,4-3-1 16,0-5 0-16,0-4 5 0,0 0 8 16,0-1 6-16,0-4 1 15,0 3 15-15,0 1-15 16,0-1-9-16,0-1-4 16,0 0-5-16,0-7 2 15,0 0-6-15,6-3 5 16,1-4-2-16,1 0-1 15,-2-2 1-15,1-3 2 16,-5 5 4-16,-2 4 5 16,0 3-3-16,-2 1-2 15,-14 1-4-15,2-2-1 16,-5-1-2-16,1 6 4 16,0 1 1-16,-1-1 1 0,5-1-1 15,0-4-2-15,0 6-1 16,4-4-2-16,-1 1-2 15,1-2 2-15,-5-3 0 16,7-3-1-16,-4-2 0 16,4 1 0-16,0-5 2 15,2-1-2-15,0-4 0 16,3 3-1-16,0 0 0 16,-1 2 0-16,1 1 0 15,3-2 2-15,-2-1-2 16,2-5 0-16,-1-5 1 15,-1 2 0-15,2-2 0 0,-3-5-2 16,3 0 2 0,0-7-1-16,0-3 0 0,0-2 0 15,0-4-1-15,0-3 2 16,0-1 0-16,0-10-1 16,0 3-2-16,5-7 2 15,-4-3 2-15,1 0-2 16,1-6-2-16,-3-4 1 15,5-4 0-15,-3-10-6 16,1-4-17-16,0-5-9 16,5 0-18-16,-2-19-35 15,4-11-83-15,-7-7-228 16</inkml:trace>
  <inkml:trace contextRef="#ctx0" brushRef="#br1" timeOffset="61286.875">10956 10450 355 0,'0'0'58'0,"0"0"-29"0,0 0 38 16,0 0 18-16,0 0-22 15,0 0-8-15,-13-8-22 16,13 8-12-16,0 0-9 16,0 13-5-16,12 4 26 0,6-2-7 15,7 1-11-15,11-1-8 16,0-4-3-16,10-1 0 15,3-1-2-15,1-4 0 16,2-2 0-16,-3-1-2 16,6 1 0-16,-1-3 1 15,4 0 1-15,0 0-1 16,-5 0 0-16,0 0-1 16,-2 0 1-16,1 0 1 15,0 0-2-15,4 0-2 16,2 0 2-16,1 0 0 15,1 0 2-15,0 2-2 0,4 0 0 16,6-2 1-16,6 1 0 16,6-1 5-16,6 2-1 15,3-1 4-15,8-1 3 16,3 2 1-16,5-1-4 16,4 0-2-16,3 2 0 15,5-1-6-15,2-1 2 16,4 0-3-16,4 0 0 15,8-1 2-15,5 2-2 16,4-2 2-16,3 0-1 16,5 0 1-16,-2 0-1 15,-2 0-1-15,0 0 0 16,-7 0 0-16,-1 0 0 0,-6 0 0 16,-4 4-1-1,-2 2 1-15,0-2 1 0,0 0 1 16,5-1-2-16,1 0 0 15,0 0 0-15,0-2-1 16,-2 3 2-16,-3 0-1 16,-6-2 0-16,1 5 0 15,-2-4 3-15,-4-2-3 16,3 2-1-16,-5 1-1 16,0 1 2-16,3-2 0 15,1-2 2-15,-1 2-2 16,1 1 0-16,0-1 1 0,2-3-1 15,-3 7 0 1,-2-3 1-16,2-2-1 0,-3 1 0 16,-1-1 0-16,4-2-1 15,-2 2 1-15,2-2-1 16,2 0 1-16,1 0 0 16,5 0-3-16,-1 0 1 15,5 0 2-15,-4-2-2 16,1 0 1-16,6-1 0 15,-3 3 2-15,0 0-1 16,2-2 1-16,1 0-1 16,-3 2 0-16,9-5-1 15,-2 1 1-15,2 1-2 16,4-1 2-16,1 0 0 16,-2 1 0-16,0 3 0 0,-2-2 1 15,-7-1-1-15,1 3 0 16,-9-2 0-16,-2 0 0 15,-1-2-1-15,-1 1 1 16,-2 3 0-16,2-4 0 16,3 4 0-16,6 0 2 15,-1 0-2-15,0 0-2 16,-8 0 2-16,-8 0 0 16,-7 0 0-16,-8 0 1 15,-12 0-1-15,-7 0 0 16,-7 0 0-16,-6 0 2 15,-2 0-2-15,4-5 0 16,4 5 0-16,2 0 0 0,-3 0 0 16,-10 0 0-16,-6 0 0 15,-11 0-2-15,0 0 2 16,-6 0 1-16,-5 0-1 16,0 0 0-16,-7 0 1 15,1 0 0-15,-6-4 0 16,-3 0 2-16,-6 0 2 15,-5 0 1-15,-2 0 5 16,-8-2 6-16,0 2 8 16,0-2-7-16,-2 1-7 15,-13-1-10-15,5 2 1 16,-5-1-2-16,0 3-5 16,2-3-30-16,-4 2-53 15,-4-7-58-15,-4-8-231 0</inkml:trace>
  <inkml:trace contextRef="#ctx0" brushRef="#br1" timeOffset="62967.957">11762 2695 346 0,'0'0'21'0,"0"0"-14"0,0 0 17 0,0 0 2 16,0 0 12-16,0 0 8 16,0 0 9-16,0 0-7 15,-5-27-24-15,7 25-18 16,12 2-5-16,6 0-1 15,10 0 1-15,11 0 1 0,11 0 1 16,7 0-1-16,4 0 0 16,7 0 2-16,3 0 2 15,-1 0 1-15,1 0 0 16,3-3 1-16,-3 0-4 16,6 0 5-16,-1 1 1 15,2 2-2-15,-2 0 0 16,1 0-4-16,9 0-1 15,9 0 3-15,11-1 51 16,6 1-42-16,7 0-12 16,-3 0-3-16,1 0 0 15,2 0 2-15,-3 0 0 16,5 0-2-16,-1 0 2 16,3 0-2-16,5 0 1 0,-3-1 3 15,1-2-3-15,-1-3-1 16,0 2-1-16,3-1 1 15,-1 0 0-15,-5 2 1 16,0-3-1-16,-5 4 1 16,-4-3 1-16,-1 1-2 15,-7-1 1-15,-3 1-1 16,-7-2-1-16,-1 3 1 16,-4 0 1-16,-2 1 0 15,-1 0-1-15,-1-1 0 0,0 2 0 16,-2-2 0-1,-4 3 0-15,-2 0 2 0,-2 0-1 16,-5 0-2-16,-6-3 2 16,-6 3-2-16,-4-3 2 15,-5 3-2-15,-3 0 1 16,-5 0 0-16,-6 0 1 16,-5 0 2-16,-7 0 2 15,-3 0-5-15,-5 5 1 16,-7-4 0-16,-5-1-1 15,-3 0-1-15,-3 3-39 16,0-2-96-16,0-1-110 16,-12 0-22-16</inkml:trace>
  <inkml:trace contextRef="#ctx0" brushRef="#br1" timeOffset="65194.55">17295 2592 230 0,'0'0'57'0,"0"0"-38"0,0 0-11 0,0 0-3 0,0 0 28 15,96 0 4-15,-57 0 2 16,6 3-11-16,5 1-6 15,6 0 10-15,3 0-6 0,1 1-6 16,2-1-11-16,0 0 1 16,2 1-3-16,6-3-3 15,10-2 31-15,13 0-25 16,9 0 9-16,6 0-7 16,4 0 1-16,6 3 5 15,0-3-18-15,1 4 5 16,-1 0-3-16,-4 3-2 15,1 1 1-15,7 2 2 16,8 1 4-16,11 0 11 16,15-1-2-16,3 2-8 15,13 1-4-15,3 1-3 16,0 2-1-16,3-2 1 0,-9-1 0 16,-3-2 0-1,-7-3 0-15,-7 4-1 0,-4-4 5 16,-2-1 4-16,-1 2-4 15,8-1 4-15,4 0-7 16,6-1-2-16,4 1 0 16,-2-1 0-16,-2 0 0 15,-11 0 3-15,-12-2-1 16,-14 0-1-16,-12-1 1 16,-14-1-2-16,-12-2 0 15,-17-1 1-15,-7 0-1 16,-9 0 2-16,-12 0 0 15,-7 0-1-15,-10 0 1 0,-12 0-1 16,-8 0 1-16,-4 0 4 16,-2 0 11-16,0 0 7 15,0 0-4-15,0 0-7 16,0 0-1-16,0 0 3 16,0 2-3-16,0-1-10 15,0 1-2-15,0 1-3 16,0 3 2-16,0 2 2 15,0 1-1-15,0 6 1 16,-2 1 2-16,-4 5-3 16,-1 5 1-16,1 4 0 15,0 5 0-15,0 3 0 16,-2 4 12-16,4 2-8 16,-2 1-1-16,0 5-2 0,2 1 7 15,-1 8 13 1,1 3-2-16,-1 3-13 0,5-2 1 15,0 1 2-15,0-1-2 16,0 3 1-16,0 5 0 16,0 1-4-16,0 3 0 15,0 1 4-15,-4 0-2 16,-4 0 1-16,5-1-1 16,0 0-3-16,-4 1 1 15,5 0-4-15,-4 6 1 16,-2 0 0-16,0-1 6 15,-3-2 1-15,0-2 2 0,0 4-1 16,1-1-2 0,-2 2-1-16,3-2 0 0,0 2-2 15,0 0-2-15,5-3-1 16,-3 4-1-16,4 1 1 16,-1 3 0-16,1 2-1 15,3 0 1-15,-2-2 0 16,2-2 1-16,0 0-2 15,0 1 2-15,0-1-1 16,0-4-1-16,0 0 0 16,0 0 0-16,0-3-1 15,0 1 1-15,0 1-1 16,0 5 1-16,0-2 0 16,0-1-1-16,0-4 0 15,0-3 1-15,0-3-1 16,0 3 1-16,0-4-1 0,0 0 0 15,0-3 0-15,0 0 1 16,0-3-1-16,0 3 0 16,0-2 1-16,-4 0-1 15,3-1 0-15,-2 3 0 16,0 1 2-16,-3-1-2 16,1-4 0-16,-1-2 0 15,-1-1 0-15,1-2 0 16,0 2 1-16,1 0-1 0,-1-3 0 15,3-1 2 1,-1 1-2-16,0-1 0 0,2 2 0 16,-2-1 1-16,-1 0 0 15,-3 0-1-15,5-1 0 16,-2 6 1-16,0 1 2 16,-1 2 1-16,3-2 0 15,-1-3-2-15,1-6 1 16,1 0 0-16,2 1-1 15,0-2 0-15,-1 0 0 16,-1-2 0-16,0-3 1 16,-3-1 0-16,0-1 3 15,-1-1-1-15,2 0 3 16,-7 0-6-16,3 2 5 16,-3-1 0-16,3-1-4 0,1 1-3 15,0-4 4-15,4 0-3 16,-2 5 0-16,4-4 5 15,-1 0-2-15,-1-2 1 16,2-7 1-16,1-1-1 16,-3-4 1-16,3-5-1 15,0-2 6-15,0-3-2 16,0-1-1-16,0 1-2 16,-2-4-1-16,-1-2 2 15,2-1 1-15,-2-1 0 16,0-4 2-16,1 1-3 15,1-2 1-15,-1-1 1 16,-1-1 1-16,3 0 0 16,0-5-5-16,0 1 1 0,-1-1-2 15,1 2 4-15,0 1-2 16,0-2-5-16,0 4 2 16,0-5 0-16,0 2-3 15,0-2 0-15,0 0 1 16,0 0-1-16,0-7-25 15,0-20-130-15,0-19-451 16</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6-07-14T11:19:02.030"/>
    </inkml:context>
    <inkml:brush xml:id="br0">
      <inkml:brushProperty name="width" value="0.05292" units="cm"/>
      <inkml:brushProperty name="height" value="0.05292" units="cm"/>
      <inkml:brushProperty name="color" value="#FFC000"/>
    </inkml:brush>
  </inkml:definitions>
  <inkml:trace contextRef="#ctx0" brushRef="#br0">11106 2060 689 0,'0'0'41'0,"0"0"11"0,0 0 67 15,0 0-22-15,0 0-47 16,0 0-50-16,0 0-10 16,0 23 10-16,0 25 46 15,2-4-22-15,3-2-4 16,5-3 7-16,-1-2-2 15,3-4-13-15,-1-2-3 16,-1-5-2-16,1-6-5 16,2-3 4-16,-3-7 2 15,-2-5-7-15,-1-5 3 16,0 0 0-16,3-3 4 0,3-10 2 16,1-10-9-1,0-4 4-15,0-5-2 0,0-5-2 16,1 1-1-16,-3 0-1 15,-1 6-5-15,-3 3 3 16,-2 8 0-16,-2 8 1 16,-3 5 0-16,-1 3 0 15,0 3-5-15,0 0-13 16,0 19 2-16,1 3 16 16,0 4 2-16,5 3 2 15,-1-4 1-15,0-1 5 16,1-1-2-16,4-2 2 15,-3-3 0-15,5-1-4 0,-1-3 2 16,0-4 2-16,3-1-4 16,0-5-4-16,3-4 2 15,2 0-6-15,3 0-12 16,1-15-51-16,-1-6-27 16,-1-4-56-16,-2-7-81 15,-5-1-115-15</inkml:trace>
  <inkml:trace contextRef="#ctx0" brushRef="#br0" timeOffset="962.15">11654 2146 404 0,'0'0'172'0,"0"0"-66"0,0 0-58 15,0 0-13-15,0 0 48 0,0 0-3 16,0 72 9 0,0-45-17-16,0-2-6 0,0 1-12 15,0-1-22-15,4-3-14 16,-1-1-11-16,2-3 0 15,-3-4-5-15,1-7 2 16,-3-1-1-16,2-6-1 16,-2 0-2-16,0 0-1 15,1-9-1-15,0-11-20 16,4-4 0-16,2-1 0 16,3-3 1-16,1 5 17 15,2 3-4-15,0 5 5 16,1 7 2-16,0 2-4 0,-1 5 4 15,3 1 2 1,1 0 1-16,1 0 5 0,-1 7 8 16,-1 4-4-16,-2 3 12 15,1 1-5-15,-2-1-4 16,-2 1 0-16,-2-3-3 16,-2 2-6-16,-3-3 1 15,-1-1-2-15,0 1-4 16,-2-2 6-16,0-4-6 15,1 3 0-15,-2-4 0 16,3-1-8-16,1-3-1 16,0 0-2-16,4 0 8 0,3-6 2 15,1-8-3 1,2-6 4-16,0-3 4 16,-2-1-4-16,0-2 0 0,-3 1-4 15,-2 3-2-15,-2 6 0 16,-2 1-2-16,-1 8-1 15,-2 3 3-15,0 4-6 16,0 0 8-16,0 0-15 16,0 13 10-16,0 5 7 15,2 1 2-15,1 0 1 16,1-2 0-16,3-1-1 16,3-3 3-16,-1-4 2 15,5-3 1-15,1-6-4 16,5 0 5-16,0 0-1 15,5-15-2-15,1-4-4 0,0-1-15 16,-3-3-30 0,-3-4-29-16,-6-3-4 0,-3-4-8 15,-3-1-4-15,-1-1-22 16,0 7 86-16,-3 3 26 16,1 9 14-16,-4 6 49 15,-1 6 54-15,0 2-18 16,0 3-43-16,0 0-39 15,-5 7-12-15,-3 11 0 16,1 3-2-16,2 9 10 16,3 1 7-16,2 2-3 15,0 0-4-15,0 1 7 0,0-7 7 16,7-1-1-16,-2-6-6 16,4-1-8-16,1-6-3 15,1 1 0-15,0-5-6 16,0 0 3-16,3-5-1 15,-3-2-3-15,0-2-2 16,0 0-9-16,1-4-34 16,-3-7-42-16,-4-5-42 15,-1-1-67-15,-4-9-315 16</inkml:trace>
  <inkml:trace contextRef="#ctx0" brushRef="#br0" timeOffset="1087.608">12368 2098 495 0,'0'0'9'0,"0"0"-9"0,73-9-66 16</inkml:trace>
  <inkml:trace contextRef="#ctx0" brushRef="#br0" timeOffset="1875.525">13343 2162 813 0,'0'0'100'15,"0"0"37"-15,0 0-86 0,-66-20-29 16,42 20-14-16,-2 4 2 15,4 14-5-15,6 3-1 16,7 4-2-16,7 2-2 16,2-4 0-16,2 0 3 15,10-3 3-15,5-2 1 16,2-7-7-16,1-5 0 16,4-6 0-16,-1 0-3 15,-1-6-7-15,-3-11 7 16,-2 0 1-16,-4-8 4 15,-5 0-1-15,-6-4-1 0,-2-2 1 16,0 0 1 0,-10 2 0-16,-6 4-1 0,0 5 3 15,-1 13 12-15,3 2-13 16,2 4 1-16,5 1-4 16,3 0 0-16,4 0-7 15,0 10-3-15,2-1-5 16,15 1-3-16,5-1 5 15,8-4-7-15,2-2-30 16,3-3-23-16,-2 0 0 16,-2-7 17-16,-2-8 4 0,-2-3 45 15,-5-2 7-15,-2-3 2 16,-5 2 6-16,-6-2 14 16,-4 4 16-16,-5 0 8 15,0 4 14-15,0 4-2 16,0 2-5-16,-7 2-17 15,4 5-21-15,-1 2 1 16,0 0-7-16,-2 2-8 16,-1 15 1-16,2 5 8 15,-1 6 1-15,1 1 15 16,0 6 2-16,2 2 4 16,1 2-11-16,0 2 0 15,2 0 1-15,0 2 1 16,0-4 0-16,-2 1-8 0,0-3-1 15,-1 4-3 1,1-8-5-16,1-4 3 0,-1-6-9 16,-1-10 2-16,1-4 0 15,1-7 1-15,1-2-3 16,0 0-7-16,0-5-50 16,-3-12-56-16,-1-10-161 15,-1-7-516-15</inkml:trace>
  <inkml:trace contextRef="#ctx0" brushRef="#br0" timeOffset="2033.114">13496 2217 793 0,'0'0'116'0,"0"0"-42"0,0 0-11 0,0 0-24 15,0 0-28-15,90 0-11 16,-56 0-19-16,2-9-164 15,3-1-328-15</inkml:trace>
  <inkml:trace contextRef="#ctx0" brushRef="#br0" timeOffset="2603.024">14598 2007 504 0,'0'0'90'0,"0"0"84"0,0 0-14 16,0 0-66 0,0 0-60-16,0 0-25 0,19 37 50 15,-10 1 8-15,-2 8-27 16,1-1-5-16,0-1-4 15,-3-2-12-15,-1-3-10 16,0-4-4-16,-2-2-3 16,1-6 1-16,-1-8-1 15,0-5 0-15,2-9 0 16,1-5 1-16,2 0 2 16,1-8 4-16,3-15-1 15,1-7-4-15,1-3 0 16,2-4-2-16,1 1 1 0,-3 0 0 15,2 3-2 1,-5 2 3-16,3 6-3 0,-5 5-1 16,0 3-4-16,-1 6-16 15,-1 3-61-15,2 8-72 16,1 0-121-16,1 0-172 16</inkml:trace>
  <inkml:trace contextRef="#ctx0" brushRef="#br0" timeOffset="3286.364">14963 2131 671 0,'0'0'42'0,"0"0"103"15,0 0-17 1,0 0-57-16,-40 73-27 0,40-50 7 16,0 1-13-16,2-4-17 15,8-1-4-15,0-3-6 16,6-7-4-16,0-1 1 15,0-7-3-15,0-1 2 16,-1 0-2-16,-3-11-3 16,1-4 4-16,-2-6-4 15,-2-1 0-15,-3-2-2 16,-4 1 2-16,1 0-4 16,-3 3 6-16,0 4-2 15,-10 5-1-15,-6 3-1 16,0 4 3-16,0 4-1 15,3 0-2-15,5 0 0 0,0 0 0 16,6 4-3-16,2 1-8 16,0-1-19-16,16-2-43 15,4-2 61-15,7 0-8 16,-1-5-39-16,0-12 12 16,0-7-11-16,0-4 11 15,-3-3 47-15,1-3 1 16,-7 5-1-16,-6-2 4 15,-3 6 21-15,-5 6 21 16,-3 2 14-16,0 6-1 16,0 1-5-16,0 5-12 15,-3 4-4-15,-1 1-9 0,3 0-20 16,-4 4-7-16,-2 12-1 16,4 9 3-16,-5 2 8 15,4 5 5-15,3 2-3 16,-2 1 2-16,1 2 6 15,0 1-2-15,0-1 7 16,2-3-9-16,-1-3-6 16,1-4-5-16,0-2 0 15,0-4-4-15,0 0-1 16,0-9 2-16,0 1-4 16,0-6 2-16,0-4-2 15,0 1-2-15,0-4-31 16,3 0-49-16,9 0-57 15,-1-16-66-15,9-5-281 0</inkml:trace>
  <inkml:trace contextRef="#ctx0" brushRef="#br0" timeOffset="4311.933">15369 2165 822 0,'0'0'131'0,"0"0"-7"0,0 0-38 16,0 0-71-16,0 0-9 15,0 0 27-15,0 42 7 16,0-25-6-16,5 1-8 16,3-3-9-16,1-2-3 0,0-6-5 15,3 0-3 1,0-5 0-16,-1-2-1 0,1 0 0 16,0-6 1-16,0-12-6 15,2 0 0-15,-2-5-7 16,0 0 0-16,-3 3 2 15,-1 4 5-15,-3 5 0 16,-5 2 2-16,2 6 2 16,-2 2 6-16,0 1-8 15,0 0-2-15,0 11-9 16,-2 10 8-16,-4 2 1 16,1 2 1-16,3 1 1 15,0-3 0-15,2 0-1 16,0-5 0-16,2-3 2 15,11-6 0-15,5-4-3 0,1-5-14 16,8 0-14-16,-4-14-32 16,-1-9-27-16,2-2-38 15,-3-6-64-15,-1 1-104 16,-4 4-39-16,-7 5 200 16,1 9 132-16,-8-1 270 15,-2 7 0-15,0 2-17 16,0 3-109-16,0 1-53 15,0 0-26-15,0 0-44 16,-2 14-2-16,-1 3 22 16,-1 1-3-16,1 1-11 15,3 1 2-15,0 0-8 0,0-4-6 16,0-4-6 0,0-2-4-16,0-4-4 0,0-3 2 15,0-3-2-15,0 0 0 16,0 0-1-16,0-11-2 15,0-9-20-15,0-2 2 16,12-1-8-16,0 4 12 16,0 5 16-16,-3 2 2 15,-2 10 3-15,2 2 2 16,0 0-3-16,0 1-4 16,-1 12 6-16,0 4-2 15,-2-1 2-15,-1 5-1 16,0-1-1-16,-2-7-4 0,-1 3 2 15,0-6 0 1,-2-6-1-16,2 0-1 0,-2-4 0 16,1 0-4-16,1-7-2 15,3-9-13-15,8-8 2 16,0 0 5-16,2-1 9 16,0 4 3-16,0 4 0 15,-4 5 2-15,-2 5 7 16,-2 4-1-16,1 3-1 15,0 0-7-15,-3 6-2 16,3 9 1-16,-3 3 1 16,-1 5 0-16,-1-2 4 0,-1 2 2 15,3-1 3 1,-1-2-2-16,0-3 5 0,-1-6-5 16,-1-1-6-16,1-5 5 15,-1 0-6-15,-2 0-1 16,0-3 1-16,0 4-1 15,0-2-12-15,3 1-35 16,1-1-41-16,4-1-102 16,4-3-172-16</inkml:trace>
  <inkml:trace contextRef="#ctx0" brushRef="#br0" timeOffset="4657.365">16226 2298 648 0,'0'0'119'0,"0"0"69"0,0 0-57 16,71-47-63-16,-49 33-15 15,-1-4-4-15,-1 3-8 16,-4-2-9-16,-4-3-2 16,-6 4-9-16,-6-4-9 15,0 7-1-15,-6 1-8 16,-14 7-3-16,0 5-3 15,0 0 0-15,1 9-3 16,7 12 3-16,-1 3 1 16,4 1 2-16,1 2 0 15,3 1 0-15,4-1 0 16,1-2 3-16,0-4-2 0,13-3 6 16,5-9-4-16,5-3 5 15,2-6-8-15,5 0-2 16,1 0-50-16,3-9-77 15,-4-5-194-15</inkml:trace>
  <inkml:trace contextRef="#ctx0" brushRef="#br0" timeOffset="7305.587">10950 2578 592 0,'0'0'15'0,"0"0"-5"0,0 0 18 0,0 0 28 16,0 0-24-16,0 0-1 15,32 3 13-15,2 3-10 16,9-4 9-16,11 8-22 15,5-2-9-15,7 5-6 16,6 1 0-16,4 0 2 16,0-2-8-16,1 3 1 15,1-3 1-15,3-1 2 16,0-2-4-16,-1 1 1 16,1-1-1-16,1 1 3 15,2-3-2-15,3 0-1 16,3-1 0-16,0-3 4 15,4 5-3-15,-5-2-1 16,2 1 5-16,2-2 1 0,-4 4-1 16,-4-1-1-16,-4 0-3 15,-2 1 4-15,-2-5-5 16,0 1 8-16,2-1 6 16,0-1 1-16,2 0 3 15,2-2-2-15,4-1-1 16,0 1-3-16,0-1-6 15,-3 2-2-15,-6-1 0 16,0 2-2-16,-2-1-1 16,2-1 0-16,2-1 1 15,-3 2-2-15,0-2 0 16,4 4 0-16,0-4 0 0,5 0 1 16,-1 0-1-16,-2 0 1 15,3-6-3-15,-3-1 1 16,1-3-9-16,1-3 9 15,1 4-7-15,2-1-2 16,-2 1 6-16,2 3 4 16,0 2-1-16,0-2 0 15,-2 1 1-15,-3-1 2 16,-3 1-2-16,-1 2 0 16,-3 0 2-16,-2 3-2 15,-4-3 0-15,-3 3 0 16,-5 0-3-16,-3 0 2 15,3 0 1-15,-3 0 0 0,0 0 0 16,-4 3 0-16,0 0-1 16,-6 0 1-16,-2-3 2 15,-7 0 0-15,-9 0 1 16,-6-3 0-16,-10-9 13 16,-3-6 15-16,-5-1-2 15,-3-5-17-15,-2-4 8 16,0 0-13-16,-2-7-2 15,0-5-4-15,0-2 0 16,0-8 1-16,0 2 7 16,0-4-8-16,0 2 3 15,0 4 1-15,0-1-4 16,0-5 2-16,-2-1 0 0,-4-5-3 16,1-2 0-16,-1-3 0 15,-2 2 3-15,1-1-3 16,2 2 1-16,-5-1-1 15,1 4 0-15,-3 0 0 16,1 4 1-16,-3 4-1 16,0 2 0-16,-1-1 0 15,-1-1 0-15,-1 3 0 16,-1 4-2-16,1 4 2 16,-1 9 0-16,1 7 0 15,-2 2-2-15,-4 5 2 16,0 5-1-16,-5 6-4 0,-4 0 1 15,-9 4-2 1,-8 0-6-16,-5 0-9 0,-5 0 8 16,-8 0-12-16,-4 8-12 15,-7-1 6-15,-9-2-1 16,-7 2 3-16,-5-3 18 16,-4 3-8-16,0 0 8 15,-3 1 4-15,-1-3 2 16,-3 5 0-16,-1-3-1 15,-2 1 0-15,0-1-1 16,-2-2 4-16,5-1 1 16,2-1-1-16,0 0-10 15,9 2 5-15,3-4-8 16,1 0 8-16,3-1 6 0,2 0-1 16,-1 0 2-1,4 0 1-15,0-1 0 0,2-6 0 16,4 1 1-16,3-1-1 15,4-1 0-15,4 0 2 16,5 1 0-16,-1-3-2 16,0 5 0-16,-1-3 0 15,-3 3 0-15,-6-2-6 16,-2 0 6-16,-4 3 2 16,-3 0-2-16,3-1 0 15,0 1 0-15,3 1 0 16,6-1 0-16,3 0-5 15,2-2 1-15,2 2 4 0,-5-1-2 16,0-1 0 0,-7 1-4-16,-2 1 3 0,-7 1 1 15,-3-2-2-15,-4 3 0 16,1 1-1-16,5 1 4 16,5 0 1-16,3 0 0 15,12 0 1-15,5 0 1 16,3 0-4-16,5-2 3 15,0 2-1-15,-3 0 0 16,-1 0 0-16,2 0-2 16,6 0 2-16,3 0 0 15,6 0 1-15,2 0 0 0,6 0-1 16,2 0 1 0,6 0-1-16,-2 0-1 0,2 3 1 15,0 4 0-15,4 2 0 16,4 0 0-16,-1 3-3 15,4 2 3-15,-3 6 1 16,4 2-1-16,-5 7 1 16,5 6 0-16,0 3 3 15,-1 8 0-15,2 0 2 16,3 3-2-16,-2-5-1 16,3-2 0-16,-1 1-2 15,-1 0 0-15,4 2-1 16,-3 2 1-16,3-2-1 0,0-1-1 15,0 0 1 1,3-1 0-16,4-2 0 0,-2-4 1 16,2 2 1-16,0-2-2 15,0 0 1-15,5 1 3 16,2 1 10-16,-3-2-5 16,2-3-4-16,0-3 3 15,2-2 6-15,-2-3 3 16,3-1-7-16,1 1 9 15,2-2 4-15,1 1-1 16,-1-1-15-16,1 2-1 16,0-2 5-16,1-3-4 0,-2 0 4 15,4-4 6 1,-3 1-11-16,3-2 1 0,0-5 4 16,3 4-3-16,5-5-2 15,4 0 2-15,7-1 2 16,8-4-6-16,8-3-1 15,7-2-3-15,9 0-34 16,9 0-49-16,-1-10-138 16</inkml:trace>
  <inkml:trace contextRef="#ctx0" brushRef="#br0" timeOffset="45667.44">11678 4167 627 0,'0'0'52'0,"0"0"20"0,0 0-62 15,0 0 54-15,-10 110 20 16,6-55 27-16,1 2-32 16,1 2 14-16,0-4-41 15,-1-5-20-15,1-1-10 16,0-3-3-16,-1-7-13 16,0-3-2-16,1-11 1 15,0-5-3-15,2-7-2 16,0-8-22-16,0-5-51 15,0 0-67-15,12-19-74 16,3-16-333-16</inkml:trace>
  <inkml:trace contextRef="#ctx0" brushRef="#br0" timeOffset="46132.881">11995 4346 744 0,'0'0'14'16,"0"0"14"-16,0 76 65 16,-4-45-3-16,3 2-17 15,0-2-29-15,-1-1-13 16,2-3-4-16,0-1-6 16,-2-2-7-16,-1-3-5 15,1-4-6-15,-1-1 0 16,-1-7-3-16,1-4 0 15,0-2-14-15,1-3 4 0,0 0 7 16,0-5-2-16,-1-5-3 16,3 0 3-16,0 2 3 15,0 2 1-15,0 5 1 16,0-2 2-16,0 3-2 16,0 0 0-16,3 3 0 15,6 6 19-15,5 2 2 16,-2 0-6-16,4 5 9 15,-2-2-2-15,3 0-6 16,0-3 5-16,2 0-3 16,-1-2-3-16,1-2-6 0,-2-3-2 15,-1-1-3-15,-2-1 1 16,-2-2-5-16,-3 0-14 16,-1 0-47-16,-1-6-63 15,0-7-145-15,-3-6-365 16</inkml:trace>
  <inkml:trace contextRef="#ctx0" brushRef="#br0" timeOffset="46375.472">12546 4490 640 0,'0'0'31'0,"0"0"57"0,0 0 39 16,0 0-24-16,0 0-14 16,0 0-22-16,34 18-36 15,-11-18-20-15,0 0-9 16,-1 0-2-16,-6 0-6 16,-1 0-112-16,-8 0-101 15,-7 0-242-15</inkml:trace>
  <inkml:trace contextRef="#ctx0" brushRef="#br0" timeOffset="46592.151">12540 4698 593 0,'0'0'84'0,"0"0"67"16,0 0 8-16,0 0-48 15,0 0-35-15,0 0-25 16,39 37-16-16,-17-37-15 15,2 0-10-15,2 0-6 16,0 0-2-16,-4 0-2 16,-2 0-19-16,-3 0-34 15,-4 0-69-15,-4 0-96 16,-3-4-231-16</inkml:trace>
  <inkml:trace contextRef="#ctx0" brushRef="#br0" timeOffset="48004.55">13559 4359 640 0,'0'0'103'0,"0"0"70"0,0 0-69 16,0 0-41-16,0 0-53 16,0 0-2-16,-2 45 42 15,2-7 10-15,3 1 5 16,-1 1 0-16,0-2-23 15,-1-1-18-15,-1-1-1 16,0-2-9-16,0-5-7 0,0-7-2 16,0-4-2-16,0-5-3 15,0-3 3-15,0-4-3 16,0-3-29-16,0-3-59 16,8 0-75-16,5-3-112 15,6-9-434-15</inkml:trace>
  <inkml:trace contextRef="#ctx0" brushRef="#br0" timeOffset="48577.309">13984 4536 664 0,'0'0'145'0,"0"0"-4"15,0 0-2-15,0 0-84 16,0 0-27-16,-76-29-15 0,48 46 9 15,0 2-6-15,3 4-4 16,3 3-4-16,3 3-1 16,7 2-3-16,3-5-2 15,5-1 2-15,4-3-4 16,0-5 0-16,1-7-6 16,14-1 2-16,5-6-7 15,6-3-9-15,3 0-20 16,3-6-9-16,1-13-21 15,-1-6-9-15,-4-7-27 16,-3-2 36-16,-4-3 30 16,-5-4 17-16,-4 2 23 0,-5-2 0 15,-4 4 1-15,-3 3 0 16,0 4 12-16,0 7 37 16,-3 3 37-16,-4 6-27 15,3 4-15-15,1 6-1 16,-1 0-4-16,3 4-10 15,-2 0-26-15,-1 14 4 16,1 8 7-16,-2 3 8 16,3 4 11-16,-1 1 8 15,2-1 0-15,-1 2 6 16,2 0-7-16,-2 0-5 16,2 3-5-16,0-3-14 15,0 3-3-15,0-7-8 0,0 1-3 16,4-6-2-16,1-7-1 15,-2 0-1-15,2-5-16 16,1-4-36-16,2-5-52 16,1-1-49-16,1 0-72 15,1-12-286-15</inkml:trace>
  <inkml:trace contextRef="#ctx0" brushRef="#br0" timeOffset="49254.458">14230 4528 767 0,'0'0'59'0,"0"0"56"0,0 0 18 0,0 0-35 15,0 0-33-15,-30 78-8 16,30-57-5-16,0 0-17 16,0-3-11-16,0-2-8 15,0-2-13-15,2-4 0 16,-2-6 3-16,2-3-6 15,-2-1-6-15,0 0-1 16,0-5 2-16,3-16-22 16,3-8 1-16,4 0-1 15,3-2 0-15,0 5 20 16,-1 5 6-16,-1 3 0 16,-1 8 0-16,0 3 1 15,-2 7 10-15,2 0-3 16,-2 3-5-16,3 11 7 0,-4 7-5 15,-2 3-1-15,2 2 1 16,-3 4 3-16,-3 0-5 16,-1-2-2-16,0-4 1 15,0-3 1-15,-2-9-2 16,-3-2-2-16,0-6-7 16,5-4-8-16,-2 0 1 15,2-9-13-15,0-12-5 16,0-7 1-16,7-5 3 15,5 1 15-15,-1 1 15 16,2 3 0-16,0 4-1 16,1 4 2-16,-4 4 1 0,4 7 0 15,0 1 1-15,-2 3 1 16,2 5 1-16,-4 0 0 16,-1 0-2-16,2 3 7 15,-4 8 1-15,1 3-3 16,-1 3 6-16,-3 1 0 15,-1 4 2-15,0 0 3 16,0-1-2-16,-3-1 0 16,1-3-3-16,-1-3-7 15,1-4-3-15,-1 0-2 16,0-8-2-16,0 0-32 16,0-2-47-16,0 0-52 15,0-2-128-15,0-14-387 0</inkml:trace>
  <inkml:trace contextRef="#ctx0" brushRef="#br0" timeOffset="49794.521">14664 4098 672 0,'0'0'95'0,"0"0"63"15,0 0-71-15,0 0 1 16,0 0-50-16,0 0-31 0,40-26-2 16,-26 43 10-1,-2 0-9-15,-2 3 11 0,-4 0-1 16,-1-3-13-16,-4 0 1 16,-1-5-2-16,0-1 2 15,0-2 2-15,-3-5-1 16,0-1-1-16,-1-2 1 15,4 1-5-15,0-2-3 16,0 0 0-16,0 0 2 16,4 1-6-16,8 0 1 15,2 2 6-15,2 2 0 16,-1 0 0-16,-1 4-1 16,0 5 1-16,-5 3 0 15,-1 1 10-15,-4 0 0 16,-4 3 6-16,0 0 3 0,0-3 14 15,-10-2 7-15,-3-1-6 16,-3-2-4-16,-2-3-1 16,-3-2-3-16,0-2 1 15,-1-5-5-15,0 0-8 16,1-1-4-16,4 0-4 16,0 0-1-16,3-7-1 15,4-5-3-15,2-1-1 16,1-2-25-16,1 3-41 15,0-1-80-15,-1 5-99 16,-3 1-595-16</inkml:trace>
  <inkml:trace contextRef="#ctx0" brushRef="#br0" timeOffset="50581.946">11829 5307 632 0,'0'0'44'0,"0"0"82"0,0 0 15 0,0 0-107 0,0 0 44 16,-15 96 4-16,15-45-12 16,6 2-15-16,2-3-1 15,-1-7-14-15,-4-3-21 16,-3-2-12-16,0-1 0 15,0-5-7-15,0-4 0 16,-3-6-5-16,-1-7-46 16,4-7-48-16,0-8-109 0,0-5-121 15,14-19-214-15</inkml:trace>
  <inkml:trace contextRef="#ctx0" brushRef="#br0" timeOffset="50994.736">12109 5397 753 0,'0'0'13'0,"0"0"60"15,0 0 34-15,0 89-21 16,0-52-23-16,0 1-9 16,0-4-16-16,-2 0-9 15,2-4-7-15,0-5-12 0,-1-2-7 16,1-3 1-16,-1-4-4 15,-2-5 0-15,2-5-23 16,-1-1-12-16,0-5 12 16,0 0 23-16,-2 0 0 15,1-6-2-15,-1 1 2 16,1 3 1-16,3-1 1 16,0 1-2-16,0 2 4 15,0 0 2-15,0 0-2 16,14 0 0-16,4 0 33 15,4 5-14-15,2 0-4 16,-1 1-3-16,-1-3-9 16,1 1 1-16,3-3-2 15,-2 2-5-15,-1-2-1 0,-2-1-10 16,-3 0-29-16,-2 0-73 16,0 0-134-16,-4 0-297 15</inkml:trace>
  <inkml:trace contextRef="#ctx0" brushRef="#br0" timeOffset="51227.415">12706 5567 597 0,'0'0'55'0,"0"0"51"0,0 0-2 0,0 0-39 0,0 0 25 16,0 0-50-16,51 0-21 16,-28 3-13-16,0-1-6 15,-3 3-16-15,-7-3-79 16,-4 3-132-16,-9 0-246 16</inkml:trace>
  <inkml:trace contextRef="#ctx0" brushRef="#br0" timeOffset="51406.622">12711 5735 672 0,'0'0'83'15,"0"0"90"-15,0 0-75 16,0 0-33-16,0 0-13 16,0 0-27-16,71 14-18 15,-42-14-4-15,1 0-3 16,-1 0-45-16,-1 0-112 15,-1 0-206-15</inkml:trace>
  <inkml:trace contextRef="#ctx0" brushRef="#br0" timeOffset="51941.939">13699 5441 403 0,'0'0'180'0,"0"0"-85"0,0 0 19 0,0 0-39 15,0 0 16-15,-38 72-23 16,35-35-5-16,-2 1 2 16,1 0-19-16,-1-4-6 15,1-1-16-15,1 1-6 16,-1-2-13-16,1-6-3 0,3-3-2 15,0-6-9 1,0-6-61-16,6-1-72 0,7-10-61 16,4 0-244-16</inkml:trace>
  <inkml:trace contextRef="#ctx0" brushRef="#br0" timeOffset="52337.696">13832 5604 652 0,'0'0'47'0,"0"0"-18"16,0 0 56-16,0 0-13 0,0 0-25 15,-38 91-21-15,38-66-3 16,0 1-11-16,10-2 3 16,0-3-7-16,1-3-1 15,-2-4-4-15,2-2-1 16,0-6-2-16,2-5-1 15,2-1-13-15,1 0 5 16,-1-6 6-16,1-8 3 16,-1-3 2-16,-1-3-1 15,0 0 0-15,-4-3-1 16,-3 1 1-16,-2-1 4 16,-5 1 4-16,0 1 8 15,0 5 9-15,0-2-1 16,-9 1-9-16,0 3-12 0,-3 2-3 15,-2 3 1-15,1 8-2 16,-4 1-9-16,2 0-23 16,1 0-22-16,3 10-23 15,6-3-102-15,4 1-190 16</inkml:trace>
  <inkml:trace contextRef="#ctx0" brushRef="#br0" timeOffset="52772.915">14110 5634 445 0,'0'0'30'0,"0"0"59"0,0 0-47 0,0 0-8 16,-19 81 1-16,19-64 0 15,10 3-10-15,4-2-6 16,0-3-9-16,3-1-1 16,0-1-6-16,3-5-3 15,-3-5-3-15,1-3-9 16,-2 0 8-16,1 0 4 16,-5-7 1-16,-2-7 2 15,2-3 4-15,-4-3 15 16,-2-3 2-16,-4-2 13 0,0 0 8 15,-2 1 15 1,0 0 0-16,0 0-6 0,-7 3-21 16,-2 1-7-16,-3 6-10 15,-2 4-9-15,-4 5-3 16,-2 5-2-16,-4 0-2 16,1 0 0-16,1 12-2 15,4 4-34-15,6 1-38 16,6-2-72-16,6-1-136 15</inkml:trace>
  <inkml:trace contextRef="#ctx0" brushRef="#br0" timeOffset="53199.888">14424 5627 512 0,'0'0'17'0,"0"0"54"0,0 0-22 0,0 0-8 15,0 0-12-15,-48 82 1 16,48-59-1-16,3-2-7 16,8-4-3-16,3-1-8 15,1-4-6-15,4-6 2 0,-1-5-7 16,3-1-9-16,-1 0-10 15,-2-8 12-15,-1-7 7 16,2-4 0-16,-3-1 1 16,-2-3 1-16,-4-2 15 15,-5 0 7-15,-3-1 6 16,-2 2 27-16,0-1 19 16,0 4 4-16,-10 4-12 15,-1 4-32-15,-3 3-12 16,-1 4-16-16,-3 6-8 15,0 0 0-15,1 0-1 16,2 12-24-16,6 2-55 16,3-1-58-16,6 2-120 0,0-8-303 15</inkml:trace>
  <inkml:trace contextRef="#ctx0" brushRef="#br0" timeOffset="53887.298">14817 5562 641 0,'0'0'48'16,"0"0"43"-16,0 0 54 16,0 0-55-16,0 0-18 15,0 0-9-15,19 68-20 16,-14-55-6-16,-1-2-16 0,-1 1-8 15,-1-3-7 1,0 1-1-16,-1-6-5 0,-1 0-3 16,0-4-5-16,0 0-10 15,0 0 14-15,0-8 1 16,0-6-9-16,0-3 12 16,2 3 0-16,6 0 0 15,-1 1 1-15,4 2 1 16,1 4-1-16,2 1-1 15,0 6-1-15,0 0 1 16,0 3 1-16,-4 8-1 16,1 2 0-16,-4 1 0 0,0-1 0 15,-4-2-3-15,0 1 3 16,-2-3 0-16,-1-2 0 16,2-3 0-16,-1-1 0 15,-1-3 1-15,2 0-1 16,1 0-1-16,3 0-2 15,4-12-9-15,2-2 11 16,0-5 1-16,1 4 0 16,-2-1 1-16,3 3 1 15,-2 2 5-15,-1 6-3 16,-1 0-1-16,-1 5 0 16,-1 0-3-16,-1 0 0 15,3 9-1-15,-4 2 2 16,-1 3 0-16,0 0-1 15,-1 2 1-15,-1 0 2 0,0-2-1 16,0-2 0-16,-2-2 0 16,3-2 1-16,4-2-1 15,1-5 1-15,5-1-2 16,6 0-1-16,2 0-3 16,2-5-27-16,0-9-66 15,6-7-59-15,0-6-88 16,3-6-137-16</inkml:trace>
  <inkml:trace contextRef="#ctx0" brushRef="#br0" timeOffset="54157.541">15538 5294 365 0,'0'0'94'0,"0"0"72"16,0 0-30-16,0 0-34 0,0 0-45 15,0 0-20-15,-57-7 0 16,50 30 4-16,1 3-5 15,1 4 2-15,1 1 4 16,3 6-8-16,1-1 1 16,0-4 4-16,0 0-8 15,1-2-1-15,4-5-8 16,4-7-7-16,-1-4-5 16,4-3-6-16,3-3 1 15,3-4-2-15,2 1-3 16,-3-4-33-16,-3-1-59 0,-5 0-98 15,-7 0-291 1</inkml:trace>
  <inkml:trace contextRef="#ctx0" brushRef="#br0" timeOffset="55035.857">12025 6559 654 0,'0'0'46'0,"0"0"67"16,0 0-12-16,0 0-85 16,-6 87 71-16,4-42-21 15,2-2-13-15,0 2-7 16,0-4-16-16,0 2-10 16,0-3-12-16,3-4-5 15,2-7-1-15,1-7-2 16,-1-3-43-16,4-10-97 15,2-6-123-15,2-3-267 0</inkml:trace>
  <inkml:trace contextRef="#ctx0" brushRef="#br0" timeOffset="55461.637">12396 6572 772 0,'0'0'21'0,"0"0"135"16,0 0-98-16,0 0-43 16,-21 80 12-16,19-46-2 0,2-2 12 15,0 1 2 1,0-2-4-16,0 1-20 0,0 0-7 16,0-3-6-16,0-7 2 15,0-5-4-15,0-9 0 16,0-2-25-16,0-6-4 15,0 0 5-15,0 0 23 16,0-8 0-16,-2-5-7 16,1 1 7-16,1 0-4 15,0-1 4-15,0 5 1 16,0 2 0-16,0 2 0 16,0 4 4-16,0 0 7 15,1 0-2-15,8 0-2 16,8 0 22-16,1 1-11 15,0 4-7-15,2-4-4 16,1-1-5-16,2 0 1 0,-1 0-3 16,1 0-17-16,-1 0-89 15,-6 0-145-15,3-10-356 16</inkml:trace>
  <inkml:trace contextRef="#ctx0" brushRef="#br0" timeOffset="55685.469">12919 6670 663 0,'0'0'27'0,"0"0"98"0,0 0-66 0,0 0-36 0,0 0 40 16,0 0-30-16,54 18-21 15,-32-12-12-15,-1 0-4 16,-8 1-109-16,-6 1-148 16</inkml:trace>
  <inkml:trace contextRef="#ctx0" brushRef="#br0" timeOffset="55851.96">12919 6904 435 0,'0'0'207'15,"0"0"-42"-15,0 0-46 16,0 0-30-16,0 0-27 0,0 0-37 16,75 13-13-16,-47-13-12 15,0 0-2-15,3 0-71 16,-2 0-83-16,-1-7-255 16</inkml:trace>
  <inkml:trace contextRef="#ctx0" brushRef="#br0" timeOffset="56340.93">14024 6618 598 0,'0'0'30'0,"0"0"64"0,0 0 0 0,-30 104 7 15,23-64-29-15,5 2-6 16,0 3 1-16,-1-3-21 15,0-4-17-15,0-3-13 16,1-10-9-16,0-4-2 16,2-4-3-16,0-4-2 15,0-3-56-15,3-6-129 16,7-4-142-16</inkml:trace>
  <inkml:trace contextRef="#ctx0" brushRef="#br0" timeOffset="56737.434">14190 6734 317 0,'0'0'386'16,"0"0"-374"-16,0 0 62 16,0 0-9-16,-40 87-12 15,40-55-21-15,0-3-5 16,5-2-9-16,7-7 1 0,1 0-11 15,2-4-3 1,-2-4 2-16,2-5-4 0,-1-6-3 16,0-1-14-16,-1 0 4 15,0 0 3-15,1-10 7 16,1-7 1-16,-1-3-1 16,0-5 0-16,-2-3 3 15,-2-5-1-15,-4 2-2 16,-3 0 2-16,-3 3 0 15,0 2 8-15,0 5 17 16,-5 6 8-16,-7 3-13 16,0 4-13-16,-2 5-3 0,0 3-6 15,0 0 0 1,1 0-26-16,3 11-58 0,2 1-66 16,3 2-115-16</inkml:trace>
  <inkml:trace contextRef="#ctx0" brushRef="#br0" timeOffset="57195.338">14595 6693 631 0,'0'0'47'0,"0"0"44"16,0 0-15-16,0 0-18 15,0 0-26-15,0 0-12 0,-42 86-5 16,42-66-2-16,0 2-9 16,7-4 2-16,1-1-1 15,2-5-2-15,0-2-3 16,-2-5-12-16,5-2-12 16,-3-3 0-16,4 0 9 15,3 0 5-15,1-8 2 16,-1-5 6-16,-1-3 0 15,-1-2 2-15,-4-3 1 16,-1-1 0-16,-3-4 3 16,-2-2 16-16,-2 2 25 15,-2-1 4-15,-1 3 10 0,0 5-23 16,0 2-17-16,0 4-8 16,-7 5-5-16,-2 5-3 15,-4 3-2-15,-5 0-1 16,-3 0-1-16,0 10-3 15,-2 1-13-15,5 5-14 16,4-4-36-16,1 1-37 16,11-5-94-16,2-2-208 15</inkml:trace>
  <inkml:trace contextRef="#ctx0" brushRef="#br0" timeOffset="57645.641">14963 6654 367 0,'0'0'48'0,"0"0"2"0,0 0 35 0,0 0-35 16,-67 80-24-16,61-55-12 0,3-1 1 15,3-3 2 1,0-2 1-16,6-3-1 0,7-6-4 16,3-6-4-16,3-1-7 15,3-3-2-15,2 0-4 16,-2-8-19-16,1-11 7 15,0-1 16-15,-1-6 0 16,1-1 1-16,-3-2 0 16,-6-3 12-16,-4 3 18 15,-7 4 10-15,-3 6 11 16,-4 5 28-16,-12 3-15 16,-3 8-36-16,-2 3-25 15,-2 0-4-15,5 3-13 16,3 9-84-16,2 1-144 15</inkml:trace>
  <inkml:trace contextRef="#ctx0" brushRef="#br0" timeOffset="57983.241">15604 6600 629 0,'0'0'49'0,"0"0"54"0,0 0-4 16,0 0-74 0,0 0-17-16,-71 25-2 0,52-4 2 15,5 0-1-15,1 2 8 16,5 0 11-16,2-2-12 15,3 4-9-15,3-2 0 16,0-2-3-16,1-3 2 16,9-3-2-16,3-2-2 15,6-6-3-15,1-4-27 16,8 1-45-16,0-4-72 16,1 0-103-16</inkml:trace>
  <inkml:trace contextRef="#ctx0" brushRef="#br0" timeOffset="58605.239">15777 6628 667 0,'0'0'136'16,"0"0"-9"-16,0 0-91 16,0 0-31-16,0 0 8 15,0 0 13-15,-19 50 3 16,19-34 2-16,0-2-9 15,0 0-5-15,0-3-10 16,0-4-3-16,0-1 0 16,0-5-4-16,0-1-4 0,0 0-9 15,3-2 13 1,4-10 0-16,0-6-5 0,0 1 4 16,3 2 1-16,-2 2 1 15,1 4 0-15,-3 5 2 16,-4 4 3-16,4 0 9 15,2 0-12-15,4 10-3 16,-2 9 5-16,1 1-5 16,-2-1 1-16,0 1-1 15,-2-3 0-15,-1-3 2 16,-2-4-2-16,-2-3-6 16,0-6-27-16,0-1-10 15,0 0 17-15,1-3 1 16,4-12-62-16,0-4 41 15,2-2 20-15,3-1 22 0,-1 1 4 16,1 1 2 0,0 6 21-16,-3 5 14 0,-1 5-9 15,3 4-7 1,-4 0-9-16,0 0-1 0,3 0 1 16,-3 8-6-16,0 4 4 15,2 0 4-15,-4 3-4 16,0 2 11-16,-1 1 2 15,0 0 1-15,-2 0 7 16,1 1-11-16,0-3-8 16,-3-5-9-16,4-1 0 15,-3-2-3-15,3-2-18 16,2-2-83-16,-2-4-113 0,3 0-349 16</inkml:trace>
  <inkml:trace contextRef="#ctx0" brushRef="#br0" timeOffset="59139.137">16348 6402 681 0,'0'0'95'0,"0"0"0"0,0 0-22 0,0 0-30 0,0 0-11 16,0 0-7-16,73-30-9 0,-57 44-4 16,-4 3 3-16,-3 3-6 15,-2 3-5-15,-6 1-1 16,-1 1-2-16,0-2-1 16,-10-5 4-16,-4 0 1 15,0-4-5-15,2-4-5 16,4-4 1-16,3-1-2 15,3-3 2-15,2 1-5 16,0 0 2-16,2-1 5 16,10 1 2-16,2 4 1 0,2 1-1 15,1-2 0 1,2 3 1-16,-5 0-2 0,0 2 2 16,-5-2-1-16,0 3 2 15,-4 3 7-15,-2-5 9 16,-3 3 9-16,0-2 18 15,0 1 4-15,0-3-1 16,-3 1-2-16,-8-3 1 16,-2 0-1-16,-6-2 4 15,-2-4-8-15,-3-1 2 16,-5 0-14-16,-6-1-17 16,-2-9-11-16,-3 0-2 15,-1 3-50-15,2 0-96 16,1 0-208-16</inkml:trace>
  <inkml:trace contextRef="#ctx0" brushRef="#br0" timeOffset="86594.214">12075 7734 591 0,'0'0'3'0,"0"0"71"0,8 79 55 15,-5-33-33-15,2 4-21 16,1-2-23-16,-1-1-14 0,-1 2-2 15,-1 0-4-15,-3-2-21 16,0-4-5-16,0-8-6 16,0-5-2-16,0-7-51 15,4-9-60-15,1-8-129 16,3-6-114-16</inkml:trace>
  <inkml:trace contextRef="#ctx0" brushRef="#br0" timeOffset="87036.703">12442 7867 227 0,'0'0'590'0,"0"0"-583"16,0 0 69-16,0 0 19 16,4 96-17-16,-4-58-26 15,0 0-21-15,0 0-11 16,0-1-5-16,0-2-2 15,0-4-11-15,0-4 0 16,0-7 0-16,0-2-2 16,-3-7-23-16,2-5-27 15,0-3 5-15,-1-3 13 16,2 0 24-16,-3 0 4 16,2-6-13-16,0-4 10 0,1 1 7 15,0 2-1 1,0 3 1-16,0 1 5 0,0 1 8 15,0 2 0-15,7 0-3 16,5 0 8-16,2 0 0 16,-1 0-1-16,4 3 1 15,-2 2 2-15,-3-2 0 16,3 0-6-16,-2-1-2 16,-1-2-5-16,4 0-1 15,-1 0-6-15,2 0-1 16,1 0-45-16,-2 0-55 15,1 0-147-15,3 0-375 16</inkml:trace>
  <inkml:trace contextRef="#ctx0" brushRef="#br0" timeOffset="87277.517">13277 7988 657 0,'0'0'57'0,"0"0"37"0,0 0 23 15,0 0-59-15,0 0 1 16,0 0-20-16,26 11-4 16,2-9-20-16,0-2-6 15,-2 0-9-15,-3 0-3 16,-6 1-62-16,-7 1-137 15,-8 3-230-15</inkml:trace>
  <inkml:trace contextRef="#ctx0" brushRef="#br0" timeOffset="87449.227">13275 8257 816 0,'0'0'32'16,"0"0"104"-16,0 0-28 15,0 0-54-15,73-3-33 16,-45-4-15-16,0 0-6 0,0 0-14 16,-1 1-90-16,-2 0-179 15</inkml:trace>
  <inkml:trace contextRef="#ctx0" brushRef="#br0" timeOffset="87929.18">14251 7969 747 0,'0'0'85'0,"0"0"55"0,0 0-80 0,0 0 39 15,-24 95-34 1,16-45 2-16,1-1-7 0,0-3-21 16,2-3-5-16,3-6-18 15,1-6-10-15,1-5-4 16,0-3-2-16,0-2-3 15,5-5-46-15,12-5-71 16,4-4-86-16,3-7-152 16</inkml:trace>
  <inkml:trace contextRef="#ctx0" brushRef="#br0" timeOffset="88373.009">14463 8240 754 0,'0'0'55'15,"0"0"14"-15,0 0 44 16,0 0-38-16,0 0-27 16,-49 86-17-16,49-66-11 15,4 2 0-15,11-5-11 16,4-6 3-16,2-3-7 16,3-2-2-16,1-6-2 15,-1 0 4-15,-2 0-5 16,-2-9-3-16,1-2 3 15,-4-3 0-15,-2-3 2 16,1 0-1-16,-4-6 1 0,-1-2-2 16,-3 0 4-1,-4-1-3-15,-2 3 0 0,-2-1 3 16,0 4 3-16,-2-2 0 16,-8 8 4-16,-3 0 3 15,-2 5-2-15,-4 1-3 16,0 3-3-16,-3 5-1 15,0 0 1-15,0 0-4 16,1 3 3-16,2 4-2 16,3 1-2-16,0-1 0 15,6 0 3-15,1-1-4 16,6-3-4-16,1-1-28 16,2-2-48-16,0 0-92 15,7-2-167-15</inkml:trace>
  <inkml:trace contextRef="#ctx0" brushRef="#br0" timeOffset="88657.523">14754 7757 720 0,'0'0'60'0,"0"0"60"0,0 0-41 16,0 0-1-16,0 0-6 0,0 0-13 15,52 18-18-15,-25-14-8 16,4-2-13-16,3-2-13 16,0 0-1-16,-1 0-6 15,-2 0-9-15,-5 0-68 16,-6 0-81-16,-7 0-167 15,-5-3-259-15</inkml:trace>
  <inkml:trace contextRef="#ctx0" brushRef="#br0" timeOffset="89173.089">15108 7585 536 0,'0'0'160'0,"0"0"-25"0,0 0-36 16,0 0-30-16,0 0-31 16,64-37-10-16,-41 49-5 15,-5 11-2-15,-2 3 1 16,-6 3-7-16,-8 1-6 16,-2-2-2-16,0-2-4 15,-17-1 0-15,0-5-1 16,-4-2 0-16,3-7 1 15,4-3-3-15,3-6 0 16,2-2-4-16,7 0 1 0,2 0 1 16,0 0 0-1,0-5-2-15,4-1-3 0,10 1 5 16,6 1 2-16,1 4 0 16,-4 0 0-16,2 0-2 15,-5 0 1-15,1 10 0 16,-3 4 1-16,-2 0 1 15,-2 4 0-15,-4-2 3 16,1 1 7-16,-3 0-1 16,-2 3 9-16,0-2 1 15,0 1 1-15,-9-4 3 16,-8-1 3-16,-6 0-5 16,-4-3-7-16,-8-1-7 15,3-2-5-15,-2-5-3 16,6 0 0-16,6-3-1 0,7 0-31 15,8 0-46-15,5-6-65 16,2-9-218-16</inkml:trace>
  <inkml:trace contextRef="#ctx0" brushRef="#br0" timeOffset="89904.306">15632 8114 799 0,'0'0'50'0,"0"0"42"0,0 0-19 15,0 0 8-15,0 0-8 16,0 0-39-16,8 89 6 15,-2-67-5-15,-2-1-7 16,-4-1-13-16,0-6-5 16,0 2-5-16,0-5-1 15,0-4-1-15,-4-2-3 16,-3-5-14-16,0 0-15 16,4 0 0-16,1-15 5 15,2-3-2-15,0-2 12 0,5-1 8 16,6 0 6-16,1 3-2 15,0 2 4-15,2 6 3 16,3 4 6-16,-1 2 5 16,0 4-2-16,-1 0-4 15,4 11-7 1,-3 6 0-16,0 3-2 0,-3 1 2 16,-2-1-2-16,-4-3-1 15,-5 0 0-15,-2-3-5 16,0-2-5-16,0-5-12 15,0-2-16-15,-7-4-1 16,2-1-13-16,1 0 28 16,4-6 13-16,0-6 4 15,0-6 7-15,4-2 0 0,8 3 4 16,2-3 27-16,1 2 11 16,3 3-24-16,1 2-3 15,0 4-5-15,-2 5-1 16,-1 2-5-16,0 2 1 15,-2 0 0-15,-1 5 6 16,-4 8-4-16,0 4 10 16,0 1-1-16,-4 1-10 15,-2 1 1-15,-1 4-1 16,-2-1 3-16,0-5-3 16,0 3-6-16,0-3 1 15,0-6-1-15,0-2-19 16,0-5-85-16,0-5-72 0,-2 0-339 15</inkml:trace>
  <inkml:trace contextRef="#ctx0" brushRef="#br0" timeOffset="90426.606">16242 7797 422 0,'0'0'93'0,"0"0"48"0,0 0 4 16,0 0-56-16,67-30-31 16,-49 33-2-16,-1 10-12 15,1 6-11-15,-7 0-8 16,-2 7-3-16,-6-3-9 15,-3-1-6-15,0-1-1 16,-9-2 3-16,-5-4-3 16,1-4 0-16,2 1-3 15,5-8-1-15,4-1-2 16,2-3 0-16,0 0 0 16,8 0 6-16,9 0-6 15,4-3-7-15,2 1-3 0,-2 2 6 16,-3 0 3-16,-3 0 0 15,-2 7 1-15,-3 3 6 16,0 0 7-16,-5 2 9 16,-1 1 10-16,-4 1 3 15,0-1 7-15,0 3 6 16,-7-5-4-16,-8 3-6 16,-6-5-7-16,-3-2-2 15,-7-1-4-15,-4-2-6 16,-7 0-9-16,-3 3-4 15,4 0-6-15,6 2-45 16,7-5-136-16,13-2-606 0</inkml:trace>
  <inkml:trace contextRef="#ctx0" brushRef="#br0" timeOffset="97642.12">11861 9863 393 0,'0'0'532'0,"0"0"-525"0,0 0 48 15,0 0-17-15,0 0-23 16,0 0 60-16,-5 91-25 0,1-45-1 15,0 1-10 1,4-2-10-16,-2-2-9 0,2-3-10 16,0-3-7-16,-1-2 1 15,-1-4-4-15,1-4 2 16,-3-6-2-16,2-4-23 16,0-5-29-16,2-7-57 15,0-5-44-15,4 0-124 16,12-9-120-16</inkml:trace>
  <inkml:trace contextRef="#ctx0" brushRef="#br0" timeOffset="98029.214">12056 10078 638 0,'0'0'16'15,"0"0"48"-15,0 0 31 16,-15 86-15-16,12-54-14 15,3 1-23-15,0-6-4 16,1-1-8-16,10-1-10 16,3-6-6-16,3-5-8 15,-1-4 1-15,3-7-4 16,4-3-3-16,2 0 6 16,0-7-4-16,1-10 1 15,-4-4-1-15,-4-5-1 16,-1-1 1-16,-3-5 1 15,-5 2-3-15,-4 2 5 0,-5 5 0 16,0 0 10 0,-7 7-1-16,-10 3 16 0,-6 5-21 15,-3 7-8-15,-5 1-2 16,5 0-1-16,3 0 1 16,2 1 0-16,8 3 0 15,6 0-8-15,3-1-60 16,4-3-40-16,0 0-83 15,7 0-235-15</inkml:trace>
  <inkml:trace contextRef="#ctx0" brushRef="#br0" timeOffset="98556.442">12477 9482 655 0,'0'0'21'0,"0"0"53"0,0 0 61 0,0 0-53 15,0 0-39-15,77-53-12 16,-59 74 2-16,-5 5 1 16,-6 4-14-16,-5 2-10 15,-2 0-4-15,0-1-5 16,-11-1 6-16,-1-5 1 15,1-3-4-15,1-10-4 16,4-1-1-16,4-6-11 0,0-5-4 16,2 0 16-16,0 0 8 15,0 0-8-15,0-9-3 16,0 2 3-16,0 3 0 16,3 1 0-16,1 3 0 15,0 0 1-15,2 1 0 16,1 14 8-16,-1-2 2 15,-3 4-3-15,-2 0 2 16,-1 2 3-16,0-4-1 16,-2 2 2-16,-13-3 7 15,-5 0-2-15,-7-4-6 16,-3-3 1-16,3-4-5 16,1 0-8-16,3-3 4 0,4 0-2 15,7 0-3-15,5-9 6 16,6-6-6-16,1-2-19 15,0-1-19-15,15 1-61 16,10 1-94-16,2 5-314 16</inkml:trace>
  <inkml:trace contextRef="#ctx0" brushRef="#br0" timeOffset="99697.195">13023 10044 708 0,'0'0'14'0,"0"0"72"0,0 0-15 0,0 0-64 16,0 0 1-16,0 0 44 15,4 56 3-15,2-34 3 16,-2-2-5-16,1-5-5 16,-3 1-14-16,0-1-11 15,-2-4-8-15,0-2-6 16,0-2-2-16,0-1-1 0,0-2-1 16,-4 2 1-1,-2-6-2-15,0 2 3 0,4-2-6 16,-1 0 7-16,3 0-2 15,-2-4-5-15,2-6 2 16,0-1-2-16,0-1 0 16,2-1 0-16,3 3 0 15,1 4 1-15,-3 0 0 16,0 5-1-16,-2-2-1 16,0 3 3-16,-1 0 0 15,0 0-6-15,0 0-2 16,0 0 4-16,2 0-2 0,-2 0 2 15,0 0 0 1,0 0 1-16,0 0 1 0,0 0 0 16,0 0 0-16,0 0-1 15,0 0-1-15,0 0 1 16,0 0 0-16,0 0 0 16,0 0 1-16,0 0 1 15,0 0 1-15,0 0-2 16,0 0 7-16,0-4 0 15,2-3 5-15,3 1-13 16,-2-4 2-16,1-3 3 16,0-1-5-16,-1-3 5 15,1-1-5-15,-1-3 2 16,0-2-1-16,-1 2 0 16,0 0 3-16,1 6-3 0,-1 0 1 15,-2 5 1-15,0 5 6 16,1 2 2-16,-1 3 3 15,0 0-2-15,0 0-12 16,0 0-3-16,0 13-8 16,0 8 11-16,0 4 5 15,0 6 3-15,0 3-2 16,0 1 4-16,-3 2 4 16,-2-2-4-16,0 3 3 15,2-2-7-15,-2-1-6 16,0-2 2-16,1-9-1 15,0-4 1-15,-1-7-2 0,3-4 0 16,-1-4 1 0,1-3-1-16,0-2 3 0,2 0-4 15,-2 0 3-15,1 0-1 16,-2 0 1-16,0 0-1 16,1 0 1-16,1 0-1 15,1 0 0-15,0 0-1 16,0 0 3-16,0 0-1 15,0 0-2-15,0 0-2 16,0 0-1-16,0 0 0 16,1 0 3-16,7 0 3 15,2 8 0-15,-1-3-2 16,3 2 2-16,0-3 3 0,2 0-1 16,0 1-1-1,0 0-2-15,1-4-1 0,-1 3-1 16,0-3 0-16,-4 1-2 15,3-2-3-15,-3 2-15 16,2-2-38-16,2 0-49 16,2 0-93-16,3-4-222 15</inkml:trace>
  <inkml:trace contextRef="#ctx0" brushRef="#br0" timeOffset="99974.485">13726 10061 765 0,'0'0'72'0,"0"0"77"0,0 0-61 0,0 0-29 16,0 0-13-16,0 0 0 15,43 1-15-15,-22 2-11 16,1-3-13-16,-1 2-2 16,-2-1-5-16,-5 2-23 15,-3 1-69-15,-8 2-61 16,-3-1-140-16,0 5-204 16</inkml:trace>
  <inkml:trace contextRef="#ctx0" brushRef="#br0" timeOffset="100146.503">13692 10260 609 0,'0'0'105'0,"0"0"64"15,0 0-51-15,0 0-34 16,0 0-14-16,0 0-15 16,59 11-32-16,-29-15-17 15,1-3-6-15,3 3-31 16,-1-5-118-16,-2 1-331 15</inkml:trace>
  <inkml:trace contextRef="#ctx0" brushRef="#br0" timeOffset="102023.043">14790 9757 708 0,'0'0'29'0,"0"0"9"0,0 0-10 0,0 0 77 15,0 0 0-15,0 99-38 0,0-61-14 16,-2-4 0-16,-2 1-5 16,-1-2-20-16,2-1-11 15,-1-6-8-15,2-1-8 16,0-4 3-16,2-4-4 16,0-1 0-16,0-5-41 15,0-2-38-15,0-5-61 16,9-4-107-16,9 0-168 15</inkml:trace>
  <inkml:trace contextRef="#ctx0" brushRef="#br0" timeOffset="102706.134">15034 9866 730 0,'0'0'34'0,"0"0"-18"15,0 0 100-15,-26 82-10 16,21-61-28-16,1-1-31 16,3-1-9-16,1-3-7 15,0-4-12-15,0-1-8 16,0-4-8-16,0-1 2 16,0-3-5-16,0-1-8 15,0-2-36-15,0 0 0 16,6-8 7-16,0-9 1 0,6-7 9 15,-3 1 16 1,0 2-1-16,3 1 8 0,-2 5 4 16,-1 2 8-16,1 4 18 15,-2 4-2-15,2 5 2 16,1 0-3-16,2 0 2 16,0 8 2-16,1 8-12 15,2 2 0-15,-5 4-3 16,-3 0-1-16,-2-2-7 15,-3 0 0-15,-2-2-4 16,-1-4 0-16,0-4 0 16,0-2-7-16,0-5-23 15,0-3-9-15,0 0 13 16,-1-3 3-16,1-12-16 16,0-5-4-16,0-3 0 0,9 0 20 15,7-4 19 1,-2 3 4-16,1 1 0 0,2 2 10 15,-3 5 0-15,2 5 14 16,-2 6-2-16,-3 2 7 16,-1 3-9-16,1 0 2 15,1 4-6-15,-2 7 6 16,2 7 2-16,-2-1-3 16,-1 5-6-16,-3-1 1 15,2 0 2-15,-4 1-6 16,-3-2-4-16,-1 0-6 15,0-4 4-15,0-4-5 0,0-4-1 16,0 1-9-16,0-8-56 16,0-1-46-16,0 0-61 15,0 0-206-15</inkml:trace>
  <inkml:trace contextRef="#ctx0" brushRef="#br0" timeOffset="103246.321">15622 9406 682 0,'0'0'24'0,"0"0"71"0,0 0 16 0,0 0-53 16,63-45-39-16,-50 48 7 15,-4 14 19-15,0 4 2 16,-4 2-8-16,-3 2-20 16,-2 1-14-16,0 0-2 15,-6 1-2-15,-6-6 5 16,-2-3 1-16,-1-5-7 16,6-4-29-16,3-6-12 15,4-2 6-15,2-1 32 16,0 0 1-16,0 0-15 0,8 0 11 15,6-4-2 1,0-1 7-16,0 3-1 0,5 2 2 16,-3 0 1-16,1 0 1 15,-3 7 6-15,0 4 4 16,-3 5 6-16,-2-1 2 16,-3-1 4-16,-4 1 4 15,1-2 6-15,-3 3 4 16,0-3-3-16,0-1-7 15,-7-1 4-15,-7-2 1 16,-3 1-12-16,-1-6-4 16,-4 3-10-16,0-6-3 15,-3 4-2-15,4-5-1 16,1 0-1-16,2 0-29 16,6 0-68-16,-4 0-160 0,5-9-714 15</inkml:trace>
  <inkml:trace contextRef="#ctx0" brushRef="#br0" timeOffset="111484.496">12152 11389 576 0,'0'0'52'0,"0"0"88"0,0 0-30 0,0 0-32 16,0 0-24-16,0 0-21 15,0 0-20-15,0-30-11 16,0 60 2-16,0 7 23 16,0 10 10-16,0 3-8 15,0-1-5-15,0-2-8 16,-4-4-7-16,0-1-3 16,2-7 6-16,2-3-4 15,0-4 0-15,-1-5-3 16,0-2 1-16,0-3-3 15,-1-3-2-15,0-1 1 0,2-7-2 16,0-1 1 0,0-4 0-16,0-2-1 0,0 0-6 15,0 0-25-15,0 0-34 16,0 0-37-16,2-15-253 16,10-5-279-16</inkml:trace>
  <inkml:trace contextRef="#ctx0" brushRef="#br0" timeOffset="111853.089">12637 11534 645 0,'0'0'31'0,"0"0"21"0,0 0 45 16,0 0-29-16,-69-24-42 16,52 33-9-16,-1 12 4 15,0 8 3-15,2 2 6 16,4 4 1-16,3-2-6 16,4 1-5-16,4-1-4 15,1-3-5-15,0-4-3 16,0-3 1-16,0-4-7 0,5-3 5 15,4-5-3-15,2-2 0 16,4-4-2-16,1-3-2 16,5-2-4-16,4 0-49 15,2-6-54-15,2-10-54 16,-1-6-62-16,-1-3-181 16</inkml:trace>
  <inkml:trace contextRef="#ctx0" brushRef="#br0" timeOffset="112497.403">12803 11622 479 0,'0'0'156'0,"0"0"-124"15,0 0 91 1,0 0-19-16,-23 74-38 0,22-55-18 16,0-4 3-16,-1 1-9 15,2-2-14-15,0-1-6 16,0-4-13-16,0 0-3 15,0-2-3-15,0-1-2 16,0-2-1-16,0-2-20 16,0-2-18-16,0 0 27 15,0-16 1-15,0-7-23 16,0-2 13-16,2 1 9 16,7 4 10-16,3 9 1 15,-3 4 10-15,2 7 13 16,5 0-5-16,1 1-1 15,0 16-2-15,1 3-5 16,-2 1-2-16,0 1-1 16,-3 0-4-16,-3-4-2 0,-4-2-1 15,0-4 0-15,-5-1-3 16,-1-2 2-16,0-2-21 16,0-3-10-16,0-4-6 15,0 0 13-15,0 0 24 16,0-4-12-16,0-9-14 15,0-4 13-15,0-2-2 16,0 2 15-16,9-1 1 16,2 6 3-16,2-1 16 15,0 6 15-15,4 4-11 0,-2 1-4 16,0 2 2-16,1 0-3 16,-2 7 3-16,1 6 1 15,-1 3 0-15,-4 3 4 16,-1 3 1-16,-3 1 0 15,-2-1-4-15,-4 1-5 16,0-2-3-16,0-1-6 16,-2-3-4-16,-6-2-1 15,-1-2-3-15,1-4-1 16,0-2-33-16,2-3-57 16,2-4-36-16,2 0-70 15,2-3-357-15</inkml:trace>
  <inkml:trace contextRef="#ctx0" brushRef="#br0" timeOffset="113075.597">13267 11243 629 0,'0'0'43'0,"0"0"73"0,0 0 8 16,69-35-48-16,-50 35-38 15,-6 3 0-15,-1 14-5 16,-4 4 1-16,-2 5 0 0,-5 0-13 16,-1 2-11-16,0 1-8 15,-10-2 1-15,-4-3 4 16,-4-2 0-16,1-4 0 15,2-5-7-15,4-7-5 16,4-3-8-16,3-3-8 16,2 0 21-16,2 0 0 15,0-7-17-15,2-6-5 16,9 0 16-16,6-1 5 16,1 5 1-16,-1 3-1 15,0 4 1-15,1 2 0 16,-4 0 4-16,0 8 5 15,0 8 2-15,-4 0 0 0,-1 2 5 16,-1 2 2-16,-6-1 3 16,0 3-7-16,-2-4 3 15,0 2-7-15,-6-5 6 16,-6 0-4-16,-3 0-4 16,-1-4 1-16,-5 1-5 15,0-2-2-15,-1-5 5 16,1-1-6-16,2-2-1 15,7-2 0-15,0 0-16 16,3-2-12-16,4-9-32 16,5-3-53-16,0-2-115 15,14 0-467-15</inkml:trace>
  <inkml:trace contextRef="#ctx0" brushRef="#br0" timeOffset="113340.037">13984 11599 840 0,'0'0'65'0,"0"0"86"0,0 0-52 16,65 0-57-16,-40 0-26 0,-1 0-9 15,0 0-4 1,-3 0-3-16,-3 0-7 0,-7 0-29 16,-7 6-47-16,-4 3-71 15,-1-1-112-15,-14 2-149 16</inkml:trace>
  <inkml:trace contextRef="#ctx0" brushRef="#br0" timeOffset="113562.959">13970 11794 585 0,'0'0'65'0,"0"0"78"16,0 0-24-16,0 0 2 0,0 0-31 16,0 0-21-16,62 11-21 15,-38-11-19-15,-1 0-10 16,0 0-8-16,-5 0-11 15,-2 0 0-15,-4 0-13 16,-5 0-81-16,-2-6-151 16,-3 1-494-16</inkml:trace>
  <inkml:trace contextRef="#ctx0" brushRef="#br0" timeOffset="120641.311">15349 11392 683 0,'0'0'58'0,"0"0"49"0,0 0-17 0,0 0-61 15,0 0 23-15,0 72 15 16,0-32-8-16,0 0-2 0,0-1-5 15,0 1-16 1,0-4-12-16,0 3-11 0,-1-2-5 16,-2-2-4-16,-3-6-3 15,-1 2 5-15,2-7-3 16,1-4-3-16,1-4-5 16,3-7-38-16,0-1-36 15,3-6-75-15,14-2-66 16,6-6-114-16</inkml:trace>
  <inkml:trace contextRef="#ctx0" brushRef="#br0" timeOffset="121082.875">15627 11642 565 0,'0'0'34'0,"0"0"19"16,0 0 41-16,-38 97-7 15,35-68-27-15,3-3-25 16,0 2-5-16,0-6 1 16,9-2-4-16,2-4-7 15,5-3-7-15,1-3-3 16,3-4-7-16,2-5 0 16,-1-1-1-16,0 0 3 15,0 0-5-15,-4-11 2 16,-1-4 2-16,-1-3-2 15,-4-4 1-15,2-1-3 0,-4-4 4 16,-3 0-2 0,-1 1-2-16,-3 0 4 0,-2 2 1 15,0 2 3-15,-4 7 4 16,-7 3 2-16,-1 3-1 16,-3 5-5-16,-6 4-2 15,-2 0-3-15,-3 3-3 16,-2 8 6-16,4 0-4 15,3 2-1-15,4-4-1 16,8 0 0-16,4-5-4 16,5-1-56-16,0-3-78 15,2 0-160-15,12-7-73 0</inkml:trace>
  <inkml:trace contextRef="#ctx0" brushRef="#br0" timeOffset="121407.186">15931 11192 396 0,'0'0'112'0,"0"0"-10"0,0 0 23 0,0 0-10 0,0 0-65 15,0 0 17 1,13 66-8-16,2-60 8 0,3-2-16 16,4-2-8-16,6-2-16 15,-2 0-10-15,2 0-9 16,-4 0-4-16,0 0 1 16,-5 0-5-16,-3 0-4 15,-4 0-35-15,1 0-26 16,-3-2-21-16,-1-2-78 15,-1-2-202-15</inkml:trace>
  <inkml:trace contextRef="#ctx0" brushRef="#br0" timeOffset="121982.123">16449 10994 446 0,'0'0'108'0,"0"0"5"16,0 0 26-16,79-12-45 15,-54 24-25-15,-2 6-13 16,0 5-2-16,-5 0-6 16,-2 3-9-16,-6 0-15 15,-4-3-7-15,-6 0-5 16,0 0-11-16,-5-6 1 15,-6-2 12-15,-4 0-9 0,1-5-3 16,0-3-2-16,4-2 0 16,3-4 0-16,1 0-9 15,3-1 5-15,2 0 1 16,1 0 0-16,0 0-15 16,1-4-9-16,9 0 22 15,1 3-1-15,0 1 6 16,0 0 1-16,1 0 0 15,-1 0-1-15,2 7 1 16,-3 3 0-16,-1 4 11 16,0 0 2-16,-5 4 2 15,-2-1 0-15,-2 1 3 16,0 2-6-16,-10 0 7 0,-6 1-4 16,-6-6 1-16,-6 1-5 15,-3-4 7-15,-4-4-8 16,0-4-7-16,1-4 3 15,3 0-4-15,4 0-3 16,5-6 2-16,6-5-2 16,3-7-1-16,5 1-6 15,6 1-24-15,2 1-23 16,0 1-60-16,15 2-120 16,6 3-331-16</inkml:trace>
  <inkml:trace contextRef="#ctx0" brushRef="#br0" timeOffset="122567.467">16987 11494 725 0,'0'0'110'0,"0"0"-12"0,0 0 50 0,0 0-63 16,0 0-73-16,0 0 10 0,-12 32 3 15,12-1-7 1,0 5 5-16,0 1 0 0,0 2-9 16,0 4-2-16,0-1-4 15,0-2-3-15,0-2-3 16,0-6 0-16,0-3 1 15,-2-8-2-15,0-6 0 16,2-3 0-16,0-7-1 16,0-1 0-16,0-2 1 15,-2-2 2-15,-1 0 5 16,1 0-1-16,-2-8-6 16,2-1-1-16,-2-1 0 15,4 1 0-15,0 3 0 16,-2 0 0-16,2 3 0 15,0 0 1-15,0 2-1 0,0 1 1 16,0 0-1-16,0 0 3 16,0 0-2-16,6 0 6 15,7 2 10-15,2 6 6 16,4-3-7-16,1-1 12 16,5-1-6-16,5-1-4 15,1-2-5-15,1 0-2 16,2 0-6-16,-2 0-4 15,-4 0-1-15,-8-5 0 16,-4 1-25-16,-7 1-48 16,-9-8-144-16,-11-7-690 15</inkml:trace>
  <inkml:trace contextRef="#ctx0" brushRef="#br0" timeOffset="135103.219">10911 3550 530 0,'0'0'31'0,"0"0"-31"0,0 0 8 15,0 0 19-15,0 0-14 16,0 0-12-16,0 0 2 16,-5 54 4-16,4-5 15 15,1 15 2-15,0 7 6 0,0 11 5 16,0 10-8-16,0 10 0 15,0 3 7-15,0 10-14 16,1 0-3-16,4 7-2 16,3 5-2-16,2-3-1 15,7 1 22-15,2-8-3 16,4-3-9-16,3-7 0 16,0-10-5-16,-3-4-9 15,-4-5-2-15,0-8-1 16,-5 0 0-16,-1 0 3 15,-2-2 3-15,1 2 2 16,-2-1-8-16,-4-4 5 16,2 1-4-16,-4 1 2 15,-4 0-1-15,0-1 6 16,0-4-5-16,0-4 0 0,0-5 2 16,0 1-7-16,0-2 5 15,0 1 0-15,0 5 4 16,0 7 5-16,0 7 4 15,-3 5-3-15,2 2-6 16,-2-1-3-16,-2-4-1 16,3-6 0-16,2-11-4 15,0-8 0-15,0-8 2 16,7-4 1-16,-3-2 4 16,3-3 5-16,-1 0-6 15,-2 4-4-15,-1 0 2 16,-1 2-2-16,-2 3-1 0,0-1 0 15,0 0-3-15,0 1 5 16,0 0-4-16,-6-2 3 16,4-4-4-16,0-3 5 15,-1-9-5-15,2-4 2 16,0-5-1-16,0-6 0 16,0-4-1-16,1 0-1 15,0-3 0-15,0-1 0 16,0 0-1-16,0-2 1 15,0-3-1-15,0-2 0 16,0-2 0-16,0-1-2 16,0 0-5-16,0 0-21 15,0-9-12-15,0-16-37 0,-9-11-78 16,-7-11-102 0,-1-9-359-16</inkml:trace>
  <inkml:trace contextRef="#ctx0" brushRef="#br0" timeOffset="139231.005">11144 8489 195 0,'0'0'5'0,"0"0"-1"0,0 0 6 0,0 0 9 16,0 0 0-16,70 65-1 15,-49-54-5-15,1 0 12 0,4-2 12 16,1-1-1-1,8 2 18-15,1-3 8 0,11-1-24 16,6-2-16-16,7-2 0 16,6 0 1-16,5 1-1 15,-2 0-1-15,1 3 0 16,0 0-6-16,-5 2-3 16,0 0 2-16,-4 1-2 15,0-2-1-15,-1 0 1 16,3-3-4-16,3-1 1 15,-2-3-4-15,0 0-2 16,1 0-2-16,-1 0 4 16,-3 4-4-16,-4-1 3 0,-3 3 1 15,-4 3 5 1,-2-1 8-16,0 0 2 0,-1 1-3 16,2-4 1-16,3 0-1 15,4-3-1-15,4 0-3 16,6-1 1-16,1 0-7 15,-1-1-4-15,-3 2 1 16,-4-1-3-16,-4 1 5 16,0-1-3-16,-3 2 3 15,0-2-2-15,4 1 5 16,0-2-2-16,3 0-2 16,-1 1 2-16,-3 0-4 15,-1 3 0-15,-2-2 5 16,-2 1-6-16,1 0 0 0,-2 1-2 15,-2-1 0 1,-4 1 4-16,1-3-7 0,-1 2 4 16,5 0-1-16,0 1 2 15,4 1-1-15,0 2-1 16,0-1 1-16,4-2 0 16,-1 1 0-16,1 1 1 15,-1 0-1-15,1-1-1 16,-1 1 0-16,1-5 2 15,2 3 1-15,-1 2-2 16,1-2 0-16,-3 1-1 16,-4-2 3-16,-1 2-3 15,-3 1-1-15,4-1 1 0,-3 0 0 16,1-1 1-16,-4-1 1 16,0 0-2-16,4-2 0 15,0 2 2-15,2 1 0 16,4-1-2-16,-2 1 2 15,-2-1-2-15,-1 2 3 16,-1 0-3-16,5 2 1 16,0-2 1-16,1 2-1 15,-3 0 0-15,-1 0 1 16,1 1-2-16,-2 0 1 16,4 2 2-16,-5-3-3 15,-4 0 1-15,-1-1 0 0,-3-1 0 16,0 1 1-16,-6-2 2 15,1 0 2-15,-5-1-2 16,0 0 0-16,-2-1 1 16,-7-2-1-16,-1 0 3 15,-2 0-2-15,-1 0 0 16,0 0 1-16,-4 0-1 16,0 0-2-16,0 0 0 15,-1 0 0-15,0 0-1 16,1 0-2-16,1 0 4 15,0 0-4-15,-4 0 0 16,2 0 1-16,-3 0 0 16,-1 0 0-16,-4 0 1 0,2 0-1 15,-4-4 2 1,-2 0 1-16,2 0 2 0,-3-3-2 16,0-1 1-16,0-2-4 15,0-4 0-15,0 2 0 16,0-2 0-16,0 0-1 15,0-3 0-15,0-1 2 16,0-1 0-16,0-4-3 16,0-2 1-16,3-1 0 15,3-4 0-15,2-2 2 16,-1-2-2-16,0-5 0 16,2-2 1-16,-1-8-3 0,-2-1 3 15,1-4-1 1,-2-1 0-16,0-3 0 0,0-3 0 15,-1-1 1-15,0-5 0 16,2-8-1-16,-1 2 0 16,0-2 0-16,-1 0 0 15,-2 4 0-15,-1-2 1 16,-1-5 0-16,0-2 2 16,0-2-3-16,-3-2 3 15,-6-3 6-15,1 0-5 16,3 0 3-16,-1-2 6 15,0-3-10-15,0 4 14 16,-3 2-10-16,-1 7-4 16,-1 4 0-16,1-1-1 15,0 4 3-15,0-1-1 0,3 0 4 16,-2-4-4 0,2 3 2-16,0 3-3 0,2 2 3 15,0 1-5-15,1-1 0 16,2 0 2-16,-2-2-3 15,1 3 0-15,1 7 0 16,-1 0 1-16,3-3-1 16,-2 4 0-16,-1 1 0 15,3-1 1-15,-3 4 0 16,-1 2 0-16,1 3 0 16,-3 2-1-16,-1 1 2 15,-1 0-1-15,0 1 0 0,-1 5 0 16,-2 2 2-16,2 1-1 15,0 2-2-15,1 0 1 16,0 4-1-16,0 0 0 16,4 6 1-16,-2-1-1 15,0 4 1-15,-2 3 0 16,0-2-1-16,-3 1 0 16,2-2 1-16,-1 2 0 15,-3 3 1-15,3 1-1 16,0 2-1-16,-1-1 1 15,2 1-1-15,-1 1 2 16,3 0-1-16,-2-2 0 16,4-4 0-16,-2-2 0 0,-1-5 0 15,0-3-1 1,0 2 0-16,1-2 2 0,0 0-1 16,4 0 0-16,-3 0-1 15,-1-1 3-15,2 2-3 16,-2 0 0-16,2 2 0 15,-1 3 0-15,2 1 2 16,-1 1 0-16,0 2 0 16,3 2 1-16,-2-1 1 15,1 0 2-15,-3 0-3 16,5-1 5-16,-3 1-2 16,1 0-3-16,-1-1-1 15,-2 1 2-15,2-2-2 16,0 1 0-16,0-1 4 15,-1 2-3-15,5 1-2 0,-3-1 1 16,3-1-1-16,-1-3 2 16,-2-1-3-16,-1-6 0 15,0-4 1-15,-4 1-1 16,2-5 0-16,-1 4 0 16,-3-2-2-16,6 3 2 15,-5 2 0-15,4 2 2 16,2 3-4-16,-3 4 6 15,2 2-4-15,-3 2 0 16,1 2 0-16,-1 3 0 16,0 1 0-16,-3 2 0 15,1 1-3-15,-1 2 3 0,2 1-2 16,1 2 1 0,-1 1-1-16,2 1 0 0,-3 2-3 15,-2 1-1-15,-2 0-3 16,-6 0 1-16,-1 1 0 15,-5 5 2-15,-3 0-3 16,-2-1 1-16,-5 0-1 16,-3-1 2-16,-3-3 1 15,-8 2-1-15,-3 0-2 16,-4-1 7-16,-1-2-7 16,1 0 6-16,-1 0-5 15,2 0-1-15,-1 0 4 0,-1 0 2 16,1 0-3-1,-1-2 2-15,1-1-3 0,1-1-3 16,-1 1 5-16,2 0-1 16,0-1-3-16,-1 0 4 15,0 2 4-15,0-1-2 16,1 2 2-16,2 0-1 16,-2-1 1-16,5 1-1 15,-6-1-2-15,-4 2-3 16,-4 0 4-16,-5 0 3 15,-3 0-2-15,2 0 1 16,-1 0 1-16,1 0 2 16,2 5-2-16,-3 2-1 15,-2 1 1-15,-3-2 4 16,-1-2-4-16,-2 1-4 0,2-1 4 16,-4-2-1-16,-6 0 1 15,-4-1 0-15,-5-1 0 16,-2 2 0-16,0-1 3 15,-4 3-2-15,4 0 1 16,1 3-2-16,4 0-1 16,5 2-3-16,7-2 4 15,2 0 2-15,4-1-2 16,2 0-1-16,0-1 1 16,1 2 1-16,0 0 0 15,-1 5-1-15,0-3 1 16,2 2-1-16,2-1 0 0,4 0-2 15,5 2 1 1,0-2 1-16,4-2 0 0,2-1 1 16,3-3-1-16,4-4 0 15,3 3 0-15,1-1 0 16,4-2 0-16,-2 0 2 16,4 0-2-16,-1 0 0 15,3 0 1-15,1 0-1 16,5 0-1-16,1 0 1 15,3 0 2-15,2 0-2 16,3 0 1-16,0 0-1 16,3 0-1-16,-2 0 1 15,-1 0 0-15,-1 0-1 0,0 0-1 16,1 0 1-16,0 0 1 16,1 0-1-16,1 1 1 15,3 5-1-15,0 1-1 16,0-1 1-16,2 3 1 15,2 0 0-15,-2-1-2 16,-1 3 2-16,-4 2 0 16,1 1 0-16,-4 0 0 15,4 0 0-15,0-3 0 16,-1 5-2-16,5-3 2 16,-1 3 0-16,3-2-2 15,0 1 2-15,5 2-4 0,-4 1 4 16,5 5-2-16,-2-1 0 15,2 5 1-15,1 0 0 16,2 0-1-16,0-2 1 16,-1 4-2-16,2-1 3 15,0-2 0-15,0 1 0 16,0 0-1-16,0 0 0 16,0-2 2-16,0 4-2 15,0-3 0-15,0-2 1 16,0-1 0-16,0-3 2 15,0-3-1-15,0-3 1 16,0-3-1-16,3 0-1 16,-2-5 0-16,6 0 0 0,2-2-3 15,6-1-35 1,9-2-76-16,3-1-154 0,-4-1-170 16</inkml:trace>
  <inkml:trace contextRef="#ctx0" brushRef="#br0" timeOffset="149638.974">10193 5502 730 0,'0'0'8'0,"0"0"-1"0,0 0 32 0,0 0-5 16,0 0-20-16,0 0-5 15,0 0 53-15,-6 70-10 16,15-38-4-16,1 2-1 15,3-6-17-15,0-5-7 16,7-3-2-16,0-2-12 16,5-5-4-16,2-4 3 15,8-9-3-15,5 0 6 16,15-17 5-16,17-17-5 16,16-10 2-16,20-7 4 0,8-4 5 15,3 3-6-15,-3 3 2 16,-3 2-5-16,-12 7 6 15,-13 7-6-15,-13 8-2 16,-19 4-3-16,-18 6-7 16,-11 5 3-16,-11 4-4 15,-9 6-2-15,-6 0-3 16,-1 0-31-16,-2 15-7 16,-22 6 7-16,-11 3-57 15,-11 4-34-15,-7-1-128 16,-9 0-132-16</inkml:trace>
  <inkml:trace contextRef="#ctx0" brushRef="#br0" timeOffset="150147.293">10140 5849 548 0,'0'0'9'0,"0"0"-1"15,0 0 63-15,0 0 0 16,0 0-44-16,0 0-22 0,-6 8-3 16,15 15 9-1,2 5 40-15,8 2 5 0,-2-1-18 16,7 0 3-16,-1-7-3 15,8-1-25-15,6-5 6 16,7-9 6-16,11-7-3 16,13 0 27-16,17-20-17 15,16-11-3-15,17-9-8 16,7-2 1-16,2-2-1 16,1 1-6-16,-8 3-1 15,-5 1 7-15,-5 2-2 16,-9 4 5-16,-8 3-5 15,-6-1-2-15,-12 6 3 16,-10 0-5-16,-10 4-7 16,-13 2 3-16,-8 5-7 0,-9 3 3 15,-11 5-4-15,-7 2 1 16,-4 2-4-16,-3 2 0 16,0 0-7-16,-10 4-35 15,-11 15-17-15,-7 3-92 16,3-4-150-16,5-2-569 15</inkml:trace>
  <inkml:trace contextRef="#ctx0" brushRef="#br0" timeOffset="151701.191">11379 9489 165 0,'0'0'135'0,"0"0"-94"0,0 0 34 0,0 0 26 15,0 0 11-15,0 0-64 16,0-45-37-16,-4 68-10 16,-3 20 28-16,-5 17 10 15,-2 17-15-15,0 21 23 16,2 8-14-16,3 6-15 16,3 0 2-16,4 1 5 0,2-3-5 15,0-4-9-15,0-7-5 16,5-3 5-16,8-6 5 15,-3 0 10-15,1 2-2 16,-3-1 20-16,-1-3-30 16,-2 3-10-16,0-4 2 15,-5 2 0-15,0 1 0 16,0-1 1-16,3-3-4 16,-1-6 3-16,4-10-5 15,1-8 1-15,1-6-1 16,1-5 4-16,1-2-4 15,1-3 1-15,-2-4-2 16,3-2 1-16,-3-3 0 0,1-1 0 16,-3-4-1-16,-3-5 1 15,1-3-1-15,0-7 0 16,-1-4 2-16,0-6-1 16,2-5-1-16,-1 0 1 15,4-2 3-15,2 0 1 16,4 0-3-16,2-9-1 15,6 0-1-15,-2 0 0 16,3 2 1-16,2 2-1 16,-3 2 0-16,7 3 0 15,0 0 0-15,7 0 0 16,3 0 0-16,7 0 1 0,3 0-1 16,4 4 0-1,5 0 0-15,-1 1 0 0,0 0 2 16,2-1-1-1,1 1-1-15,-2 0 0 0,0-1 0 16,-1 0 0-16,1 1-1 16,3-1 0-16,5 0 1 15,2-1 1-15,4 0-1 16,3-2 0-16,-1-1 0 16,-1 4 0-16,-4-4 1 15,1 0-1-15,-1 0 2 16,-1 3-2-16,-1-1 1 15,-5-1-1-15,-3 1 0 16,1 2-3-16,0-1 3 16,0 1 1-16,-3-1 0 0,-3 1-1 15,-2 0-2-15,-4 1 2 16,-1 2 1-16,0-3 0 16,0 0-2-16,3 0 2 15,3 2-1-15,6-2 2 16,2 1-2-16,4 1 0 15,3 0 0-15,3-1 0 16,3 3-7-16,-2-3-46 16,-10-1-36-16,-12-4-212 15,-23-4-230-15</inkml:trace>
  <inkml:trace contextRef="#ctx0" brushRef="#br0" timeOffset="154056.394">14279 12330 632 0,'0'0'9'0,"0"0"-7"0,0 0 23 0,0 0-12 0,0 0 11 15,0 0 9-15,97 0-6 16,-49 0-1-16,13 0 14 16,12 0 9-16,10 0-23 15,11 0-14-15,2 0-4 16,4 0-5-16,1 5 0 15,1 1 1-15,0 3-4 16,-4 1 0-16,3-4 0 16,-3 1 1-16,8-1 0 0,4-3 1 15,-1 0 6-15,-4-3 2 16,-3 0-7-16,-6 0 1 16,-4 0 0-16,-3 0-1 15,-6-6 6-15,1 0 6 16,-1-1 3-16,-1 1 5 15,-2-3-8-15,-2 1-3 16,-3 0 3-16,-2 0-2 16,-3 1-3-16,-1-1 6 15,1 1-5-15,-7 4-6 16,3-2-3-16,-5 4 6 16,-1-2-4-16,-2 3-1 0,-2 0 0 15,-4 0-1-15,-3 0 1 16,-1-1-1-16,-3-1-1 15,-4 2 2 1,-1-1 1-16,-5-1-2 0,-2 0 7 16,-5-1-5-16,0-2 2 15,-4-3-3-15,-2-1 1 16,-1-4 1-16,0-2 1 16,-2-6 6-16,-5-3-5 15,4-6-2-15,-3-5-5 16,1-5 3-16,-1-7-2 15,-1-3-2-15,-1-6 1 16,-3-2-4-16,2-2 4 16,-3 0 1-16,-2-3 0 0,-4-6-2 15,0-6 0-15,-3-5 1 16,0-3 0-16,-6-1-4 16,-4 1-7-16,-3-3 4 15,-2 0 7-15,0 1-1 16,1 1 0-16,-1-4-2 15,4 3-4-15,1 2 2 16,0-2-5-16,-6 0-4 16,4-2 2-16,-7 1-1 15,1 4 4-15,-3 2 6 16,-3 6-2-16,0 1 2 16,-4-2-2-16,1 3 0 15,-1-1-2-15,3 6 4 0,0 1 1 16,2 9 2-16,2 4 0 15,-1 11 0-15,5 7-1 16,1 6 1-16,3 7-1 16,-1 4 1-16,1 2 0 15,-4 2-2-15,0 7-1 16,-4 1 1-16,-2 3-1 16,-3 3 3-16,-3 0 2 15,0 0-2-15,-2 0 1 16,-3 0-1-16,-1 0 0 15,0 0 1-15,0 0-2 0,-3 0 0 16,-4 0 1 0,-8-7 3-16,-3 3-1 0,-4-3-2 15,2-2 0-15,1 0-1 16,4-1-1-16,-4 1 1 16,0 1 0-16,2 1 1 15,-2 0-2-15,1 1 2 16,2 0 0-16,-3 0-4 15,-2 5 4-15,1-2 1 16,0 2 0-16,-4-4 0 16,3 0 4-16,-5 0-5 15,-1-1 1-15,2 0-6 16,-1-3 5-16,-3 1 0 16,-2-3 0-16,-4 1 0 0,-1 2 0 15,-1-2 0-15,-1 1 0 16,1 1-2-16,2 4 2 15,0-2-1-15,-2-1-4 16,3 2 5-16,-1-4 2 16,-1 2 0-16,6-2-2 15,0 2 1-15,1-1-2 16,-4-1 1-16,-2 2-1 16,-1 1 1-16,3 4 2 15,-1-1-2-15,4 3-4 16,3 0 4-16,3 0 1 15,4 0 0-15,0 0 2 16,2 0-3-16,-1 0 0 0,5 0 1 16,-1 0-1-16,-1 0-1 15,-1 0 0-15,-8 0 0 16,-3 0 1-16,-4 0-12 16,-2 4 12-16,3 0 1 15,5 0-1-15,6 0 0 16,8-1 2-16,7 0-1 15,-2 0 0-15,0-1-1 16,-1 0 0-16,-7 3 2 16,-4 0-2-16,-2-2-1 15,-3 2-13-15,-4-1 12 16,-1 3 1-16,0-1-6 0,3-3 6 16,2 1 1-1,5-2 0-15,1 1 1 0,5-1 0 16,-2-2-1-16,0 1-1 15,2 0 1-15,-4 3 0 16,0-2 0-16,-7 5 0 16,0 0-3-16,-2 0 3 15,2 2 0-15,8-1-1 16,7 1 0-16,8-1 1 16,5 1-1-16,0 1 1 15,5-2 0-15,0 2-1 16,3-2 1-16,1 0 0 15,4 4 1-15,1-2-1 16,1 1-1-16,6-4-2 16,1 2 3-16,5-5-1 15,1-1 1-15,3 2-2 0,0 0 2 16,-3-1-1-16,1 1 1 16,0 4-1-16,-3-2 1 15,2 1 0-15,-3-1 1 16,-1 2-1-16,1-2 0 15,-2 0 0-15,2-1 0 16,0 0 0-16,0-1 0 16,2-1-1-16,0 0 1 15,1 3 0-15,-2 2 0 16,1 2 0-16,-4 1 2 16,1-2-1-16,-1 1 0 0,-2-1-1 15,1 1 1-15,-1-3 2 16,1-1-3-16,5-1-3 15,-1-2-68-15,-1-1-103 16,-1-3-21-16,-10 0-84 16</inkml:trace>
  <inkml:trace contextRef="#ctx0" brushRef="#br0" timeOffset="154514.096">11111 9558 32 0,'0'0'187'16,"0"0"-187"-16,0 0 0 0,0 0 2 0,0 0 0 15,0 0-2-15,70 6-4 16,-48-10-86-16</inkml:trace>
  <inkml:trace contextRef="#ctx0" brushRef="#br0" timeOffset="155035.115">12309 5294 132 0,'0'0'0'0</inkml:trace>
  <inkml:trace contextRef="#ctx0" brushRef="#br0" timeOffset="156496.338">12502 12141 114 0,'0'0'241'0,"0"0"-241"0,0 0 3 15,0 0 13-15,0 0 19 16,0 0-7-16,-1-7-6 16,1 7-3-16,0 0 0 15,0 0 5-15,0 0 6 16,0 0-10-16,0-2-9 15,0 2-6-15,0 0-1 0,0-2 1 16,0 0-4-16,0-2 2 16,0-2 1-16,-1-1 1 15,0 0 6-15,1-1 0 16,-2 1 3-16,2-2-2 16,-2 2-1-16,0 0-2 15,2 2-1-15,-2-2 8 16,2-1 1-16,-2 0 6 15,1 2-5-15,0-2-8 16,0 0-1-16,-1 3-2 16,1-1 1-16,1 2 0 15,0 1 0-15,0 2 0 16,0 1 5-16,0 0-7 0,0 0 2 16,0 0-4-1,0 0-2-15,0 0 2 0,0 0-2 16,0 0-1-16,0 0 0 15,0 0 1-15,0 0-2 16,0 0 0-16,0 0 0 16,0 0 0-16,0 0-2 15,0 0 1-15,0 0 1 16,0 0-1-16,0 0 1 16,0 0 0-16,0 0-4 15,0 0 4-15,0 0 0 16,0 0 0-16,1 0 2 0,1 2-4 15,0 3 2 1,-1-2 0-16,1 0-1 0,0 1 1 16,0-2 0-16,0 3-2 15,0-1 1-15,0 0 1 16,-1 1 0-16,2-1 0 16,-2-1 0-16,0-2 0 15,-1-1 2-15,0 2-4 16,0-2 4-16,2 0-2 15,-2 0 0-15,1 2 0 16,1 1 0-16,-2 0 0 16,4 3 0-16,1 1 1 15,-2 0 0-15,1-1-2 16,-4 1-29-16,0-1-39 16,0-3-51-16,-11-3-38 0,-7-8-112 15</inkml:trace>
  <inkml:trace contextRef="#ctx0" brushRef="#br0" timeOffset="165942.283">4775 17956 643 0,'0'0'33'0,"0"0"-33"0,0 0-6 0,0 0 3 16,0 0 3-16,0 0 2 0,0 0-2 15,9 5-2-15,-4 3-19 16,1-1-23-16,-3 2-73 16,-3 0-126-16</inkml:trace>
  <inkml:trace contextRef="#ctx0" brushRef="#br0" timeOffset="166777.269">5345 17783 431 0,'0'0'74'0,"0"0"-68"0,0 0 1 16,0 0 20-16,0 0 8 16,0 0-25-16,0 0-10 15,1 0-1-15,2-2-27 16,2 1-11-16,-1-3-66 15,-1 4-69-15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C043D-3D1E-4785-951E-B941A06B339E}" type="datetimeFigureOut">
              <a:rPr lang="en-IN" smtClean="0"/>
              <a:t>14-07-2026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43606F-0BF8-4745-8153-3F2A3B0537B3}" type="slidenum">
              <a:rPr lang="en-IN" smtClean="0"/>
              <a:t>‹#›</a:t>
            </a:fld>
            <a:endParaRPr lang="en-IN"/>
          </a:p>
        </p:txBody>
      </p:sp>
    </p:spTree>
    <p:extLst>
      <p:ext uri="{BB962C8B-B14F-4D97-AF65-F5344CB8AC3E}">
        <p14:creationId xmlns:p14="http://schemas.microsoft.com/office/powerpoint/2010/main" val="3284434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DA6647-7CE1-40E8-B790-00A458F12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Header Placeholder 4"/>
          <p:cNvSpPr>
            <a:spLocks noGrp="1"/>
          </p:cNvSpPr>
          <p:nvPr>
            <p:ph type="hd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some basic concepts in chemistry</a:t>
            </a:r>
          </a:p>
        </p:txBody>
      </p:sp>
    </p:spTree>
    <p:extLst>
      <p:ext uri="{BB962C8B-B14F-4D97-AF65-F5344CB8AC3E}">
        <p14:creationId xmlns:p14="http://schemas.microsoft.com/office/powerpoint/2010/main" val="1952219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DA6647-7CE1-40E8-B790-00A458F12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Header Placeholder 4"/>
          <p:cNvSpPr>
            <a:spLocks noGrp="1"/>
          </p:cNvSpPr>
          <p:nvPr>
            <p:ph type="hd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some basic concepts in chemistry</a:t>
            </a:r>
          </a:p>
        </p:txBody>
      </p:sp>
    </p:spTree>
    <p:extLst>
      <p:ext uri="{BB962C8B-B14F-4D97-AF65-F5344CB8AC3E}">
        <p14:creationId xmlns:p14="http://schemas.microsoft.com/office/powerpoint/2010/main" val="3845607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8075B9-47EF-4554-8D65-A43D3EBF1C4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Header Placeholder 4"/>
          <p:cNvSpPr>
            <a:spLocks noGrp="1"/>
          </p:cNvSpPr>
          <p:nvPr>
            <p:ph type="hd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some basic concepts in chemistry</a:t>
            </a:r>
          </a:p>
        </p:txBody>
      </p:sp>
    </p:spTree>
    <p:extLst>
      <p:ext uri="{BB962C8B-B14F-4D97-AF65-F5344CB8AC3E}">
        <p14:creationId xmlns:p14="http://schemas.microsoft.com/office/powerpoint/2010/main" val="3506326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DA6647-7CE1-40E8-B790-00A458F12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Header Placeholder 4"/>
          <p:cNvSpPr>
            <a:spLocks noGrp="1"/>
          </p:cNvSpPr>
          <p:nvPr>
            <p:ph type="hd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some basic concepts in chemistry</a:t>
            </a:r>
          </a:p>
        </p:txBody>
      </p:sp>
    </p:spTree>
    <p:extLst>
      <p:ext uri="{BB962C8B-B14F-4D97-AF65-F5344CB8AC3E}">
        <p14:creationId xmlns:p14="http://schemas.microsoft.com/office/powerpoint/2010/main" val="4072158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DA6647-7CE1-40E8-B790-00A458F12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Header Placeholder 4"/>
          <p:cNvSpPr>
            <a:spLocks noGrp="1"/>
          </p:cNvSpPr>
          <p:nvPr>
            <p:ph type="hd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some basic concepts in chemistry</a:t>
            </a:r>
          </a:p>
        </p:txBody>
      </p:sp>
    </p:spTree>
    <p:extLst>
      <p:ext uri="{BB962C8B-B14F-4D97-AF65-F5344CB8AC3E}">
        <p14:creationId xmlns:p14="http://schemas.microsoft.com/office/powerpoint/2010/main" val="2045281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DA6647-7CE1-40E8-B790-00A458F12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8966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DA6647-7CE1-40E8-B790-00A458F12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6348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8075B9-47EF-4554-8D65-A43D3EBF1C4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7691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DA6647-7CE1-40E8-B790-00A458F12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8375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DA6647-7CE1-40E8-B790-00A458F12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2403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DA6647-7CE1-40E8-B790-00A458F12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0737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9837D0-A21C-4D37-9FF2-A2AE3624CAE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2543834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837D0-A21C-4D37-9FF2-A2AE3624CAE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3362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9837D0-A21C-4D37-9FF2-A2AE3624CAE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2640805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9837D0-A21C-4D37-9FF2-A2AE3624CAE7}"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961039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9837D0-A21C-4D37-9FF2-A2AE3624CAE7}"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3218625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9837D0-A21C-4D37-9FF2-A2AE3624CAE7}"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1542422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9837D0-A21C-4D37-9FF2-A2AE3624CAE7}"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869574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9837D0-A21C-4D37-9FF2-A2AE3624CAE7}"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2876229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9837D0-A21C-4D37-9FF2-A2AE3624CAE7}"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2562364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837D0-A21C-4D37-9FF2-A2AE3624CAE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2733604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837D0-A21C-4D37-9FF2-A2AE3624CAE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9F60AE-3104-4690-AE85-A33B1EE8A6E0}" type="slidenum">
              <a:rPr lang="en-US" smtClean="0"/>
              <a:t>‹#›</a:t>
            </a:fld>
            <a:endParaRPr lang="en-US"/>
          </a:p>
        </p:txBody>
      </p:sp>
    </p:spTree>
    <p:extLst>
      <p:ext uri="{BB962C8B-B14F-4D97-AF65-F5344CB8AC3E}">
        <p14:creationId xmlns:p14="http://schemas.microsoft.com/office/powerpoint/2010/main" val="2402892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5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4B2DC6-E4F4-4B82-876E-3573C8F2A3FB}"/>
              </a:ext>
            </a:extLst>
          </p:cNvPr>
          <p:cNvPicPr>
            <a:picLocks noChangeAspect="1"/>
          </p:cNvPicPr>
          <p:nvPr userDrawn="1"/>
        </p:nvPicPr>
        <p:blipFill>
          <a:blip r:embed="rId2"/>
          <a:stretch>
            <a:fillRect/>
          </a:stretch>
        </p:blipFill>
        <p:spPr>
          <a:xfrm>
            <a:off x="2720446" y="0"/>
            <a:ext cx="6751107" cy="6858000"/>
          </a:xfrm>
          <a:prstGeom prst="rect">
            <a:avLst/>
          </a:prstGeom>
        </p:spPr>
      </p:pic>
    </p:spTree>
    <p:extLst>
      <p:ext uri="{BB962C8B-B14F-4D97-AF65-F5344CB8AC3E}">
        <p14:creationId xmlns:p14="http://schemas.microsoft.com/office/powerpoint/2010/main" val="3901993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777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4046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p:cSld name="2_Title and Content">
    <p:spTree>
      <p:nvGrpSpPr>
        <p:cNvPr id="1" name="Shape 14"/>
        <p:cNvGrpSpPr/>
        <p:nvPr/>
      </p:nvGrpSpPr>
      <p:grpSpPr>
        <a:xfrm>
          <a:off x="0" y="0"/>
          <a:ext cx="0" cy="0"/>
          <a:chOff x="0" y="0"/>
          <a:chExt cx="0" cy="0"/>
        </a:xfrm>
      </p:grpSpPr>
    </p:spTree>
    <p:extLst>
      <p:ext uri="{BB962C8B-B14F-4D97-AF65-F5344CB8AC3E}">
        <p14:creationId xmlns:p14="http://schemas.microsoft.com/office/powerpoint/2010/main" val="1480512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p:cSld name="2_Title Slide">
    <p:spTree>
      <p:nvGrpSpPr>
        <p:cNvPr id="1" name="Shape 15"/>
        <p:cNvGrpSpPr/>
        <p:nvPr/>
      </p:nvGrpSpPr>
      <p:grpSpPr>
        <a:xfrm>
          <a:off x="0" y="0"/>
          <a:ext cx="0" cy="0"/>
          <a:chOff x="0" y="0"/>
          <a:chExt cx="0" cy="0"/>
        </a:xfrm>
      </p:grpSpPr>
    </p:spTree>
    <p:extLst>
      <p:ext uri="{BB962C8B-B14F-4D97-AF65-F5344CB8AC3E}">
        <p14:creationId xmlns:p14="http://schemas.microsoft.com/office/powerpoint/2010/main" val="12049495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2_Title and Content">
  <p:cSld name="12_Title and Content">
    <p:spTree>
      <p:nvGrpSpPr>
        <p:cNvPr id="1" name="Shape 22"/>
        <p:cNvGrpSpPr/>
        <p:nvPr/>
      </p:nvGrpSpPr>
      <p:grpSpPr>
        <a:xfrm>
          <a:off x="0" y="0"/>
          <a:ext cx="0" cy="0"/>
          <a:chOff x="0" y="0"/>
          <a:chExt cx="0" cy="0"/>
        </a:xfrm>
      </p:grpSpPr>
      <p:sp>
        <p:nvSpPr>
          <p:cNvPr id="23" name="Google Shape;23;p66"/>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Times New Roman"/>
              <a:buNone/>
              <a:defRPr sz="5867"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2400"/>
            </a:lvl2pPr>
            <a:lvl3pPr lvl="2">
              <a:spcBef>
                <a:spcPts val="0"/>
              </a:spcBef>
              <a:spcAft>
                <a:spcPts val="0"/>
              </a:spcAft>
              <a:buSzPts val="1400"/>
              <a:buNone/>
              <a:defRPr sz="2400"/>
            </a:lvl3pPr>
            <a:lvl4pPr lvl="3">
              <a:spcBef>
                <a:spcPts val="0"/>
              </a:spcBef>
              <a:spcAft>
                <a:spcPts val="0"/>
              </a:spcAft>
              <a:buSzPts val="1400"/>
              <a:buNone/>
              <a:defRPr sz="2400"/>
            </a:lvl4pPr>
            <a:lvl5pPr lvl="4">
              <a:spcBef>
                <a:spcPts val="0"/>
              </a:spcBef>
              <a:spcAft>
                <a:spcPts val="0"/>
              </a:spcAft>
              <a:buSzPts val="1400"/>
              <a:buNone/>
              <a:defRPr sz="2400"/>
            </a:lvl5pPr>
            <a:lvl6pPr lvl="5">
              <a:spcBef>
                <a:spcPts val="0"/>
              </a:spcBef>
              <a:spcAft>
                <a:spcPts val="0"/>
              </a:spcAft>
              <a:buSzPts val="1400"/>
              <a:buNone/>
              <a:defRPr sz="2400"/>
            </a:lvl6pPr>
            <a:lvl7pPr lvl="6">
              <a:spcBef>
                <a:spcPts val="0"/>
              </a:spcBef>
              <a:spcAft>
                <a:spcPts val="0"/>
              </a:spcAft>
              <a:buSzPts val="1400"/>
              <a:buNone/>
              <a:defRPr sz="2400"/>
            </a:lvl7pPr>
            <a:lvl8pPr lvl="7">
              <a:spcBef>
                <a:spcPts val="0"/>
              </a:spcBef>
              <a:spcAft>
                <a:spcPts val="0"/>
              </a:spcAft>
              <a:buSzPts val="1400"/>
              <a:buNone/>
              <a:defRPr sz="2400"/>
            </a:lvl8pPr>
            <a:lvl9pPr lvl="8">
              <a:spcBef>
                <a:spcPts val="0"/>
              </a:spcBef>
              <a:spcAft>
                <a:spcPts val="0"/>
              </a:spcAft>
              <a:buSzPts val="1400"/>
              <a:buNone/>
              <a:defRPr sz="2400"/>
            </a:lvl9pPr>
          </a:lstStyle>
          <a:p>
            <a:r>
              <a:rPr lang="en-US"/>
              <a:t>Click to edit Master title style</a:t>
            </a:r>
            <a:endParaRPr/>
          </a:p>
        </p:txBody>
      </p:sp>
      <p:sp>
        <p:nvSpPr>
          <p:cNvPr id="24" name="Google Shape;24;p66"/>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rtl="0">
              <a:spcBef>
                <a:spcPts val="853"/>
              </a:spcBef>
              <a:spcAft>
                <a:spcPts val="0"/>
              </a:spcAft>
              <a:buClr>
                <a:srgbClr val="888888"/>
              </a:buClr>
              <a:buSzPts val="3200"/>
              <a:buFont typeface="Arial"/>
              <a:buNone/>
              <a:defRPr sz="4267" b="0" i="0" u="none" strike="noStrike" cap="none">
                <a:solidFill>
                  <a:srgbClr val="888888"/>
                </a:solidFill>
                <a:latin typeface="Times New Roman"/>
                <a:ea typeface="Times New Roman"/>
                <a:cs typeface="Times New Roman"/>
                <a:sym typeface="Times New Roman"/>
              </a:defRPr>
            </a:lvl1pPr>
            <a:lvl2pPr marR="0" lvl="1" algn="ctr" rtl="0">
              <a:spcBef>
                <a:spcPts val="747"/>
              </a:spcBef>
              <a:spcAft>
                <a:spcPts val="0"/>
              </a:spcAft>
              <a:buClr>
                <a:srgbClr val="888888"/>
              </a:buClr>
              <a:buSzPts val="2800"/>
              <a:buFont typeface="Arial"/>
              <a:buNone/>
              <a:defRPr sz="3733" b="0" i="0" u="none" strike="noStrike" cap="none">
                <a:solidFill>
                  <a:srgbClr val="888888"/>
                </a:solidFill>
                <a:latin typeface="Calibri"/>
                <a:ea typeface="Calibri"/>
                <a:cs typeface="Calibri"/>
                <a:sym typeface="Calibri"/>
              </a:defRPr>
            </a:lvl2pPr>
            <a:lvl3pPr marR="0" lvl="2" algn="ctr" rtl="0">
              <a:spcBef>
                <a:spcPts val="640"/>
              </a:spcBef>
              <a:spcAft>
                <a:spcPts val="0"/>
              </a:spcAft>
              <a:buClr>
                <a:srgbClr val="888888"/>
              </a:buClr>
              <a:buSzPts val="2400"/>
              <a:buFont typeface="Arial"/>
              <a:buNone/>
              <a:defRPr sz="3200" b="0" i="0" u="none" strike="noStrike" cap="none">
                <a:solidFill>
                  <a:srgbClr val="888888"/>
                </a:solidFill>
                <a:latin typeface="Calibri"/>
                <a:ea typeface="Calibri"/>
                <a:cs typeface="Calibri"/>
                <a:sym typeface="Calibri"/>
              </a:defRPr>
            </a:lvl3pPr>
            <a:lvl4pPr marR="0" lvl="3" algn="ctr" rtl="0">
              <a:spcBef>
                <a:spcPts val="533"/>
              </a:spcBef>
              <a:spcAft>
                <a:spcPts val="0"/>
              </a:spcAft>
              <a:buClr>
                <a:srgbClr val="888888"/>
              </a:buClr>
              <a:buSzPts val="2000"/>
              <a:buFont typeface="Arial"/>
              <a:buNone/>
              <a:defRPr sz="2667" b="0" i="0" u="none" strike="noStrike" cap="none">
                <a:solidFill>
                  <a:srgbClr val="888888"/>
                </a:solidFill>
                <a:latin typeface="Calibri"/>
                <a:ea typeface="Calibri"/>
                <a:cs typeface="Calibri"/>
                <a:sym typeface="Calibri"/>
              </a:defRPr>
            </a:lvl4pPr>
            <a:lvl5pPr marR="0" lvl="4" algn="ctr" rtl="0">
              <a:spcBef>
                <a:spcPts val="533"/>
              </a:spcBef>
              <a:spcAft>
                <a:spcPts val="0"/>
              </a:spcAft>
              <a:buClr>
                <a:srgbClr val="888888"/>
              </a:buClr>
              <a:buSzPts val="2000"/>
              <a:buFont typeface="Arial"/>
              <a:buNone/>
              <a:defRPr sz="2667" b="0" i="0" u="none" strike="noStrike" cap="none">
                <a:solidFill>
                  <a:srgbClr val="888888"/>
                </a:solidFill>
                <a:latin typeface="Calibri"/>
                <a:ea typeface="Calibri"/>
                <a:cs typeface="Calibri"/>
                <a:sym typeface="Calibri"/>
              </a:defRPr>
            </a:lvl5pPr>
            <a:lvl6pPr marR="0" lvl="5" algn="ctr" rtl="0">
              <a:spcBef>
                <a:spcPts val="533"/>
              </a:spcBef>
              <a:spcAft>
                <a:spcPts val="0"/>
              </a:spcAft>
              <a:buClr>
                <a:srgbClr val="888888"/>
              </a:buClr>
              <a:buSzPts val="2000"/>
              <a:buFont typeface="Arial"/>
              <a:buNone/>
              <a:defRPr sz="2667" b="0" i="0" u="none" strike="noStrike" cap="none">
                <a:solidFill>
                  <a:srgbClr val="888888"/>
                </a:solidFill>
                <a:latin typeface="Calibri"/>
                <a:ea typeface="Calibri"/>
                <a:cs typeface="Calibri"/>
                <a:sym typeface="Calibri"/>
              </a:defRPr>
            </a:lvl6pPr>
            <a:lvl7pPr marR="0" lvl="6" algn="ctr" rtl="0">
              <a:spcBef>
                <a:spcPts val="533"/>
              </a:spcBef>
              <a:spcAft>
                <a:spcPts val="0"/>
              </a:spcAft>
              <a:buClr>
                <a:srgbClr val="888888"/>
              </a:buClr>
              <a:buSzPts val="2000"/>
              <a:buFont typeface="Arial"/>
              <a:buNone/>
              <a:defRPr sz="2667" b="0" i="0" u="none" strike="noStrike" cap="none">
                <a:solidFill>
                  <a:srgbClr val="888888"/>
                </a:solidFill>
                <a:latin typeface="Calibri"/>
                <a:ea typeface="Calibri"/>
                <a:cs typeface="Calibri"/>
                <a:sym typeface="Calibri"/>
              </a:defRPr>
            </a:lvl7pPr>
            <a:lvl8pPr marR="0" lvl="7" algn="ctr" rtl="0">
              <a:spcBef>
                <a:spcPts val="533"/>
              </a:spcBef>
              <a:spcAft>
                <a:spcPts val="0"/>
              </a:spcAft>
              <a:buClr>
                <a:srgbClr val="888888"/>
              </a:buClr>
              <a:buSzPts val="2000"/>
              <a:buFont typeface="Arial"/>
              <a:buNone/>
              <a:defRPr sz="2667" b="0" i="0" u="none" strike="noStrike" cap="none">
                <a:solidFill>
                  <a:srgbClr val="888888"/>
                </a:solidFill>
                <a:latin typeface="Calibri"/>
                <a:ea typeface="Calibri"/>
                <a:cs typeface="Calibri"/>
                <a:sym typeface="Calibri"/>
              </a:defRPr>
            </a:lvl8pPr>
            <a:lvl9pPr marR="0" lvl="8" algn="ctr" rtl="0">
              <a:spcBef>
                <a:spcPts val="533"/>
              </a:spcBef>
              <a:spcAft>
                <a:spcPts val="0"/>
              </a:spcAft>
              <a:buClr>
                <a:srgbClr val="888888"/>
              </a:buClr>
              <a:buSzPts val="2000"/>
              <a:buFont typeface="Arial"/>
              <a:buNone/>
              <a:defRPr sz="2667" b="0" i="0" u="none" strike="noStrike" cap="none">
                <a:solidFill>
                  <a:srgbClr val="888888"/>
                </a:solidFill>
                <a:latin typeface="Calibri"/>
                <a:ea typeface="Calibri"/>
                <a:cs typeface="Calibri"/>
                <a:sym typeface="Calibri"/>
              </a:defRPr>
            </a:lvl9pPr>
          </a:lstStyle>
          <a:p>
            <a:r>
              <a:rPr lang="en-US"/>
              <a:t>Click to edit Master subtitle style</a:t>
            </a:r>
            <a:endParaRPr/>
          </a:p>
        </p:txBody>
      </p:sp>
      <p:sp>
        <p:nvSpPr>
          <p:cNvPr id="25" name="Google Shape;25;p6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lang="en-US"/>
          </a:p>
        </p:txBody>
      </p:sp>
      <p:sp>
        <p:nvSpPr>
          <p:cNvPr id="26" name="Google Shape;26;p66"/>
          <p:cNvSpPr txBox="1">
            <a:spLocks noGrp="1"/>
          </p:cNvSpPr>
          <p:nvPr>
            <p:ph type="sldNum" idx="12"/>
          </p:nvPr>
        </p:nvSpPr>
        <p:spPr>
          <a:xfrm>
            <a:off x="10869053" y="6340934"/>
            <a:ext cx="1016000" cy="339265"/>
          </a:xfrm>
          <a:prstGeom prst="rect">
            <a:avLst/>
          </a:prstGeom>
          <a:solidFill>
            <a:schemeClr val="lt1"/>
          </a:solidFill>
          <a:ln w="25400" cap="flat" cmpd="sng">
            <a:solidFill>
              <a:srgbClr val="0F243E"/>
            </a:solidFill>
            <a:prstDash val="solid"/>
            <a:round/>
            <a:headEnd type="none" w="sm" len="sm"/>
            <a:tailEnd type="none" w="sm" len="sm"/>
          </a:ln>
        </p:spPr>
        <p:txBody>
          <a:bodyPr spcFirstLastPara="1" wrap="square" lIns="91425" tIns="45700" rIns="91425" bIns="45700" anchor="ctr" anchorCtr="0">
            <a:noAutofit/>
          </a:bodyPr>
          <a:lstStyle>
            <a:lvl1pPr marL="0" marR="0" lvl="0" indent="0" algn="ctr" rtl="0">
              <a:spcBef>
                <a:spcPts val="0"/>
              </a:spcBef>
              <a:buNone/>
              <a:defRPr sz="2133" b="1" i="0">
                <a:solidFill>
                  <a:schemeClr val="dk1"/>
                </a:solidFill>
                <a:latin typeface="Bookman Old Style"/>
                <a:ea typeface="Bookman Old Style"/>
                <a:cs typeface="Bookman Old Style"/>
                <a:sym typeface="Bookman Old Style"/>
              </a:defRPr>
            </a:lvl1pPr>
            <a:lvl2pPr marL="0" marR="0" lvl="1" indent="0" algn="ctr" rtl="0">
              <a:spcBef>
                <a:spcPts val="0"/>
              </a:spcBef>
              <a:buNone/>
              <a:defRPr sz="2133" b="1" i="0">
                <a:solidFill>
                  <a:schemeClr val="dk1"/>
                </a:solidFill>
                <a:latin typeface="Bookman Old Style"/>
                <a:ea typeface="Bookman Old Style"/>
                <a:cs typeface="Bookman Old Style"/>
                <a:sym typeface="Bookman Old Style"/>
              </a:defRPr>
            </a:lvl2pPr>
            <a:lvl3pPr marL="0" marR="0" lvl="2" indent="0" algn="ctr" rtl="0">
              <a:spcBef>
                <a:spcPts val="0"/>
              </a:spcBef>
              <a:buNone/>
              <a:defRPr sz="2133" b="1" i="0">
                <a:solidFill>
                  <a:schemeClr val="dk1"/>
                </a:solidFill>
                <a:latin typeface="Bookman Old Style"/>
                <a:ea typeface="Bookman Old Style"/>
                <a:cs typeface="Bookman Old Style"/>
                <a:sym typeface="Bookman Old Style"/>
              </a:defRPr>
            </a:lvl3pPr>
            <a:lvl4pPr marL="0" marR="0" lvl="3" indent="0" algn="ctr" rtl="0">
              <a:spcBef>
                <a:spcPts val="0"/>
              </a:spcBef>
              <a:buNone/>
              <a:defRPr sz="2133" b="1" i="0">
                <a:solidFill>
                  <a:schemeClr val="dk1"/>
                </a:solidFill>
                <a:latin typeface="Bookman Old Style"/>
                <a:ea typeface="Bookman Old Style"/>
                <a:cs typeface="Bookman Old Style"/>
                <a:sym typeface="Bookman Old Style"/>
              </a:defRPr>
            </a:lvl4pPr>
            <a:lvl5pPr marL="0" marR="0" lvl="4" indent="0" algn="ctr" rtl="0">
              <a:spcBef>
                <a:spcPts val="0"/>
              </a:spcBef>
              <a:buNone/>
              <a:defRPr sz="2133" b="1" i="0">
                <a:solidFill>
                  <a:schemeClr val="dk1"/>
                </a:solidFill>
                <a:latin typeface="Bookman Old Style"/>
                <a:ea typeface="Bookman Old Style"/>
                <a:cs typeface="Bookman Old Style"/>
                <a:sym typeface="Bookman Old Style"/>
              </a:defRPr>
            </a:lvl5pPr>
            <a:lvl6pPr marL="0" marR="0" lvl="5" indent="0" algn="ctr" rtl="0">
              <a:spcBef>
                <a:spcPts val="0"/>
              </a:spcBef>
              <a:buNone/>
              <a:defRPr sz="2133" b="1" i="0">
                <a:solidFill>
                  <a:schemeClr val="dk1"/>
                </a:solidFill>
                <a:latin typeface="Bookman Old Style"/>
                <a:ea typeface="Bookman Old Style"/>
                <a:cs typeface="Bookman Old Style"/>
                <a:sym typeface="Bookman Old Style"/>
              </a:defRPr>
            </a:lvl6pPr>
            <a:lvl7pPr marL="0" marR="0" lvl="6" indent="0" algn="ctr" rtl="0">
              <a:spcBef>
                <a:spcPts val="0"/>
              </a:spcBef>
              <a:buNone/>
              <a:defRPr sz="2133" b="1" i="0">
                <a:solidFill>
                  <a:schemeClr val="dk1"/>
                </a:solidFill>
                <a:latin typeface="Bookman Old Style"/>
                <a:ea typeface="Bookman Old Style"/>
                <a:cs typeface="Bookman Old Style"/>
                <a:sym typeface="Bookman Old Style"/>
              </a:defRPr>
            </a:lvl7pPr>
            <a:lvl8pPr marL="0" marR="0" lvl="7" indent="0" algn="ctr" rtl="0">
              <a:spcBef>
                <a:spcPts val="0"/>
              </a:spcBef>
              <a:buNone/>
              <a:defRPr sz="2133" b="1" i="0">
                <a:solidFill>
                  <a:schemeClr val="dk1"/>
                </a:solidFill>
                <a:latin typeface="Bookman Old Style"/>
                <a:ea typeface="Bookman Old Style"/>
                <a:cs typeface="Bookman Old Style"/>
                <a:sym typeface="Bookman Old Style"/>
              </a:defRPr>
            </a:lvl8pPr>
            <a:lvl9pPr marL="0" marR="0" lvl="8" indent="0" algn="ctr" rtl="0">
              <a:spcBef>
                <a:spcPts val="0"/>
              </a:spcBef>
              <a:buNone/>
              <a:defRPr sz="2133" b="1" i="0">
                <a:solidFill>
                  <a:schemeClr val="dk1"/>
                </a:solidFill>
                <a:latin typeface="Bookman Old Style"/>
                <a:ea typeface="Bookman Old Style"/>
                <a:cs typeface="Bookman Old Style"/>
                <a:sym typeface="Bookman Old Style"/>
              </a:defRPr>
            </a:lvl9pPr>
          </a:lstStyle>
          <a:p>
            <a:fld id="{139F60AE-3104-4690-AE85-A33B1EE8A6E0}" type="slidenum">
              <a:rPr lang="en-US" smtClean="0"/>
              <a:t>‹#›</a:t>
            </a:fld>
            <a:endParaRPr lang="en-US"/>
          </a:p>
        </p:txBody>
      </p:sp>
      <p:sp>
        <p:nvSpPr>
          <p:cNvPr id="27" name="Google Shape;27;p66"/>
          <p:cNvSpPr txBox="1">
            <a:spLocks noGrp="1"/>
          </p:cNvSpPr>
          <p:nvPr>
            <p:ph type="dt" idx="10"/>
          </p:nvPr>
        </p:nvSpPr>
        <p:spPr>
          <a:xfrm>
            <a:off x="9652001" y="6340934"/>
            <a:ext cx="1224519" cy="339265"/>
          </a:xfrm>
          <a:prstGeom prst="rect">
            <a:avLst/>
          </a:prstGeom>
          <a:solidFill>
            <a:schemeClr val="lt1"/>
          </a:solidFill>
          <a:ln w="25400" cap="flat" cmpd="sng">
            <a:solidFill>
              <a:srgbClr val="0F243E"/>
            </a:solidFill>
            <a:prstDash val="solid"/>
            <a:round/>
            <a:headEnd type="none" w="sm" len="sm"/>
            <a:tailEnd type="none" w="sm" len="sm"/>
          </a:ln>
        </p:spPr>
        <p:txBody>
          <a:bodyPr spcFirstLastPara="1" wrap="square" lIns="91425" tIns="45700" rIns="91425" bIns="45700" anchor="ctr" anchorCtr="0">
            <a:noAutofit/>
          </a:bodyPr>
          <a:lstStyle>
            <a:lvl1pPr marR="0" lvl="0" algn="ctr" rtl="0">
              <a:spcBef>
                <a:spcPts val="0"/>
              </a:spcBef>
              <a:spcAft>
                <a:spcPts val="0"/>
              </a:spcAft>
              <a:buSzPts val="1400"/>
              <a:buNone/>
              <a:defRPr sz="1600" b="1">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fld id="{E79837D0-A21C-4D37-9FF2-A2AE3624CAE7}" type="datetimeFigureOut">
              <a:rPr lang="en-US" smtClean="0"/>
              <a:t>7/14/2026</a:t>
            </a:fld>
            <a:endParaRPr lang="en-US"/>
          </a:p>
        </p:txBody>
      </p:sp>
    </p:spTree>
    <p:extLst>
      <p:ext uri="{BB962C8B-B14F-4D97-AF65-F5344CB8AC3E}">
        <p14:creationId xmlns:p14="http://schemas.microsoft.com/office/powerpoint/2010/main" val="11544144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19093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8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3550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2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85426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2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238739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2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5466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7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7509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8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0929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29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5356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25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7576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3811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5608178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42679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74883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7287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8245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88531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4199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8679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26705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7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6089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11552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35526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75926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9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8125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6818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26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83771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4272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71533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593542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136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02664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15508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8378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077293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6409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6841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0_Title Slide">
    <p:spTree>
      <p:nvGrpSpPr>
        <p:cNvPr id="1" name=""/>
        <p:cNvGrpSpPr/>
        <p:nvPr/>
      </p:nvGrpSpPr>
      <p:grpSpPr>
        <a:xfrm>
          <a:off x="0" y="0"/>
          <a:ext cx="0" cy="0"/>
          <a:chOff x="0" y="0"/>
          <a:chExt cx="0" cy="0"/>
        </a:xfrm>
      </p:grpSpPr>
      <p:sp>
        <p:nvSpPr>
          <p:cNvPr id="2" name="Slide Number Placeholder 5"/>
          <p:cNvSpPr>
            <a:spLocks noGrp="1"/>
          </p:cNvSpPr>
          <p:nvPr>
            <p:ph type="sldNum" sz="quarter" idx="4"/>
          </p:nvPr>
        </p:nvSpPr>
        <p:spPr>
          <a:xfrm>
            <a:off x="10869053" y="6340934"/>
            <a:ext cx="1016000" cy="339265"/>
          </a:xfrm>
          <a:prstGeom prst="rect">
            <a:avLst/>
          </a:prstGeom>
          <a:ln>
            <a:solidFill>
              <a:schemeClr val="tx2">
                <a:lumMod val="50000"/>
              </a:schemeClr>
            </a:solidFill>
          </a:ln>
        </p:spPr>
        <p:style>
          <a:lnRef idx="2">
            <a:schemeClr val="accent6"/>
          </a:lnRef>
          <a:fillRef idx="1">
            <a:schemeClr val="lt1"/>
          </a:fillRef>
          <a:effectRef idx="0">
            <a:schemeClr val="accent6"/>
          </a:effectRef>
          <a:fontRef idx="none"/>
        </p:style>
        <p:txBody>
          <a:bodyPr vert="horz" lIns="91440" tIns="45720" rIns="91440" bIns="45720" rtlCol="0" anchor="ctr"/>
          <a:lstStyle>
            <a:lvl1pPr algn="ctr">
              <a:defRPr sz="2133" b="1" i="0">
                <a:solidFill>
                  <a:schemeClr val="tx1"/>
                </a:solidFill>
                <a:latin typeface="Bookman Old Style" pitchFamily="18" charset="0"/>
                <a:cs typeface="Times New Roman" panose="02020603050405020304" pitchFamily="18" charset="0"/>
              </a:defRPr>
            </a:lvl1pPr>
          </a:lstStyle>
          <a:p>
            <a:fld id="{B6F15528-21DE-4FAA-801E-634DDDAF4B2B}" type="slidenum">
              <a:rPr lang="en-US" smtClean="0"/>
              <a:pPr/>
              <a:t>‹#›</a:t>
            </a:fld>
            <a:endParaRPr lang="en-US" dirty="0"/>
          </a:p>
        </p:txBody>
      </p:sp>
      <p:sp>
        <p:nvSpPr>
          <p:cNvPr id="3" name="Date Placeholder 3"/>
          <p:cNvSpPr>
            <a:spLocks noGrp="1"/>
          </p:cNvSpPr>
          <p:nvPr>
            <p:ph type="dt" sz="half" idx="2"/>
          </p:nvPr>
        </p:nvSpPr>
        <p:spPr>
          <a:xfrm>
            <a:off x="9652001" y="6340934"/>
            <a:ext cx="1224519" cy="339265"/>
          </a:xfrm>
          <a:prstGeom prst="rect">
            <a:avLst/>
          </a:prstGeom>
          <a:ln>
            <a:solidFill>
              <a:schemeClr val="tx2">
                <a:lumMod val="50000"/>
              </a:schemeClr>
            </a:solidFill>
          </a:ln>
        </p:spPr>
        <p:style>
          <a:lnRef idx="2">
            <a:schemeClr val="accent6"/>
          </a:lnRef>
          <a:fillRef idx="1">
            <a:schemeClr val="lt1"/>
          </a:fillRef>
          <a:effectRef idx="0">
            <a:schemeClr val="accent6"/>
          </a:effectRef>
          <a:fontRef idx="none"/>
        </p:style>
        <p:txBody>
          <a:bodyPr vert="horz" lIns="91440" tIns="45720" rIns="91440" bIns="45720" rtlCol="0" anchor="ctr"/>
          <a:lstStyle>
            <a:lvl1pPr algn="ctr">
              <a:defRPr sz="1600" b="1" spc="13" baseline="0">
                <a:solidFill>
                  <a:schemeClr val="tx1"/>
                </a:solidFill>
                <a:effectLst/>
                <a:latin typeface="Times New Roman" pitchFamily="18" charset="0"/>
                <a:cs typeface="Times New Roman" panose="02020603050405020304" pitchFamily="18" charset="0"/>
              </a:defRPr>
            </a:lvl1pPr>
          </a:lstStyle>
          <a:p>
            <a:fld id="{008A852E-DD4C-4FE2-BBCD-27652A2DBB1C}" type="datetime5">
              <a:rPr lang="en-US" smtClean="0"/>
              <a:pPr/>
              <a:t>14-Jul-26</a:t>
            </a:fld>
            <a:endParaRPr lang="en-US" dirty="0"/>
          </a:p>
        </p:txBody>
      </p:sp>
    </p:spTree>
    <p:extLst>
      <p:ext uri="{BB962C8B-B14F-4D97-AF65-F5344CB8AC3E}">
        <p14:creationId xmlns:p14="http://schemas.microsoft.com/office/powerpoint/2010/main" val="73651824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1_Title Slide">
    <p:spTree>
      <p:nvGrpSpPr>
        <p:cNvPr id="1" name=""/>
        <p:cNvGrpSpPr/>
        <p:nvPr/>
      </p:nvGrpSpPr>
      <p:grpSpPr>
        <a:xfrm>
          <a:off x="0" y="0"/>
          <a:ext cx="0" cy="0"/>
          <a:chOff x="0" y="0"/>
          <a:chExt cx="0" cy="0"/>
        </a:xfrm>
      </p:grpSpPr>
      <p:sp>
        <p:nvSpPr>
          <p:cNvPr id="2" name="Slide Number Placeholder 5"/>
          <p:cNvSpPr>
            <a:spLocks noGrp="1"/>
          </p:cNvSpPr>
          <p:nvPr>
            <p:ph type="sldNum" sz="quarter" idx="4"/>
          </p:nvPr>
        </p:nvSpPr>
        <p:spPr>
          <a:xfrm>
            <a:off x="10869053" y="6340934"/>
            <a:ext cx="1016000" cy="339265"/>
          </a:xfrm>
          <a:prstGeom prst="rect">
            <a:avLst/>
          </a:prstGeom>
          <a:ln>
            <a:solidFill>
              <a:schemeClr val="tx2">
                <a:lumMod val="50000"/>
              </a:schemeClr>
            </a:solidFill>
          </a:ln>
        </p:spPr>
        <p:style>
          <a:lnRef idx="2">
            <a:schemeClr val="accent6"/>
          </a:lnRef>
          <a:fillRef idx="1">
            <a:schemeClr val="lt1"/>
          </a:fillRef>
          <a:effectRef idx="0">
            <a:schemeClr val="accent6"/>
          </a:effectRef>
          <a:fontRef idx="none"/>
        </p:style>
        <p:txBody>
          <a:bodyPr vert="horz" lIns="91440" tIns="45720" rIns="91440" bIns="45720" rtlCol="0" anchor="ctr"/>
          <a:lstStyle>
            <a:lvl1pPr algn="ctr">
              <a:defRPr sz="2133" b="1" i="0">
                <a:solidFill>
                  <a:schemeClr val="tx1"/>
                </a:solidFill>
                <a:latin typeface="Bookman Old Style" pitchFamily="18" charset="0"/>
                <a:cs typeface="Times New Roman" panose="02020603050405020304" pitchFamily="18" charset="0"/>
              </a:defRPr>
            </a:lvl1pPr>
          </a:lstStyle>
          <a:p>
            <a:fld id="{B6F15528-21DE-4FAA-801E-634DDDAF4B2B}" type="slidenum">
              <a:rPr lang="en-US" smtClean="0"/>
              <a:pPr/>
              <a:t>‹#›</a:t>
            </a:fld>
            <a:endParaRPr lang="en-US" dirty="0"/>
          </a:p>
        </p:txBody>
      </p:sp>
      <p:sp>
        <p:nvSpPr>
          <p:cNvPr id="3" name="Date Placeholder 3"/>
          <p:cNvSpPr>
            <a:spLocks noGrp="1"/>
          </p:cNvSpPr>
          <p:nvPr>
            <p:ph type="dt" sz="half" idx="2"/>
          </p:nvPr>
        </p:nvSpPr>
        <p:spPr>
          <a:xfrm>
            <a:off x="9652001" y="6340934"/>
            <a:ext cx="1224519" cy="339265"/>
          </a:xfrm>
          <a:prstGeom prst="rect">
            <a:avLst/>
          </a:prstGeom>
          <a:ln>
            <a:solidFill>
              <a:schemeClr val="tx2">
                <a:lumMod val="50000"/>
              </a:schemeClr>
            </a:solidFill>
          </a:ln>
        </p:spPr>
        <p:style>
          <a:lnRef idx="2">
            <a:schemeClr val="accent6"/>
          </a:lnRef>
          <a:fillRef idx="1">
            <a:schemeClr val="lt1"/>
          </a:fillRef>
          <a:effectRef idx="0">
            <a:schemeClr val="accent6"/>
          </a:effectRef>
          <a:fontRef idx="none"/>
        </p:style>
        <p:txBody>
          <a:bodyPr vert="horz" lIns="91440" tIns="45720" rIns="91440" bIns="45720" rtlCol="0" anchor="ctr"/>
          <a:lstStyle>
            <a:lvl1pPr algn="ctr">
              <a:defRPr sz="1600" b="1" spc="13" baseline="0">
                <a:solidFill>
                  <a:schemeClr val="tx1"/>
                </a:solidFill>
                <a:effectLst/>
                <a:latin typeface="Times New Roman" pitchFamily="18" charset="0"/>
                <a:cs typeface="Times New Roman" panose="02020603050405020304" pitchFamily="18" charset="0"/>
              </a:defRPr>
            </a:lvl1pPr>
          </a:lstStyle>
          <a:p>
            <a:fld id="{008A852E-DD4C-4FE2-BBCD-27652A2DBB1C}" type="datetime5">
              <a:rPr lang="en-US" smtClean="0"/>
              <a:pPr/>
              <a:t>14-Jul-26</a:t>
            </a:fld>
            <a:endParaRPr lang="en-US" dirty="0"/>
          </a:p>
        </p:txBody>
      </p:sp>
    </p:spTree>
    <p:extLst>
      <p:ext uri="{BB962C8B-B14F-4D97-AF65-F5344CB8AC3E}">
        <p14:creationId xmlns:p14="http://schemas.microsoft.com/office/powerpoint/2010/main" val="58925184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2_Title Slide">
    <p:spTree>
      <p:nvGrpSpPr>
        <p:cNvPr id="1" name=""/>
        <p:cNvGrpSpPr/>
        <p:nvPr/>
      </p:nvGrpSpPr>
      <p:grpSpPr>
        <a:xfrm>
          <a:off x="0" y="0"/>
          <a:ext cx="0" cy="0"/>
          <a:chOff x="0" y="0"/>
          <a:chExt cx="0" cy="0"/>
        </a:xfrm>
      </p:grpSpPr>
      <p:sp>
        <p:nvSpPr>
          <p:cNvPr id="2" name="Slide Number Placeholder 5"/>
          <p:cNvSpPr>
            <a:spLocks noGrp="1"/>
          </p:cNvSpPr>
          <p:nvPr>
            <p:ph type="sldNum" sz="quarter" idx="4"/>
          </p:nvPr>
        </p:nvSpPr>
        <p:spPr>
          <a:xfrm>
            <a:off x="10869053" y="6340934"/>
            <a:ext cx="1016000" cy="339265"/>
          </a:xfrm>
          <a:prstGeom prst="rect">
            <a:avLst/>
          </a:prstGeom>
          <a:ln>
            <a:solidFill>
              <a:schemeClr val="tx2">
                <a:lumMod val="50000"/>
              </a:schemeClr>
            </a:solidFill>
          </a:ln>
        </p:spPr>
        <p:style>
          <a:lnRef idx="2">
            <a:schemeClr val="accent6"/>
          </a:lnRef>
          <a:fillRef idx="1">
            <a:schemeClr val="lt1"/>
          </a:fillRef>
          <a:effectRef idx="0">
            <a:schemeClr val="accent6"/>
          </a:effectRef>
          <a:fontRef idx="none"/>
        </p:style>
        <p:txBody>
          <a:bodyPr vert="horz" lIns="91440" tIns="45720" rIns="91440" bIns="45720" rtlCol="0" anchor="ctr"/>
          <a:lstStyle>
            <a:lvl1pPr algn="ctr">
              <a:defRPr sz="2133" b="1" i="0">
                <a:solidFill>
                  <a:schemeClr val="tx1"/>
                </a:solidFill>
                <a:latin typeface="Bookman Old Style" pitchFamily="18" charset="0"/>
                <a:cs typeface="Times New Roman" panose="02020603050405020304" pitchFamily="18" charset="0"/>
              </a:defRPr>
            </a:lvl1pPr>
          </a:lstStyle>
          <a:p>
            <a:fld id="{B6F15528-21DE-4FAA-801E-634DDDAF4B2B}" type="slidenum">
              <a:rPr lang="en-US" smtClean="0"/>
              <a:pPr/>
              <a:t>‹#›</a:t>
            </a:fld>
            <a:endParaRPr lang="en-US" dirty="0"/>
          </a:p>
        </p:txBody>
      </p:sp>
      <p:sp>
        <p:nvSpPr>
          <p:cNvPr id="3" name="Date Placeholder 3"/>
          <p:cNvSpPr>
            <a:spLocks noGrp="1"/>
          </p:cNvSpPr>
          <p:nvPr>
            <p:ph type="dt" sz="half" idx="2"/>
          </p:nvPr>
        </p:nvSpPr>
        <p:spPr>
          <a:xfrm>
            <a:off x="9652001" y="6340934"/>
            <a:ext cx="1224519" cy="339265"/>
          </a:xfrm>
          <a:prstGeom prst="rect">
            <a:avLst/>
          </a:prstGeom>
          <a:ln>
            <a:solidFill>
              <a:schemeClr val="tx2">
                <a:lumMod val="50000"/>
              </a:schemeClr>
            </a:solidFill>
          </a:ln>
        </p:spPr>
        <p:style>
          <a:lnRef idx="2">
            <a:schemeClr val="accent6"/>
          </a:lnRef>
          <a:fillRef idx="1">
            <a:schemeClr val="lt1"/>
          </a:fillRef>
          <a:effectRef idx="0">
            <a:schemeClr val="accent6"/>
          </a:effectRef>
          <a:fontRef idx="none"/>
        </p:style>
        <p:txBody>
          <a:bodyPr vert="horz" lIns="91440" tIns="45720" rIns="91440" bIns="45720" rtlCol="0" anchor="ctr"/>
          <a:lstStyle>
            <a:lvl1pPr algn="ctr">
              <a:defRPr sz="1600" b="1" spc="13" baseline="0">
                <a:solidFill>
                  <a:schemeClr val="tx1"/>
                </a:solidFill>
                <a:effectLst/>
                <a:latin typeface="Times New Roman" pitchFamily="18" charset="0"/>
                <a:cs typeface="Times New Roman" panose="02020603050405020304" pitchFamily="18" charset="0"/>
              </a:defRPr>
            </a:lvl1pPr>
          </a:lstStyle>
          <a:p>
            <a:fld id="{008A852E-DD4C-4FE2-BBCD-27652A2DBB1C}" type="datetime5">
              <a:rPr lang="en-US" smtClean="0"/>
              <a:pPr/>
              <a:t>14-Jul-26</a:t>
            </a:fld>
            <a:endParaRPr lang="en-US" dirty="0"/>
          </a:p>
        </p:txBody>
      </p:sp>
    </p:spTree>
    <p:extLst>
      <p:ext uri="{BB962C8B-B14F-4D97-AF65-F5344CB8AC3E}">
        <p14:creationId xmlns:p14="http://schemas.microsoft.com/office/powerpoint/2010/main" val="421319121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673999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gs>
            <a:gs pos="0">
              <a:srgbClr val="3F3000"/>
            </a:gs>
            <a:gs pos="0">
              <a:srgbClr val="003300"/>
            </a:gs>
            <a:gs pos="50000">
              <a:srgbClr val="003300"/>
            </a:gs>
            <a:gs pos="100000">
              <a:srgbClr val="3F3000"/>
            </a:gs>
            <a:gs pos="0">
              <a:srgbClr val="131B14"/>
            </a:gs>
          </a:gsLst>
          <a:lin ang="27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9837D0-A21C-4D37-9FF2-A2AE3624CAE7}" type="datetimeFigureOut">
              <a:rPr lang="en-US" smtClean="0"/>
              <a:t>7/14/2026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9F60AE-3104-4690-AE85-A33B1EE8A6E0}" type="slidenum">
              <a:rPr lang="en-US" smtClean="0"/>
              <a:t>‹#›</a:t>
            </a:fld>
            <a:endParaRPr lang="en-US"/>
          </a:p>
        </p:txBody>
      </p:sp>
    </p:spTree>
    <p:extLst>
      <p:ext uri="{BB962C8B-B14F-4D97-AF65-F5344CB8AC3E}">
        <p14:creationId xmlns:p14="http://schemas.microsoft.com/office/powerpoint/2010/main" val="33344005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1.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1.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jpeg"/><Relationship Id="rId7" Type="http://schemas.openxmlformats.org/officeDocument/2006/relationships/customXml" Target="../ink/ink4.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microsoft.com/office/2007/relationships/hdphoto" Target="../media/hdphoto1.wdp"/><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0.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11.jpe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customXml" Target="../ink/ink6.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16.jpeg"/><Relationship Id="rId7"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17.jpe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customXml" Target="../ink/ink9.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customXml" Target="../ink/ink10.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eg"/><Relationship Id="rId1" Type="http://schemas.openxmlformats.org/officeDocument/2006/relationships/slideLayout" Target="../slideLayouts/slideLayout2.xml"/><Relationship Id="rId5" Type="http://schemas.openxmlformats.org/officeDocument/2006/relationships/image" Target="../media/image1.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9.xml"/><Relationship Id="rId5" Type="http://schemas.openxmlformats.org/officeDocument/2006/relationships/image" Target="../media/image1.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customXml" Target="../ink/ink1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customXml" Target="../ink/ink1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50.xml"/><Relationship Id="rId6" Type="http://schemas.openxmlformats.org/officeDocument/2006/relationships/customXml" Target="../ink/ink13.xml"/><Relationship Id="rId5" Type="http://schemas.openxmlformats.org/officeDocument/2006/relationships/image" Target="../media/image1.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6.gif"/><Relationship Id="rId7" Type="http://schemas.openxmlformats.org/officeDocument/2006/relationships/customXml" Target="../ink/ink14.xml"/><Relationship Id="rId2" Type="http://schemas.openxmlformats.org/officeDocument/2006/relationships/image" Target="../media/image25.jpeg"/><Relationship Id="rId1" Type="http://schemas.openxmlformats.org/officeDocument/2006/relationships/slideLayout" Target="../slideLayouts/slideLayout7.xml"/><Relationship Id="rId6" Type="http://schemas.openxmlformats.org/officeDocument/2006/relationships/image" Target="../media/image1.png"/><Relationship Id="rId5" Type="http://schemas.microsoft.com/office/2007/relationships/hdphoto" Target="../media/hdphoto1.wdp"/><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customXml" Target="../ink/ink15.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customXml" Target="../ink/ink16.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customXml" Target="../ink/ink1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1.pn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customXml" Target="../ink/ink18.xml"/><Relationship Id="rId5" Type="http://schemas.openxmlformats.org/officeDocument/2006/relationships/image" Target="../media/image1.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1.xml"/><Relationship Id="rId5" Type="http://schemas.openxmlformats.org/officeDocument/2006/relationships/image" Target="../media/image1.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customXml" Target="../ink/ink19.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customXml" Target="../ink/ink20.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customXml" Target="../ink/ink21.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customXml" Target="../ink/ink2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customXml" Target="../ink/ink23.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2.xml"/><Relationship Id="rId5" Type="http://schemas.openxmlformats.org/officeDocument/2006/relationships/image" Target="../media/image1.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customXml" Target="../ink/ink24.xml"/><Relationship Id="rId5" Type="http://schemas.openxmlformats.org/officeDocument/2006/relationships/image" Target="../media/image1.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7.xml"/><Relationship Id="rId6" Type="http://schemas.openxmlformats.org/officeDocument/2006/relationships/customXml" Target="../ink/ink25.xml"/><Relationship Id="rId5" Type="http://schemas.openxmlformats.org/officeDocument/2006/relationships/image" Target="../media/image1.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customXml" Target="../ink/ink26.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3.xml"/><Relationship Id="rId5" Type="http://schemas.openxmlformats.org/officeDocument/2006/relationships/image" Target="../media/image1.png"/><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customXml" Target="../ink/ink27.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customXml" Target="../ink/ink28.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customXml" Target="../ink/ink29.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30.xml"/><Relationship Id="rId6" Type="http://schemas.openxmlformats.org/officeDocument/2006/relationships/image" Target="../media/image44.png"/><Relationship Id="rId5" Type="http://schemas.openxmlformats.org/officeDocument/2006/relationships/customXml" Target="../ink/ink30.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32.xml"/><Relationship Id="rId6" Type="http://schemas.openxmlformats.org/officeDocument/2006/relationships/image" Target="../media/image45.png"/><Relationship Id="rId5" Type="http://schemas.openxmlformats.org/officeDocument/2006/relationships/customXml" Target="../ink/ink31.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33.xml"/><Relationship Id="rId6" Type="http://schemas.openxmlformats.org/officeDocument/2006/relationships/image" Target="../media/image46.png"/><Relationship Id="rId5" Type="http://schemas.openxmlformats.org/officeDocument/2006/relationships/customXml" Target="../ink/ink32.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4.xml"/><Relationship Id="rId5" Type="http://schemas.openxmlformats.org/officeDocument/2006/relationships/image" Target="../media/image1.png"/><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37.xml"/><Relationship Id="rId6" Type="http://schemas.openxmlformats.org/officeDocument/2006/relationships/image" Target="../media/image47.png"/><Relationship Id="rId5" Type="http://schemas.openxmlformats.org/officeDocument/2006/relationships/customXml" Target="../ink/ink33.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9.xml"/><Relationship Id="rId6" Type="http://schemas.openxmlformats.org/officeDocument/2006/relationships/image" Target="../media/image48.png"/><Relationship Id="rId5" Type="http://schemas.openxmlformats.org/officeDocument/2006/relationships/customXml" Target="../ink/ink34.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41.xml"/><Relationship Id="rId6" Type="http://schemas.openxmlformats.org/officeDocument/2006/relationships/image" Target="../media/image49.png"/><Relationship Id="rId5" Type="http://schemas.openxmlformats.org/officeDocument/2006/relationships/customXml" Target="../ink/ink35.xml"/><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55.xml"/><Relationship Id="rId6" Type="http://schemas.openxmlformats.org/officeDocument/2006/relationships/image" Target="../media/image50.png"/><Relationship Id="rId5" Type="http://schemas.openxmlformats.org/officeDocument/2006/relationships/customXml" Target="../ink/ink36.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56.xml"/><Relationship Id="rId6" Type="http://schemas.openxmlformats.org/officeDocument/2006/relationships/image" Target="../media/image51.png"/><Relationship Id="rId5" Type="http://schemas.openxmlformats.org/officeDocument/2006/relationships/customXml" Target="../ink/ink37.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57.xml"/><Relationship Id="rId6" Type="http://schemas.openxmlformats.org/officeDocument/2006/relationships/image" Target="../media/image52.png"/><Relationship Id="rId5" Type="http://schemas.openxmlformats.org/officeDocument/2006/relationships/customXml" Target="../ink/ink38.xml"/><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customXml" Target="../ink/ink39.xml"/><Relationship Id="rId2" Type="http://schemas.openxmlformats.org/officeDocument/2006/relationships/image" Target="../media/image53.jpeg"/><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customXml" Target="../ink/ink40.xml"/><Relationship Id="rId2" Type="http://schemas.openxmlformats.org/officeDocument/2006/relationships/image" Target="../media/image53.jpeg"/><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3" Type="http://schemas.openxmlformats.org/officeDocument/2006/relationships/customXml" Target="../ink/ink41.xml"/><Relationship Id="rId2" Type="http://schemas.openxmlformats.org/officeDocument/2006/relationships/image" Target="../media/image53.jpeg"/><Relationship Id="rId1" Type="http://schemas.openxmlformats.org/officeDocument/2006/relationships/slideLayout" Target="../slideLayouts/slideLayout12.xml"/><Relationship Id="rId4" Type="http://schemas.openxmlformats.org/officeDocument/2006/relationships/image" Target="../media/image56.png"/></Relationships>
</file>

<file path=ppt/slides/_rels/slide54.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image" Target="../media/image53.jpeg"/><Relationship Id="rId1" Type="http://schemas.openxmlformats.org/officeDocument/2006/relationships/slideLayout" Target="../slideLayouts/slideLayout12.xml"/><Relationship Id="rId4" Type="http://schemas.openxmlformats.org/officeDocument/2006/relationships/image" Target="../media/image57.png"/></Relationships>
</file>

<file path=ppt/slides/_rels/slide55.xml.rels><?xml version="1.0" encoding="UTF-8" standalone="yes"?>
<Relationships xmlns="http://schemas.openxmlformats.org/package/2006/relationships"><Relationship Id="rId3" Type="http://schemas.openxmlformats.org/officeDocument/2006/relationships/customXml" Target="../ink/ink43.xml"/><Relationship Id="rId2" Type="http://schemas.openxmlformats.org/officeDocument/2006/relationships/image" Target="../media/image53.jpeg"/><Relationship Id="rId1" Type="http://schemas.openxmlformats.org/officeDocument/2006/relationships/slideLayout" Target="../slideLayouts/slideLayout12.xml"/><Relationship Id="rId4" Type="http://schemas.openxmlformats.org/officeDocument/2006/relationships/image" Target="../media/image58.png"/></Relationships>
</file>

<file path=ppt/slides/_rels/slide56.xml.rels><?xml version="1.0" encoding="UTF-8" standalone="yes"?>
<Relationships xmlns="http://schemas.openxmlformats.org/package/2006/relationships"><Relationship Id="rId3" Type="http://schemas.openxmlformats.org/officeDocument/2006/relationships/customXml" Target="../ink/ink44.xml"/><Relationship Id="rId2" Type="http://schemas.openxmlformats.org/officeDocument/2006/relationships/image" Target="../media/image53.jpeg"/><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57.xml.rels><?xml version="1.0" encoding="UTF-8" standalone="yes"?>
<Relationships xmlns="http://schemas.openxmlformats.org/package/2006/relationships"><Relationship Id="rId3" Type="http://schemas.openxmlformats.org/officeDocument/2006/relationships/customXml" Target="../ink/ink45.xml"/><Relationship Id="rId2" Type="http://schemas.openxmlformats.org/officeDocument/2006/relationships/image" Target="../media/image53.jpeg"/><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58.xml.rels><?xml version="1.0" encoding="UTF-8" standalone="yes"?>
<Relationships xmlns="http://schemas.openxmlformats.org/package/2006/relationships"><Relationship Id="rId3" Type="http://schemas.openxmlformats.org/officeDocument/2006/relationships/customXml" Target="../ink/ink46.xml"/><Relationship Id="rId2" Type="http://schemas.openxmlformats.org/officeDocument/2006/relationships/image" Target="../media/image53.jpeg"/><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59.xml.rels><?xml version="1.0" encoding="UTF-8" standalone="yes"?>
<Relationships xmlns="http://schemas.openxmlformats.org/package/2006/relationships"><Relationship Id="rId3" Type="http://schemas.openxmlformats.org/officeDocument/2006/relationships/customXml" Target="../ink/ink47.xml"/><Relationship Id="rId2" Type="http://schemas.openxmlformats.org/officeDocument/2006/relationships/image" Target="../media/image53.jpeg"/><Relationship Id="rId1" Type="http://schemas.openxmlformats.org/officeDocument/2006/relationships/slideLayout" Target="../slideLayouts/slideLayout12.xml"/><Relationship Id="rId4" Type="http://schemas.openxmlformats.org/officeDocument/2006/relationships/image" Target="../media/image62.png"/></Relationships>
</file>

<file path=ppt/slides/_rels/slide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58.xml"/><Relationship Id="rId6" Type="http://schemas.openxmlformats.org/officeDocument/2006/relationships/image" Target="../media/image63.png"/><Relationship Id="rId5" Type="http://schemas.openxmlformats.org/officeDocument/2006/relationships/customXml" Target="../ink/ink48.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8C7F4F-BCCE-47C1-926F-29BC2DE8C356}"/>
              </a:ext>
            </a:extLst>
          </p:cNvPr>
          <p:cNvPicPr>
            <a:picLocks noChangeAspect="1"/>
          </p:cNvPicPr>
          <p:nvPr/>
        </p:nvPicPr>
        <p:blipFill>
          <a:blip r:embed="rId2"/>
          <a:stretch>
            <a:fillRect/>
          </a:stretch>
        </p:blipFill>
        <p:spPr>
          <a:xfrm>
            <a:off x="3239" y="0"/>
            <a:ext cx="12185522"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97E678BC-A892-410D-94A3-53122CEAA1D7}"/>
                  </a:ext>
                </a:extLst>
              </p14:cNvPr>
              <p14:cNvContentPartPr/>
              <p14:nvPr/>
            </p14:nvContentPartPr>
            <p14:xfrm>
              <a:off x="7691760" y="5859720"/>
              <a:ext cx="598680" cy="170280"/>
            </p14:xfrm>
          </p:contentPart>
        </mc:Choice>
        <mc:Fallback>
          <p:pic>
            <p:nvPicPr>
              <p:cNvPr id="3" name="Ink 2">
                <a:extLst>
                  <a:ext uri="{FF2B5EF4-FFF2-40B4-BE49-F238E27FC236}">
                    <a16:creationId xmlns:a16="http://schemas.microsoft.com/office/drawing/2014/main" id="{97E678BC-A892-410D-94A3-53122CEAA1D7}"/>
                  </a:ext>
                </a:extLst>
              </p:cNvPr>
              <p:cNvPicPr/>
              <p:nvPr/>
            </p:nvPicPr>
            <p:blipFill>
              <a:blip r:embed="rId4"/>
              <a:stretch>
                <a:fillRect/>
              </a:stretch>
            </p:blipFill>
            <p:spPr>
              <a:xfrm>
                <a:off x="7682400" y="5850360"/>
                <a:ext cx="617400" cy="189000"/>
              </a:xfrm>
              <a:prstGeom prst="rect">
                <a:avLst/>
              </a:prstGeom>
            </p:spPr>
          </p:pic>
        </mc:Fallback>
      </mc:AlternateContent>
    </p:spTree>
    <p:extLst>
      <p:ext uri="{BB962C8B-B14F-4D97-AF65-F5344CB8AC3E}">
        <p14:creationId xmlns:p14="http://schemas.microsoft.com/office/powerpoint/2010/main" val="2369622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579936" y="436003"/>
            <a:ext cx="1341666" cy="1363953"/>
          </a:xfrm>
          <a:prstGeom prst="rect">
            <a:avLst/>
          </a:prstGeom>
        </p:spPr>
      </p:pic>
      <p:sp>
        <p:nvSpPr>
          <p:cNvPr id="6" name="TextBox 5">
            <a:extLst>
              <a:ext uri="{FF2B5EF4-FFF2-40B4-BE49-F238E27FC236}">
                <a16:creationId xmlns:a16="http://schemas.microsoft.com/office/drawing/2014/main" id="{1BD38CE2-D492-4EF4-823A-5F6A30572B4A}"/>
              </a:ext>
            </a:extLst>
          </p:cNvPr>
          <p:cNvSpPr txBox="1"/>
          <p:nvPr/>
        </p:nvSpPr>
        <p:spPr>
          <a:xfrm>
            <a:off x="1053830" y="1799956"/>
            <a:ext cx="9938426" cy="2800767"/>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1" i="0" u="none" strike="noStrike" kern="1200" cap="none" spc="67" normalizeH="0" baseline="0" noProof="0" dirty="0">
                <a:ln w="11430"/>
                <a:solidFill>
                  <a:srgbClr val="FFC000"/>
                </a:solidFill>
                <a:effectLst>
                  <a:outerShdw blurRad="76200" dist="50800" dir="5400000" algn="tl" rotWithShape="0">
                    <a:srgbClr val="000000">
                      <a:alpha val="65000"/>
                    </a:srgbClr>
                  </a:outerShdw>
                </a:effectLst>
                <a:uLnTx/>
                <a:uFillTx/>
                <a:latin typeface="Calibri" panose="020F0502020204030204"/>
                <a:ea typeface="+mn-ea"/>
                <a:cs typeface="+mn-cs"/>
              </a:rPr>
              <a:t>Some basic concept in chemistry</a:t>
            </a:r>
          </a:p>
        </p:txBody>
      </p:sp>
      <p:sp>
        <p:nvSpPr>
          <p:cNvPr id="2" name="AutoShape 2" descr="Elegant academic branding with logo watermark">
            <a:extLst>
              <a:ext uri="{FF2B5EF4-FFF2-40B4-BE49-F238E27FC236}">
                <a16:creationId xmlns:a16="http://schemas.microsoft.com/office/drawing/2014/main" id="{D7B33E2E-676B-4E83-980E-900DF4C4F24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AutoShape 4" descr="Elegant academic branding with logo watermark">
            <a:extLst>
              <a:ext uri="{FF2B5EF4-FFF2-40B4-BE49-F238E27FC236}">
                <a16:creationId xmlns:a16="http://schemas.microsoft.com/office/drawing/2014/main" id="{55C55B78-81BA-475F-A256-515C13F9985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AutoShape 6" descr="Elegant academic branding with logo watermark">
            <a:extLst>
              <a:ext uri="{FF2B5EF4-FFF2-40B4-BE49-F238E27FC236}">
                <a16:creationId xmlns:a16="http://schemas.microsoft.com/office/drawing/2014/main" id="{572252CD-0B5B-4FA6-B3CC-38A4AA14C99E}"/>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AutoShape 8" descr="📥 TKS_Light_Gold_Watermark.png">
            <a:extLst>
              <a:ext uri="{FF2B5EF4-FFF2-40B4-BE49-F238E27FC236}">
                <a16:creationId xmlns:a16="http://schemas.microsoft.com/office/drawing/2014/main" id="{03A1129E-648B-4A33-AD71-7AE572AF18D5}"/>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utoShape 10" descr="📥 TKS_Light_Gold_Watermark.png">
            <a:extLst>
              <a:ext uri="{FF2B5EF4-FFF2-40B4-BE49-F238E27FC236}">
                <a16:creationId xmlns:a16="http://schemas.microsoft.com/office/drawing/2014/main" id="{16E86825-8085-46F9-94EC-A00967EA175D}"/>
              </a:ext>
            </a:extLst>
          </p:cNvPr>
          <p:cNvSpPr>
            <a:spLocks noChangeAspect="1" noChangeArrowheads="1"/>
          </p:cNvSpPr>
          <p:nvPr/>
        </p:nvSpPr>
        <p:spPr bwMode="auto">
          <a:xfrm>
            <a:off x="6553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F9BFA3B0-1AEF-4210-92DC-0BE31AE13CC8}"/>
              </a:ext>
            </a:extLst>
          </p:cNvPr>
          <p:cNvPicPr>
            <a:picLocks noChangeAspect="1"/>
          </p:cNvPicPr>
          <p:nvPr/>
        </p:nvPicPr>
        <p:blipFill>
          <a:blip r:embed="rId5"/>
          <a:stretch>
            <a:fillRect/>
          </a:stretch>
        </p:blipFill>
        <p:spPr>
          <a:xfrm>
            <a:off x="2720446" y="0"/>
            <a:ext cx="6751107" cy="6858000"/>
          </a:xfrm>
          <a:prstGeom prst="rect">
            <a:avLst/>
          </a:prstGeom>
        </p:spPr>
      </p:pic>
    </p:spTree>
    <p:extLst>
      <p:ext uri="{BB962C8B-B14F-4D97-AF65-F5344CB8AC3E}">
        <p14:creationId xmlns:p14="http://schemas.microsoft.com/office/powerpoint/2010/main" val="123279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63956" y="987093"/>
            <a:ext cx="3059812"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Introduction :</a:t>
            </a:r>
          </a:p>
        </p:txBody>
      </p:sp>
      <p:sp>
        <p:nvSpPr>
          <p:cNvPr id="6" name="TextBox 5"/>
          <p:cNvSpPr txBox="1"/>
          <p:nvPr/>
        </p:nvSpPr>
        <p:spPr>
          <a:xfrm>
            <a:off x="654266" y="1701800"/>
            <a:ext cx="9337749"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word ‘Stoichiometry’ is derived from Two Greek words .  </a:t>
            </a:r>
          </a:p>
        </p:txBody>
      </p:sp>
      <p:sp>
        <p:nvSpPr>
          <p:cNvPr id="13" name="TextBox 12"/>
          <p:cNvSpPr txBox="1"/>
          <p:nvPr/>
        </p:nvSpPr>
        <p:spPr>
          <a:xfrm>
            <a:off x="701020" y="2150243"/>
            <a:ext cx="4673074"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r>
              <a:rPr kumimoji="0" lang="en-US" sz="2667" b="1" i="0" u="none" strike="noStrike" kern="1200" cap="none" spc="0" normalizeH="0" baseline="0" noProof="0" dirty="0" err="1">
                <a:ln>
                  <a:noFill/>
                </a:ln>
                <a:solidFill>
                  <a:srgbClr val="9966FF"/>
                </a:solidFill>
                <a:effectLst/>
                <a:uLnTx/>
                <a:uFillTx/>
                <a:latin typeface="Times New Roman" pitchFamily="18" charset="0"/>
                <a:ea typeface="Cambria Math" pitchFamily="18" charset="0"/>
                <a:cs typeface="Times New Roman" pitchFamily="18" charset="0"/>
              </a:rPr>
              <a:t>Stoicheion</a:t>
            </a:r>
            <a:r>
              <a:rPr kumimoji="0" lang="en-US" sz="2667" b="1" i="0" u="none" strike="noStrike" kern="1200" cap="none" spc="0" normalizeH="0" baseline="0" noProof="0" dirty="0">
                <a:ln>
                  <a:noFill/>
                </a:ln>
                <a:solidFill>
                  <a:srgbClr val="9966FF"/>
                </a:solidFill>
                <a:effectLst/>
                <a:uLnTx/>
                <a:uFillTx/>
                <a:latin typeface="Times New Roman" pitchFamily="18" charset="0"/>
                <a:ea typeface="Cambria Math" pitchFamily="18" charset="0"/>
                <a:cs typeface="Times New Roman" pitchFamily="18" charset="0"/>
              </a:rPr>
              <a:t> (meaning element) </a:t>
            </a:r>
          </a:p>
        </p:txBody>
      </p:sp>
      <p:sp>
        <p:nvSpPr>
          <p:cNvPr id="14" name="TextBox 13"/>
          <p:cNvSpPr txBox="1"/>
          <p:nvPr/>
        </p:nvSpPr>
        <p:spPr>
          <a:xfrm>
            <a:off x="702890" y="2637221"/>
            <a:ext cx="4421916"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r>
              <a:rPr kumimoji="0" lang="en-US" sz="2667" b="1" i="0" u="none" strike="noStrike" kern="1200" cap="none" spc="0" normalizeH="0" baseline="0" noProof="0" dirty="0" err="1">
                <a:ln>
                  <a:noFill/>
                </a:ln>
                <a:solidFill>
                  <a:srgbClr val="00B050"/>
                </a:solidFill>
                <a:effectLst/>
                <a:uLnTx/>
                <a:uFillTx/>
                <a:latin typeface="Times New Roman" pitchFamily="18" charset="0"/>
                <a:ea typeface="Cambria Math" pitchFamily="18" charset="0"/>
                <a:cs typeface="Times New Roman" pitchFamily="18" charset="0"/>
              </a:rPr>
              <a:t>Metron</a:t>
            </a:r>
            <a:r>
              <a:rPr kumimoji="0" lang="en-US" sz="2667" b="1" i="0" u="none" strike="noStrike" kern="1200" cap="none" spc="0" normalizeH="0" baseline="0" noProof="0" dirty="0">
                <a:ln>
                  <a:noFill/>
                </a:ln>
                <a:solidFill>
                  <a:srgbClr val="00B050"/>
                </a:solidFill>
                <a:effectLst/>
                <a:uLnTx/>
                <a:uFillTx/>
                <a:latin typeface="Times New Roman" pitchFamily="18" charset="0"/>
                <a:ea typeface="Cambria Math" pitchFamily="18" charset="0"/>
                <a:cs typeface="Times New Roman" pitchFamily="18" charset="0"/>
              </a:rPr>
              <a:t> (meaning measure). </a:t>
            </a:r>
          </a:p>
        </p:txBody>
      </p:sp>
      <p:grpSp>
        <p:nvGrpSpPr>
          <p:cNvPr id="16" name="Group 15"/>
          <p:cNvGrpSpPr/>
          <p:nvPr/>
        </p:nvGrpSpPr>
        <p:grpSpPr>
          <a:xfrm>
            <a:off x="676653" y="3327401"/>
            <a:ext cx="10905744" cy="1117600"/>
            <a:chOff x="419187" y="2724150"/>
            <a:chExt cx="5115543" cy="1600200"/>
          </a:xfrm>
        </p:grpSpPr>
        <p:sp>
          <p:nvSpPr>
            <p:cNvPr id="12" name="Rectangle 11"/>
            <p:cNvSpPr/>
            <p:nvPr/>
          </p:nvSpPr>
          <p:spPr>
            <a:xfrm>
              <a:off x="419187" y="2724150"/>
              <a:ext cx="5115543"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1"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5" name="TextBox 14"/>
            <p:cNvSpPr txBox="1"/>
            <p:nvPr/>
          </p:nvSpPr>
          <p:spPr>
            <a:xfrm>
              <a:off x="435391" y="2860733"/>
              <a:ext cx="5099339" cy="130753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This chapter is useful  to describe the physical properties of matter quantitatively by using numerical values with suitable units.</a:t>
              </a:r>
              <a:r>
                <a:rPr kumimoji="0" lang="en-US" sz="2667" b="1" i="0" u="none" strike="noStrike" kern="1200" cap="none" spc="0" normalizeH="0" baseline="0" noProof="0" dirty="0">
                  <a:ln>
                    <a:noFill/>
                  </a:ln>
                  <a:solidFill>
                    <a:srgbClr val="00B050"/>
                  </a:solidFill>
                  <a:effectLst/>
                  <a:uLnTx/>
                  <a:uFillTx/>
                  <a:latin typeface="Times New Roman" pitchFamily="18" charset="0"/>
                  <a:ea typeface="Cambria Math" pitchFamily="18" charset="0"/>
                  <a:cs typeface="Times New Roman" pitchFamily="18" charset="0"/>
                </a:rPr>
                <a:t>  </a:t>
              </a:r>
            </a:p>
          </p:txBody>
        </p:sp>
      </p:grpSp>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3" name="Picture 2">
            <a:extLst>
              <a:ext uri="{FF2B5EF4-FFF2-40B4-BE49-F238E27FC236}">
                <a16:creationId xmlns:a16="http://schemas.microsoft.com/office/drawing/2014/main" id="{D4414AEF-9213-4046-9CCF-C0413F759D80}"/>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ABE710C7-6663-4823-9F53-B81907553C4A}"/>
                  </a:ext>
                </a:extLst>
              </p14:cNvPr>
              <p14:cNvContentPartPr/>
              <p14:nvPr/>
            </p14:nvContentPartPr>
            <p14:xfrm>
              <a:off x="993960" y="3841560"/>
              <a:ext cx="8879760" cy="822600"/>
            </p14:xfrm>
          </p:contentPart>
        </mc:Choice>
        <mc:Fallback>
          <p:pic>
            <p:nvPicPr>
              <p:cNvPr id="2" name="Ink 1">
                <a:extLst>
                  <a:ext uri="{FF2B5EF4-FFF2-40B4-BE49-F238E27FC236}">
                    <a16:creationId xmlns:a16="http://schemas.microsoft.com/office/drawing/2014/main" id="{ABE710C7-6663-4823-9F53-B81907553C4A}"/>
                  </a:ext>
                </a:extLst>
              </p:cNvPr>
              <p:cNvPicPr/>
              <p:nvPr/>
            </p:nvPicPr>
            <p:blipFill>
              <a:blip r:embed="rId6"/>
              <a:stretch>
                <a:fillRect/>
              </a:stretch>
            </p:blipFill>
            <p:spPr>
              <a:xfrm>
                <a:off x="984600" y="3832200"/>
                <a:ext cx="8898480" cy="841320"/>
              </a:xfrm>
              <a:prstGeom prst="rect">
                <a:avLst/>
              </a:prstGeom>
            </p:spPr>
          </p:pic>
        </mc:Fallback>
      </mc:AlternateContent>
    </p:spTree>
    <p:extLst>
      <p:ext uri="{BB962C8B-B14F-4D97-AF65-F5344CB8AC3E}">
        <p14:creationId xmlns:p14="http://schemas.microsoft.com/office/powerpoint/2010/main" val="356149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iterate type="lt">
                                    <p:tmPct val="10000"/>
                                  </p:iterate>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505006" y="1215188"/>
            <a:ext cx="7803561" cy="3838725"/>
            <a:chOff x="133569" y="685800"/>
            <a:chExt cx="8927164" cy="2570607"/>
          </a:xfrm>
        </p:grpSpPr>
        <p:sp>
          <p:nvSpPr>
            <p:cNvPr id="25" name="TextBox 24"/>
            <p:cNvSpPr txBox="1"/>
            <p:nvPr/>
          </p:nvSpPr>
          <p:spPr>
            <a:xfrm>
              <a:off x="5847617" y="1600201"/>
              <a:ext cx="2833237" cy="290058"/>
            </a:xfrm>
            <a:prstGeom prst="rect">
              <a:avLst/>
            </a:prstGeom>
            <a:solidFill>
              <a:schemeClr val="accent3">
                <a:lumMod val="75000"/>
              </a:schemeClr>
            </a:solidFill>
          </p:spPr>
          <p:txBody>
            <a:bodyPr wrap="square" lIns="103900" tIns="51951" rIns="103900" bIns="5195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Pure substances</a:t>
              </a:r>
            </a:p>
          </p:txBody>
        </p:sp>
        <p:sp>
          <p:nvSpPr>
            <p:cNvPr id="26" name="TextBox 25"/>
            <p:cNvSpPr txBox="1"/>
            <p:nvPr/>
          </p:nvSpPr>
          <p:spPr>
            <a:xfrm>
              <a:off x="2637676" y="2743199"/>
              <a:ext cx="2518740" cy="509858"/>
            </a:xfrm>
            <a:prstGeom prst="rect">
              <a:avLst/>
            </a:prstGeom>
            <a:noFill/>
          </p:spPr>
          <p:txBody>
            <a:bodyPr wrap="square" lIns="103900" tIns="51951" rIns="103900" bIns="5195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Heterogeneous mixtures</a:t>
              </a:r>
            </a:p>
          </p:txBody>
        </p:sp>
        <p:sp>
          <p:nvSpPr>
            <p:cNvPr id="27" name="TextBox 26"/>
            <p:cNvSpPr txBox="1"/>
            <p:nvPr/>
          </p:nvSpPr>
          <p:spPr>
            <a:xfrm>
              <a:off x="133569" y="2746549"/>
              <a:ext cx="2405901" cy="509858"/>
            </a:xfrm>
            <a:prstGeom prst="rect">
              <a:avLst/>
            </a:prstGeom>
            <a:noFill/>
          </p:spPr>
          <p:txBody>
            <a:bodyPr wrap="square" lIns="103900" tIns="51951" rIns="103900" bIns="5195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Homogeneous mixtures</a:t>
              </a:r>
            </a:p>
          </p:txBody>
        </p:sp>
        <p:sp>
          <p:nvSpPr>
            <p:cNvPr id="28" name="TextBox 27"/>
            <p:cNvSpPr txBox="1"/>
            <p:nvPr/>
          </p:nvSpPr>
          <p:spPr>
            <a:xfrm>
              <a:off x="6963506" y="2746548"/>
              <a:ext cx="2097227" cy="290058"/>
            </a:xfrm>
            <a:prstGeom prst="rect">
              <a:avLst/>
            </a:prstGeom>
            <a:noFill/>
          </p:spPr>
          <p:txBody>
            <a:bodyPr wrap="square" lIns="103900" tIns="51951" rIns="103900" bIns="5195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 Compound</a:t>
              </a:r>
            </a:p>
          </p:txBody>
        </p:sp>
        <p:sp>
          <p:nvSpPr>
            <p:cNvPr id="29" name="TextBox 28"/>
            <p:cNvSpPr txBox="1"/>
            <p:nvPr/>
          </p:nvSpPr>
          <p:spPr>
            <a:xfrm>
              <a:off x="5209440" y="2737758"/>
              <a:ext cx="1698641" cy="290058"/>
            </a:xfrm>
            <a:prstGeom prst="rect">
              <a:avLst/>
            </a:prstGeom>
            <a:noFill/>
          </p:spPr>
          <p:txBody>
            <a:bodyPr wrap="square" lIns="103900" tIns="51951" rIns="103900" bIns="5195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Elements </a:t>
              </a:r>
            </a:p>
          </p:txBody>
        </p:sp>
        <p:cxnSp>
          <p:nvCxnSpPr>
            <p:cNvPr id="30" name="Straight Connector 29"/>
            <p:cNvCxnSpPr/>
            <p:nvPr/>
          </p:nvCxnSpPr>
          <p:spPr>
            <a:xfrm rot="5400000">
              <a:off x="4218843" y="1170842"/>
              <a:ext cx="285750" cy="14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250831" y="1314450"/>
              <a:ext cx="4360985" cy="11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2108689" y="1456592"/>
              <a:ext cx="285750" cy="14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6469673" y="1456592"/>
              <a:ext cx="285750" cy="14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2249366" y="2313842"/>
              <a:ext cx="285750" cy="14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1688123" y="2457450"/>
              <a:ext cx="1758462" cy="11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1545981" y="2599592"/>
              <a:ext cx="285750" cy="14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a:off x="3304443" y="2599592"/>
              <a:ext cx="285750" cy="14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a:off x="6538546" y="2313842"/>
              <a:ext cx="285750" cy="14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5836626" y="2457450"/>
              <a:ext cx="1758462" cy="11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5694484" y="2599592"/>
              <a:ext cx="285750" cy="14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7452946" y="2599592"/>
              <a:ext cx="285750" cy="14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3798276" y="685800"/>
              <a:ext cx="1337034" cy="290058"/>
            </a:xfrm>
            <a:prstGeom prst="rect">
              <a:avLst/>
            </a:prstGeom>
            <a:solidFill>
              <a:schemeClr val="accent6">
                <a:lumMod val="75000"/>
              </a:schemeClr>
            </a:solidFill>
          </p:spPr>
          <p:txBody>
            <a:bodyPr wrap="square" lIns="103900" tIns="51951" rIns="103900" bIns="5195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Matter</a:t>
              </a:r>
              <a:endParaRPr kumimoji="0" lang="en-US" sz="2133"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43" name="TextBox 42"/>
            <p:cNvSpPr txBox="1"/>
            <p:nvPr/>
          </p:nvSpPr>
          <p:spPr>
            <a:xfrm>
              <a:off x="1758464" y="1603550"/>
              <a:ext cx="1604079" cy="290058"/>
            </a:xfrm>
            <a:prstGeom prst="rect">
              <a:avLst/>
            </a:prstGeom>
            <a:solidFill>
              <a:schemeClr val="accent3">
                <a:lumMod val="75000"/>
              </a:schemeClr>
            </a:solidFill>
          </p:spPr>
          <p:txBody>
            <a:bodyPr wrap="square" lIns="103900" tIns="51951" rIns="103900" bIns="51951"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Mixtures</a:t>
              </a:r>
            </a:p>
          </p:txBody>
        </p:sp>
      </p:grpSp>
      <p:pic>
        <p:nvPicPr>
          <p:cNvPr id="22" name="Picture 21"/>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139789"/>
            <a:ext cx="1341666" cy="1363953"/>
          </a:xfrm>
          <a:prstGeom prst="rect">
            <a:avLst/>
          </a:prstGeom>
        </p:spPr>
      </p:pic>
      <p:pic>
        <p:nvPicPr>
          <p:cNvPr id="2" name="Picture 1">
            <a:extLst>
              <a:ext uri="{FF2B5EF4-FFF2-40B4-BE49-F238E27FC236}">
                <a16:creationId xmlns:a16="http://schemas.microsoft.com/office/drawing/2014/main" id="{31B260B4-D786-4815-9B1D-8A8A2CBD9908}"/>
              </a:ext>
            </a:extLst>
          </p:cNvPr>
          <p:cNvPicPr>
            <a:picLocks noChangeAspect="1"/>
          </p:cNvPicPr>
          <p:nvPr/>
        </p:nvPicPr>
        <p:blipFill>
          <a:blip r:embed="rId5"/>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2BA9DA9F-8124-46FA-ADCF-F05F81A58460}"/>
                  </a:ext>
                </a:extLst>
              </p14:cNvPr>
              <p14:cNvContentPartPr/>
              <p14:nvPr/>
            </p14:nvContentPartPr>
            <p14:xfrm>
              <a:off x="441360" y="867240"/>
              <a:ext cx="8012160" cy="4962960"/>
            </p14:xfrm>
          </p:contentPart>
        </mc:Choice>
        <mc:Fallback>
          <p:pic>
            <p:nvPicPr>
              <p:cNvPr id="3" name="Ink 2">
                <a:extLst>
                  <a:ext uri="{FF2B5EF4-FFF2-40B4-BE49-F238E27FC236}">
                    <a16:creationId xmlns:a16="http://schemas.microsoft.com/office/drawing/2014/main" id="{2BA9DA9F-8124-46FA-ADCF-F05F81A58460}"/>
                  </a:ext>
                </a:extLst>
              </p:cNvPr>
              <p:cNvPicPr/>
              <p:nvPr/>
            </p:nvPicPr>
            <p:blipFill>
              <a:blip r:embed="rId7"/>
              <a:stretch>
                <a:fillRect/>
              </a:stretch>
            </p:blipFill>
            <p:spPr>
              <a:xfrm>
                <a:off x="432000" y="857880"/>
                <a:ext cx="8030880" cy="4981680"/>
              </a:xfrm>
              <a:prstGeom prst="rect">
                <a:avLst/>
              </a:prstGeom>
            </p:spPr>
          </p:pic>
        </mc:Fallback>
      </mc:AlternateContent>
    </p:spTree>
    <p:extLst>
      <p:ext uri="{BB962C8B-B14F-4D97-AF65-F5344CB8AC3E}">
        <p14:creationId xmlns:p14="http://schemas.microsoft.com/office/powerpoint/2010/main" val="175325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767690" y="987093"/>
            <a:ext cx="1889620"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Matter :</a:t>
            </a:r>
          </a:p>
        </p:txBody>
      </p:sp>
      <p:sp>
        <p:nvSpPr>
          <p:cNvPr id="15" name="TextBox 14"/>
          <p:cNvSpPr txBox="1"/>
          <p:nvPr/>
        </p:nvSpPr>
        <p:spPr>
          <a:xfrm>
            <a:off x="767690" y="1762735"/>
            <a:ext cx="9277155"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Matter is  anything  that has mass and occupies some space.</a:t>
            </a:r>
          </a:p>
        </p:txBody>
      </p:sp>
      <p:sp>
        <p:nvSpPr>
          <p:cNvPr id="16" name="TextBox 15"/>
          <p:cNvSpPr txBox="1"/>
          <p:nvPr/>
        </p:nvSpPr>
        <p:spPr>
          <a:xfrm>
            <a:off x="767690" y="2358408"/>
            <a:ext cx="2316019"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Mixtures :</a:t>
            </a:r>
          </a:p>
        </p:txBody>
      </p:sp>
      <p:sp>
        <p:nvSpPr>
          <p:cNvPr id="17" name="TextBox 16"/>
          <p:cNvSpPr txBox="1"/>
          <p:nvPr/>
        </p:nvSpPr>
        <p:spPr>
          <a:xfrm>
            <a:off x="767689" y="3116917"/>
            <a:ext cx="375064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Variable composition </a:t>
            </a:r>
          </a:p>
        </p:txBody>
      </p:sp>
      <p:sp>
        <p:nvSpPr>
          <p:cNvPr id="18" name="TextBox 17"/>
          <p:cNvSpPr txBox="1"/>
          <p:nvPr/>
        </p:nvSpPr>
        <p:spPr>
          <a:xfrm>
            <a:off x="767689" y="3771216"/>
            <a:ext cx="10415308"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Components retain their characteristic properties</a:t>
            </a:r>
          </a:p>
        </p:txBody>
      </p:sp>
      <p:sp>
        <p:nvSpPr>
          <p:cNvPr id="19" name="TextBox 18"/>
          <p:cNvSpPr txBox="1"/>
          <p:nvPr/>
        </p:nvSpPr>
        <p:spPr>
          <a:xfrm>
            <a:off x="767688" y="4463198"/>
            <a:ext cx="11119512"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May be separated into pure substances by physical methods.</a:t>
            </a:r>
          </a:p>
        </p:txBody>
      </p:sp>
      <p:sp>
        <p:nvSpPr>
          <p:cNvPr id="20" name="TextBox 19"/>
          <p:cNvSpPr txBox="1"/>
          <p:nvPr/>
        </p:nvSpPr>
        <p:spPr>
          <a:xfrm>
            <a:off x="767689" y="5132009"/>
            <a:ext cx="11119511"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Mixtures of different composition may have widely different properties.</a:t>
            </a:r>
          </a:p>
        </p:txBody>
      </p:sp>
      <p:pic>
        <p:nvPicPr>
          <p:cNvPr id="1026" name="Picture 2" descr="C:\Users\User\Desktop\sgyt-stoichiometry diagrams\1-2.png"/>
          <p:cNvPicPr>
            <a:picLocks noChangeAspect="1" noChangeArrowheads="1"/>
          </p:cNvPicPr>
          <p:nvPr/>
        </p:nvPicPr>
        <p:blipFill>
          <a:blip r:embed="rId2" cstate="print"/>
          <a:srcRect/>
          <a:stretch>
            <a:fillRect/>
          </a:stretch>
        </p:blipFill>
        <p:spPr bwMode="auto">
          <a:xfrm>
            <a:off x="10003809" y="1135309"/>
            <a:ext cx="1395663" cy="2209800"/>
          </a:xfrm>
          <a:prstGeom prst="rect">
            <a:avLst/>
          </a:prstGeom>
          <a:noFill/>
        </p:spPr>
      </p:pic>
      <p:pic>
        <p:nvPicPr>
          <p:cNvPr id="1027" name="Picture 3" descr="C:\Users\User\Desktop\sgyt-stoichiometry diagrams\1-1.jpg"/>
          <p:cNvPicPr>
            <a:picLocks noChangeAspect="1" noChangeArrowheads="1"/>
          </p:cNvPicPr>
          <p:nvPr/>
        </p:nvPicPr>
        <p:blipFill>
          <a:blip r:embed="rId3" cstate="print"/>
          <a:srcRect/>
          <a:stretch>
            <a:fillRect/>
          </a:stretch>
        </p:blipFill>
        <p:spPr bwMode="auto">
          <a:xfrm>
            <a:off x="10003809" y="1252787"/>
            <a:ext cx="1574800" cy="2125133"/>
          </a:xfrm>
          <a:prstGeom prst="rect">
            <a:avLst/>
          </a:prstGeom>
          <a:noFill/>
        </p:spPr>
      </p:pic>
      <p:pic>
        <p:nvPicPr>
          <p:cNvPr id="11" name="Picture 10"/>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3" name="Picture 2">
            <a:extLst>
              <a:ext uri="{FF2B5EF4-FFF2-40B4-BE49-F238E27FC236}">
                <a16:creationId xmlns:a16="http://schemas.microsoft.com/office/drawing/2014/main" id="{40EB40A9-69B1-49E3-9FAA-FB15733295E4}"/>
              </a:ext>
            </a:extLst>
          </p:cNvPr>
          <p:cNvPicPr>
            <a:picLocks noChangeAspect="1"/>
          </p:cNvPicPr>
          <p:nvPr/>
        </p:nvPicPr>
        <p:blipFill>
          <a:blip r:embed="rId6"/>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AE5268A1-A6E0-493D-8D60-FFE3E0D34E33}"/>
                  </a:ext>
                </a:extLst>
              </p14:cNvPr>
              <p14:cNvContentPartPr/>
              <p14:nvPr/>
            </p14:nvContentPartPr>
            <p14:xfrm>
              <a:off x="1283400" y="2940840"/>
              <a:ext cx="7185240" cy="3343320"/>
            </p14:xfrm>
          </p:contentPart>
        </mc:Choice>
        <mc:Fallback>
          <p:pic>
            <p:nvPicPr>
              <p:cNvPr id="2" name="Ink 1">
                <a:extLst>
                  <a:ext uri="{FF2B5EF4-FFF2-40B4-BE49-F238E27FC236}">
                    <a16:creationId xmlns:a16="http://schemas.microsoft.com/office/drawing/2014/main" id="{AE5268A1-A6E0-493D-8D60-FFE3E0D34E33}"/>
                  </a:ext>
                </a:extLst>
              </p:cNvPr>
              <p:cNvPicPr/>
              <p:nvPr/>
            </p:nvPicPr>
            <p:blipFill>
              <a:blip r:embed="rId8"/>
              <a:stretch>
                <a:fillRect/>
              </a:stretch>
            </p:blipFill>
            <p:spPr>
              <a:xfrm>
                <a:off x="1274040" y="2931480"/>
                <a:ext cx="7203960" cy="3362040"/>
              </a:xfrm>
              <a:prstGeom prst="rect">
                <a:avLst/>
              </a:prstGeom>
            </p:spPr>
          </p:pic>
        </mc:Fallback>
      </mc:AlternateContent>
    </p:spTree>
    <p:extLst>
      <p:ext uri="{BB962C8B-B14F-4D97-AF65-F5344CB8AC3E}">
        <p14:creationId xmlns:p14="http://schemas.microsoft.com/office/powerpoint/2010/main" val="3137599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dissolve">
                                      <p:cBhvr>
                                        <p:cTn id="17" dur="500"/>
                                        <p:tgtEl>
                                          <p:spTgt spid="10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18">
                                            <p:txEl>
                                              <p:pRg st="0" end="0"/>
                                            </p:txEl>
                                          </p:spTgt>
                                        </p:tgtEl>
                                        <p:attrNameLst>
                                          <p:attrName>style.visibility</p:attrName>
                                        </p:attrNameLst>
                                      </p:cBhvr>
                                      <p:to>
                                        <p:strVal val="visible"/>
                                      </p:to>
                                    </p:set>
                                    <p:animEffect transition="in" filter="wipe(left)">
                                      <p:cBhvr>
                                        <p:cTn id="32" dur="500"/>
                                        <p:tgtEl>
                                          <p:spTgt spid="1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
                                  </p:iterate>
                                  <p:childTnLst>
                                    <p:set>
                                      <p:cBhvr>
                                        <p:cTn id="36" dur="1" fill="hold">
                                          <p:stCondLst>
                                            <p:cond delay="0"/>
                                          </p:stCondLst>
                                        </p:cTn>
                                        <p:tgtEl>
                                          <p:spTgt spid="19">
                                            <p:txEl>
                                              <p:pRg st="0" end="0"/>
                                            </p:txEl>
                                          </p:spTgt>
                                        </p:tgtEl>
                                        <p:attrNameLst>
                                          <p:attrName>style.visibility</p:attrName>
                                        </p:attrNameLst>
                                      </p:cBhvr>
                                      <p:to>
                                        <p:strVal val="visible"/>
                                      </p:to>
                                    </p:set>
                                    <p:animEffect transition="in" filter="wipe(left)">
                                      <p:cBhvr>
                                        <p:cTn id="37" dur="500"/>
                                        <p:tgtEl>
                                          <p:spTgt spid="1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lt">
                                    <p:tmPct val="10000"/>
                                  </p:iterate>
                                  <p:childTnLst>
                                    <p:set>
                                      <p:cBhvr>
                                        <p:cTn id="41" dur="1" fill="hold">
                                          <p:stCondLst>
                                            <p:cond delay="0"/>
                                          </p:stCondLst>
                                        </p:cTn>
                                        <p:tgtEl>
                                          <p:spTgt spid="20">
                                            <p:txEl>
                                              <p:pRg st="0" end="0"/>
                                            </p:txEl>
                                          </p:spTgt>
                                        </p:tgtEl>
                                        <p:attrNameLst>
                                          <p:attrName>style.visibility</p:attrName>
                                        </p:attrNameLst>
                                      </p:cBhvr>
                                      <p:to>
                                        <p:strVal val="visible"/>
                                      </p:to>
                                    </p:set>
                                    <p:animEffect transition="in" filter="wipe(left)">
                                      <p:cBhvr>
                                        <p:cTn id="42" dur="500"/>
                                        <p:tgtEl>
                                          <p:spTgt spid="2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026"/>
                                        </p:tgtEl>
                                        <p:attrNameLst>
                                          <p:attrName>style.visibility</p:attrName>
                                        </p:attrNameLst>
                                      </p:cBhvr>
                                      <p:to>
                                        <p:strVal val="hidden"/>
                                      </p:to>
                                    </p:set>
                                  </p:childTnLst>
                                </p:cTn>
                              </p:par>
                              <p:par>
                                <p:cTn id="47" presetID="9" presetClass="entr" presetSubtype="0" fill="hold" nodeType="withEffect">
                                  <p:stCondLst>
                                    <p:cond delay="0"/>
                                  </p:stCondLst>
                                  <p:childTnLst>
                                    <p:set>
                                      <p:cBhvr>
                                        <p:cTn id="48" dur="1" fill="hold">
                                          <p:stCondLst>
                                            <p:cond delay="0"/>
                                          </p:stCondLst>
                                        </p:cTn>
                                        <p:tgtEl>
                                          <p:spTgt spid="1027"/>
                                        </p:tgtEl>
                                        <p:attrNameLst>
                                          <p:attrName>style.visibility</p:attrName>
                                        </p:attrNameLst>
                                      </p:cBhvr>
                                      <p:to>
                                        <p:strVal val="visible"/>
                                      </p:to>
                                    </p:set>
                                    <p:animEffect transition="in" filter="dissolve">
                                      <p:cBhvr>
                                        <p:cTn id="49"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17" grpId="0"/>
      <p:bldP spid="18" grpId="0" build="p"/>
      <p:bldP spid="19" grpId="0" build="p"/>
      <p:bldP spid="2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215" y="990600"/>
            <a:ext cx="4744247" cy="502766"/>
          </a:xfrm>
          <a:prstGeom prst="rect">
            <a:avLst/>
          </a:prstGeom>
          <a:noFill/>
        </p:spPr>
        <p:txBody>
          <a:bodyPr wrap="none" rtlCol="0">
            <a:spAutoFit/>
          </a:bodyPr>
          <a:lstStyle/>
          <a:p>
            <a:pPr marL="457189" marR="0" lvl="0" indent="-457189"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air, milk , gasoline, etc.</a:t>
            </a:r>
          </a:p>
        </p:txBody>
      </p:sp>
      <p:sp>
        <p:nvSpPr>
          <p:cNvPr id="14" name="TextBox 13"/>
          <p:cNvSpPr txBox="1"/>
          <p:nvPr/>
        </p:nvSpPr>
        <p:spPr>
          <a:xfrm>
            <a:off x="816215" y="1571068"/>
            <a:ext cx="3739485"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Pure substances :</a:t>
            </a:r>
          </a:p>
        </p:txBody>
      </p:sp>
      <p:sp>
        <p:nvSpPr>
          <p:cNvPr id="15" name="TextBox 14"/>
          <p:cNvSpPr txBox="1"/>
          <p:nvPr/>
        </p:nvSpPr>
        <p:spPr>
          <a:xfrm>
            <a:off x="816215" y="2369323"/>
            <a:ext cx="3331361"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Fixed composition </a:t>
            </a:r>
          </a:p>
        </p:txBody>
      </p:sp>
      <p:sp>
        <p:nvSpPr>
          <p:cNvPr id="17" name="TextBox 16"/>
          <p:cNvSpPr txBox="1"/>
          <p:nvPr/>
        </p:nvSpPr>
        <p:spPr>
          <a:xfrm>
            <a:off x="816215" y="3060016"/>
            <a:ext cx="11070984"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Cannot be separated by simple physical methods.</a:t>
            </a:r>
          </a:p>
        </p:txBody>
      </p:sp>
      <p:sp>
        <p:nvSpPr>
          <p:cNvPr id="18" name="TextBox 17"/>
          <p:cNvSpPr txBox="1"/>
          <p:nvPr/>
        </p:nvSpPr>
        <p:spPr>
          <a:xfrm>
            <a:off x="841830" y="3799643"/>
            <a:ext cx="393434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Properties do not vary</a:t>
            </a:r>
          </a:p>
        </p:txBody>
      </p:sp>
      <p:sp>
        <p:nvSpPr>
          <p:cNvPr id="19" name="TextBox 18"/>
          <p:cNvSpPr txBox="1"/>
          <p:nvPr/>
        </p:nvSpPr>
        <p:spPr>
          <a:xfrm>
            <a:off x="841830" y="4402587"/>
            <a:ext cx="2794355" cy="502766"/>
          </a:xfrm>
          <a:prstGeom prst="rect">
            <a:avLst/>
          </a:prstGeom>
          <a:noFill/>
        </p:spPr>
        <p:txBody>
          <a:bodyPr wrap="none" rtlCol="0">
            <a:spAutoFit/>
          </a:bodyPr>
          <a:lstStyle/>
          <a:p>
            <a:pPr marL="457189" marR="0" lvl="0" indent="-457189"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diamond, </a:t>
            </a:r>
          </a:p>
        </p:txBody>
      </p:sp>
      <p:pic>
        <p:nvPicPr>
          <p:cNvPr id="2050" name="Picture 2" descr="C:\Users\User\Desktop\sgyt-stoichiometry diagrams\1-3.jpg"/>
          <p:cNvPicPr>
            <a:picLocks noChangeAspect="1" noChangeArrowheads="1"/>
          </p:cNvPicPr>
          <p:nvPr/>
        </p:nvPicPr>
        <p:blipFill>
          <a:blip r:embed="rId3" cstate="print"/>
          <a:srcRect/>
          <a:stretch>
            <a:fillRect/>
          </a:stretch>
        </p:blipFill>
        <p:spPr bwMode="auto">
          <a:xfrm>
            <a:off x="8940800" y="889000"/>
            <a:ext cx="1930400" cy="2125440"/>
          </a:xfrm>
          <a:prstGeom prst="rect">
            <a:avLst/>
          </a:prstGeom>
          <a:noFill/>
        </p:spPr>
      </p:pic>
      <p:sp>
        <p:nvSpPr>
          <p:cNvPr id="11" name="Rectangle 10"/>
          <p:cNvSpPr/>
          <p:nvPr/>
        </p:nvSpPr>
        <p:spPr>
          <a:xfrm>
            <a:off x="3446148" y="4402587"/>
            <a:ext cx="1727200" cy="502766"/>
          </a:xfrm>
          <a:prstGeom prst="rect">
            <a:avLst/>
          </a:prstGeom>
        </p:spPr>
        <p:txBody>
          <a:bodyPr wrap="square">
            <a:spAutoFit/>
          </a:bodyPr>
          <a:lstStyle/>
          <a:p>
            <a:pPr marL="457189" marR="0" lvl="0" indent="-457189"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graphite, </a:t>
            </a:r>
          </a:p>
        </p:txBody>
      </p:sp>
      <p:sp>
        <p:nvSpPr>
          <p:cNvPr id="12" name="Rectangle 11"/>
          <p:cNvSpPr/>
          <p:nvPr/>
        </p:nvSpPr>
        <p:spPr>
          <a:xfrm>
            <a:off x="4902415" y="4402587"/>
            <a:ext cx="1659467" cy="502766"/>
          </a:xfrm>
          <a:prstGeom prst="rect">
            <a:avLst/>
          </a:prstGeom>
        </p:spPr>
        <p:txBody>
          <a:bodyPr wrap="square">
            <a:spAutoFit/>
          </a:bodyPr>
          <a:lstStyle/>
          <a:p>
            <a:pPr marL="457189" marR="0" lvl="0" indent="-457189"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Glucose</a:t>
            </a:r>
          </a:p>
        </p:txBody>
      </p:sp>
      <p:pic>
        <p:nvPicPr>
          <p:cNvPr id="2051" name="Picture 3" descr="C:\Users\User\Desktop\sgyt-stoichiometry diagrams\1-4graphite-layers.jpg"/>
          <p:cNvPicPr>
            <a:picLocks noChangeAspect="1" noChangeArrowheads="1"/>
          </p:cNvPicPr>
          <p:nvPr/>
        </p:nvPicPr>
        <p:blipFill>
          <a:blip r:embed="rId4" cstate="print"/>
          <a:srcRect/>
          <a:stretch>
            <a:fillRect/>
          </a:stretch>
        </p:blipFill>
        <p:spPr bwMode="auto">
          <a:xfrm>
            <a:off x="8636000" y="922867"/>
            <a:ext cx="2641600" cy="2032000"/>
          </a:xfrm>
          <a:prstGeom prst="rect">
            <a:avLst/>
          </a:prstGeom>
          <a:noFill/>
        </p:spPr>
      </p:pic>
      <p:sp>
        <p:nvSpPr>
          <p:cNvPr id="21" name="Rectangle 20"/>
          <p:cNvSpPr/>
          <p:nvPr/>
        </p:nvSpPr>
        <p:spPr>
          <a:xfrm>
            <a:off x="2464015" y="5232321"/>
            <a:ext cx="6502400" cy="502766"/>
          </a:xfrm>
          <a:prstGeom prst="rect">
            <a:avLst/>
          </a:prstGeom>
        </p:spPr>
        <p:txBody>
          <a:bodyPr wrap="square">
            <a:spAutoFit/>
          </a:bodyPr>
          <a:lstStyle/>
          <a:p>
            <a:pPr marL="457189" marR="0" lvl="0" indent="-457189"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Fixed composition of C, H, O in Glucose</a:t>
            </a:r>
          </a:p>
        </p:txBody>
      </p:sp>
      <p:cxnSp>
        <p:nvCxnSpPr>
          <p:cNvPr id="23" name="Straight Arrow Connector 22"/>
          <p:cNvCxnSpPr/>
          <p:nvPr/>
        </p:nvCxnSpPr>
        <p:spPr>
          <a:xfrm rot="5400000">
            <a:off x="5336225" y="5072909"/>
            <a:ext cx="412539"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88C26486-D282-4589-BF98-33BA5F52DFA5}"/>
              </a:ext>
            </a:extLst>
          </p:cNvPr>
          <p:cNvPicPr>
            <a:picLocks noChangeAspect="1"/>
          </p:cNvPicPr>
          <p:nvPr/>
        </p:nvPicPr>
        <p:blipFill>
          <a:blip r:embed="rId7"/>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B2C41A17-EFB6-446C-B747-ACF1D9C53F4A}"/>
                  </a:ext>
                </a:extLst>
              </p14:cNvPr>
              <p14:cNvContentPartPr/>
              <p14:nvPr/>
            </p14:nvContentPartPr>
            <p14:xfrm>
              <a:off x="2167920" y="151560"/>
              <a:ext cx="6922080" cy="5036400"/>
            </p14:xfrm>
          </p:contentPart>
        </mc:Choice>
        <mc:Fallback>
          <p:pic>
            <p:nvPicPr>
              <p:cNvPr id="3" name="Ink 2">
                <a:extLst>
                  <a:ext uri="{FF2B5EF4-FFF2-40B4-BE49-F238E27FC236}">
                    <a16:creationId xmlns:a16="http://schemas.microsoft.com/office/drawing/2014/main" id="{B2C41A17-EFB6-446C-B747-ACF1D9C53F4A}"/>
                  </a:ext>
                </a:extLst>
              </p:cNvPr>
              <p:cNvPicPr/>
              <p:nvPr/>
            </p:nvPicPr>
            <p:blipFill>
              <a:blip r:embed="rId9"/>
              <a:stretch>
                <a:fillRect/>
              </a:stretch>
            </p:blipFill>
            <p:spPr>
              <a:xfrm>
                <a:off x="2158560" y="142200"/>
                <a:ext cx="6940800" cy="5055120"/>
              </a:xfrm>
              <a:prstGeom prst="rect">
                <a:avLst/>
              </a:prstGeom>
            </p:spPr>
          </p:pic>
        </mc:Fallback>
      </mc:AlternateContent>
    </p:spTree>
    <p:extLst>
      <p:ext uri="{BB962C8B-B14F-4D97-AF65-F5344CB8AC3E}">
        <p14:creationId xmlns:p14="http://schemas.microsoft.com/office/powerpoint/2010/main" val="1656726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17">
                                            <p:txEl>
                                              <p:pRg st="0" end="0"/>
                                            </p:txEl>
                                          </p:spTgt>
                                        </p:tgtEl>
                                        <p:attrNameLst>
                                          <p:attrName>style.visibility</p:attrName>
                                        </p:attrNameLst>
                                      </p:cBhvr>
                                      <p:to>
                                        <p:strVal val="visible"/>
                                      </p:to>
                                    </p:set>
                                    <p:animEffect transition="in" filter="wipe(left)">
                                      <p:cBhvr>
                                        <p:cTn id="22" dur="500"/>
                                        <p:tgtEl>
                                          <p:spTgt spid="1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wipe(left)">
                                      <p:cBhvr>
                                        <p:cTn id="32" dur="500"/>
                                        <p:tgtEl>
                                          <p:spTgt spid="1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iterate type="lt">
                                    <p:tmPct val="10000"/>
                                  </p:iterate>
                                  <p:childTnLst>
                                    <p:set>
                                      <p:cBhvr>
                                        <p:cTn id="36" dur="1" fill="hold">
                                          <p:stCondLst>
                                            <p:cond delay="0"/>
                                          </p:stCondLst>
                                        </p:cTn>
                                        <p:tgtEl>
                                          <p:spTgt spid="2050"/>
                                        </p:tgtEl>
                                        <p:attrNameLst>
                                          <p:attrName>style.visibility</p:attrName>
                                        </p:attrNameLst>
                                      </p:cBhvr>
                                      <p:to>
                                        <p:strVal val="visible"/>
                                      </p:to>
                                    </p:set>
                                    <p:animEffect transition="in" filter="dissolve">
                                      <p:cBhvr>
                                        <p:cTn id="37" dur="500"/>
                                        <p:tgtEl>
                                          <p:spTgt spid="205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nodeType="clickEffect">
                                  <p:stCondLst>
                                    <p:cond delay="0"/>
                                  </p:stCondLst>
                                  <p:iterate type="lt">
                                    <p:tmPct val="10000"/>
                                  </p:iterate>
                                  <p:childTnLst>
                                    <p:animEffect transition="out" filter="dissolve">
                                      <p:cBhvr>
                                        <p:cTn id="41" dur="500"/>
                                        <p:tgtEl>
                                          <p:spTgt spid="2050"/>
                                        </p:tgtEl>
                                      </p:cBhvr>
                                    </p:animEffect>
                                    <p:set>
                                      <p:cBhvr>
                                        <p:cTn id="42" dur="1" fill="hold">
                                          <p:stCondLst>
                                            <p:cond delay="499"/>
                                          </p:stCondLst>
                                        </p:cTn>
                                        <p:tgtEl>
                                          <p:spTgt spid="205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
                                  </p:iterate>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iterate type="lt">
                                    <p:tmPct val="10000"/>
                                  </p:iterate>
                                  <p:childTnLst>
                                    <p:set>
                                      <p:cBhvr>
                                        <p:cTn id="51" dur="1" fill="hold">
                                          <p:stCondLst>
                                            <p:cond delay="0"/>
                                          </p:stCondLst>
                                        </p:cTn>
                                        <p:tgtEl>
                                          <p:spTgt spid="2051"/>
                                        </p:tgtEl>
                                        <p:attrNameLst>
                                          <p:attrName>style.visibility</p:attrName>
                                        </p:attrNameLst>
                                      </p:cBhvr>
                                      <p:to>
                                        <p:strVal val="visible"/>
                                      </p:to>
                                    </p:set>
                                    <p:animEffect transition="in" filter="dissolve">
                                      <p:cBhvr>
                                        <p:cTn id="52" dur="500"/>
                                        <p:tgtEl>
                                          <p:spTgt spid="2051"/>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iterate type="lt">
                                    <p:tmAbs val="500"/>
                                  </p:iterate>
                                  <p:childTnLst>
                                    <p:set>
                                      <p:cBhvr>
                                        <p:cTn id="56" dur="1" fill="hold">
                                          <p:stCondLst>
                                            <p:cond delay="0"/>
                                          </p:stCondLst>
                                        </p:cTn>
                                        <p:tgtEl>
                                          <p:spTgt spid="205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iterate type="lt">
                                    <p:tmPct val="10000"/>
                                  </p:iterate>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iterate type="lt">
                                    <p:tmPct val="10000"/>
                                  </p:iterate>
                                  <p:childTnLst>
                                    <p:set>
                                      <p:cBhvr>
                                        <p:cTn id="65" dur="1" fill="hold">
                                          <p:stCondLst>
                                            <p:cond delay="0"/>
                                          </p:stCondLst>
                                        </p:cTn>
                                        <p:tgtEl>
                                          <p:spTgt spid="23"/>
                                        </p:tgtEl>
                                        <p:attrNameLst>
                                          <p:attrName>style.visibility</p:attrName>
                                        </p:attrNameLst>
                                      </p:cBhvr>
                                      <p:to>
                                        <p:strVal val="visible"/>
                                      </p:to>
                                    </p:set>
                                    <p:animEffect transition="in" filter="wipe(up)">
                                      <p:cBhvr>
                                        <p:cTn id="66" dur="500"/>
                                        <p:tgtEl>
                                          <p:spTgt spid="2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iterate type="lt">
                                    <p:tmPct val="10000"/>
                                  </p:iterate>
                                  <p:childTnLst>
                                    <p:set>
                                      <p:cBhvr>
                                        <p:cTn id="70" dur="1" fill="hold">
                                          <p:stCondLst>
                                            <p:cond delay="0"/>
                                          </p:stCondLst>
                                        </p:cTn>
                                        <p:tgtEl>
                                          <p:spTgt spid="21"/>
                                        </p:tgtEl>
                                        <p:attrNameLst>
                                          <p:attrName>style.visibility</p:attrName>
                                        </p:attrNameLst>
                                      </p:cBhvr>
                                      <p:to>
                                        <p:strVal val="visible"/>
                                      </p:to>
                                    </p:set>
                                    <p:animEffect transition="in" filter="wipe(left)">
                                      <p:cBhvr>
                                        <p:cTn id="7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animBg="1"/>
      <p:bldP spid="15" grpId="0"/>
      <p:bldP spid="17" grpId="0" build="p"/>
      <p:bldP spid="18" grpId="0"/>
      <p:bldP spid="19" grpId="0" build="p"/>
      <p:bldP spid="11" grpId="0"/>
      <p:bldP spid="12"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734577" y="2489120"/>
            <a:ext cx="1733167" cy="50276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Elements :</a:t>
            </a:r>
          </a:p>
        </p:txBody>
      </p:sp>
      <p:sp>
        <p:nvSpPr>
          <p:cNvPr id="13" name="TextBox 12"/>
          <p:cNvSpPr txBox="1"/>
          <p:nvPr/>
        </p:nvSpPr>
        <p:spPr>
          <a:xfrm>
            <a:off x="734576" y="3937000"/>
            <a:ext cx="8846204"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Cannot be decomposed further into simpler substances </a:t>
            </a:r>
          </a:p>
        </p:txBody>
      </p:sp>
      <p:sp>
        <p:nvSpPr>
          <p:cNvPr id="14" name="TextBox 13"/>
          <p:cNvSpPr txBox="1"/>
          <p:nvPr/>
        </p:nvSpPr>
        <p:spPr>
          <a:xfrm>
            <a:off x="734577" y="4648200"/>
            <a:ext cx="3881575" cy="502766"/>
          </a:xfrm>
          <a:prstGeom prst="rect">
            <a:avLst/>
          </a:prstGeom>
          <a:noFill/>
        </p:spPr>
        <p:txBody>
          <a:bodyPr wrap="none" rtlCol="0">
            <a:spAutoFit/>
          </a:bodyPr>
          <a:lstStyle/>
          <a:p>
            <a:pPr marL="457189" marR="0" lvl="0" indent="-457189"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Na, H, Cu, O, Ag</a:t>
            </a:r>
          </a:p>
        </p:txBody>
      </p:sp>
      <p:sp>
        <p:nvSpPr>
          <p:cNvPr id="42" name="TextBox 41"/>
          <p:cNvSpPr txBox="1"/>
          <p:nvPr/>
        </p:nvSpPr>
        <p:spPr>
          <a:xfrm>
            <a:off x="711201" y="1193800"/>
            <a:ext cx="685873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Pure substances are further classified into  </a:t>
            </a:r>
          </a:p>
        </p:txBody>
      </p:sp>
      <p:sp>
        <p:nvSpPr>
          <p:cNvPr id="43" name="TextBox 42"/>
          <p:cNvSpPr txBox="1"/>
          <p:nvPr/>
        </p:nvSpPr>
        <p:spPr>
          <a:xfrm>
            <a:off x="1117600" y="1777920"/>
            <a:ext cx="544892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1) Elements     and    2) Compounds</a:t>
            </a:r>
          </a:p>
        </p:txBody>
      </p:sp>
      <p:sp>
        <p:nvSpPr>
          <p:cNvPr id="44" name="TextBox 43"/>
          <p:cNvSpPr txBox="1"/>
          <p:nvPr/>
        </p:nvSpPr>
        <p:spPr>
          <a:xfrm>
            <a:off x="1117600" y="3301920"/>
            <a:ext cx="6734536"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An element consists of only one type of atom.</a:t>
            </a:r>
          </a:p>
        </p:txBody>
      </p:sp>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364D8533-ADB7-436C-B734-ED767E396DAF}"/>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529BDA02-5097-4779-A529-69B3724030E2}"/>
                  </a:ext>
                </a:extLst>
              </p14:cNvPr>
              <p14:cNvContentPartPr/>
              <p14:nvPr/>
            </p14:nvContentPartPr>
            <p14:xfrm>
              <a:off x="1986120" y="4524120"/>
              <a:ext cx="2793600" cy="780480"/>
            </p14:xfrm>
          </p:contentPart>
        </mc:Choice>
        <mc:Fallback>
          <p:pic>
            <p:nvPicPr>
              <p:cNvPr id="3" name="Ink 2">
                <a:extLst>
                  <a:ext uri="{FF2B5EF4-FFF2-40B4-BE49-F238E27FC236}">
                    <a16:creationId xmlns:a16="http://schemas.microsoft.com/office/drawing/2014/main" id="{529BDA02-5097-4779-A529-69B3724030E2}"/>
                  </a:ext>
                </a:extLst>
              </p:cNvPr>
              <p:cNvPicPr/>
              <p:nvPr/>
            </p:nvPicPr>
            <p:blipFill>
              <a:blip r:embed="rId6"/>
              <a:stretch>
                <a:fillRect/>
              </a:stretch>
            </p:blipFill>
            <p:spPr>
              <a:xfrm>
                <a:off x="1976760" y="4514760"/>
                <a:ext cx="2812320" cy="799200"/>
              </a:xfrm>
              <a:prstGeom prst="rect">
                <a:avLst/>
              </a:prstGeom>
            </p:spPr>
          </p:pic>
        </mc:Fallback>
      </mc:AlternateContent>
    </p:spTree>
    <p:extLst>
      <p:ext uri="{BB962C8B-B14F-4D97-AF65-F5344CB8AC3E}">
        <p14:creationId xmlns:p14="http://schemas.microsoft.com/office/powerpoint/2010/main" val="3859981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42">
                                            <p:txEl>
                                              <p:pRg st="0" end="0"/>
                                            </p:txEl>
                                          </p:spTgt>
                                        </p:tgtEl>
                                        <p:attrNameLst>
                                          <p:attrName>style.visibility</p:attrName>
                                        </p:attrNameLst>
                                      </p:cBhvr>
                                      <p:to>
                                        <p:strVal val="visible"/>
                                      </p:to>
                                    </p:set>
                                    <p:animEffect transition="in" filter="wipe(left)">
                                      <p:cBhvr>
                                        <p:cTn id="7" dur="500"/>
                                        <p:tgtEl>
                                          <p:spTgt spid="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43">
                                            <p:txEl>
                                              <p:pRg st="0" end="0"/>
                                            </p:txEl>
                                          </p:spTgt>
                                        </p:tgtEl>
                                        <p:attrNameLst>
                                          <p:attrName>style.visibility</p:attrName>
                                        </p:attrNameLst>
                                      </p:cBhvr>
                                      <p:to>
                                        <p:strVal val="visible"/>
                                      </p:to>
                                    </p:set>
                                    <p:animEffect transition="in" filter="wipe(left)">
                                      <p:cBhvr>
                                        <p:cTn id="12" dur="500"/>
                                        <p:tgtEl>
                                          <p:spTgt spid="4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44">
                                            <p:txEl>
                                              <p:pRg st="0" end="0"/>
                                            </p:txEl>
                                          </p:spTgt>
                                        </p:tgtEl>
                                        <p:attrNameLst>
                                          <p:attrName>style.visibility</p:attrName>
                                        </p:attrNameLst>
                                      </p:cBhvr>
                                      <p:to>
                                        <p:strVal val="visible"/>
                                      </p:to>
                                    </p:set>
                                    <p:animEffect transition="in" filter="wipe(left)">
                                      <p:cBhvr>
                                        <p:cTn id="22" dur="500"/>
                                        <p:tgtEl>
                                          <p:spTgt spid="4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wipe(left)">
                                      <p:cBhvr>
                                        <p:cTn id="27" dur="500"/>
                                        <p:tgtEl>
                                          <p:spTgt spid="1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14">
                                            <p:txEl>
                                              <p:pRg st="0" end="0"/>
                                            </p:txEl>
                                          </p:spTgt>
                                        </p:tgtEl>
                                        <p:attrNameLst>
                                          <p:attrName>style.visibility</p:attrName>
                                        </p:attrNameLst>
                                      </p:cBhvr>
                                      <p:to>
                                        <p:strVal val="visible"/>
                                      </p:to>
                                    </p:set>
                                    <p:animEffect transition="in" filter="wipe(left)">
                                      <p:cBhvr>
                                        <p:cTn id="32"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build="p"/>
      <p:bldP spid="14" grpId="0" build="p"/>
      <p:bldP spid="42" grpId="0" build="p"/>
      <p:bldP spid="43" grpId="0" build="p"/>
      <p:bldP spid="4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4576" y="2009274"/>
            <a:ext cx="11150619"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Contain two or more elements in a definite proportion by mass</a:t>
            </a:r>
          </a:p>
        </p:txBody>
      </p:sp>
      <p:sp>
        <p:nvSpPr>
          <p:cNvPr id="5" name="TextBox 4"/>
          <p:cNvSpPr txBox="1"/>
          <p:nvPr/>
        </p:nvSpPr>
        <p:spPr>
          <a:xfrm>
            <a:off x="734577" y="1295400"/>
            <a:ext cx="2154757" cy="50276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Compounds :</a:t>
            </a:r>
          </a:p>
        </p:txBody>
      </p:sp>
      <p:sp>
        <p:nvSpPr>
          <p:cNvPr id="6" name="TextBox 5"/>
          <p:cNvSpPr txBox="1"/>
          <p:nvPr/>
        </p:nvSpPr>
        <p:spPr>
          <a:xfrm>
            <a:off x="734576" y="2692320"/>
            <a:ext cx="10644624"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Constituent elements do not retain their properties </a:t>
            </a:r>
          </a:p>
        </p:txBody>
      </p:sp>
      <p:grpSp>
        <p:nvGrpSpPr>
          <p:cNvPr id="7" name="Group 6"/>
          <p:cNvGrpSpPr/>
          <p:nvPr/>
        </p:nvGrpSpPr>
        <p:grpSpPr>
          <a:xfrm>
            <a:off x="1337733" y="3625978"/>
            <a:ext cx="1943086" cy="1410816"/>
            <a:chOff x="609600" y="3562350"/>
            <a:chExt cx="1457314" cy="1058112"/>
          </a:xfrm>
        </p:grpSpPr>
        <p:sp>
          <p:nvSpPr>
            <p:cNvPr id="8" name="TextBox 7"/>
            <p:cNvSpPr txBox="1"/>
            <p:nvPr/>
          </p:nvSpPr>
          <p:spPr>
            <a:xfrm>
              <a:off x="1045079" y="3562350"/>
              <a:ext cx="623008"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H</a:t>
              </a:r>
              <a:r>
                <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rPr>
                <a:t>2</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O</a:t>
              </a:r>
              <a:endPar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endParaRPr>
            </a:p>
          </p:txBody>
        </p:sp>
        <p:sp>
          <p:nvSpPr>
            <p:cNvPr id="9" name="TextBox 8"/>
            <p:cNvSpPr txBox="1"/>
            <p:nvPr/>
          </p:nvSpPr>
          <p:spPr>
            <a:xfrm>
              <a:off x="609600" y="4243387"/>
              <a:ext cx="466714"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t>2H</a:t>
              </a:r>
              <a:endPar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endParaRPr>
            </a:p>
          </p:txBody>
        </p:sp>
        <p:sp>
          <p:nvSpPr>
            <p:cNvPr id="10" name="TextBox 9"/>
            <p:cNvSpPr txBox="1"/>
            <p:nvPr/>
          </p:nvSpPr>
          <p:spPr>
            <a:xfrm>
              <a:off x="1600200" y="4243387"/>
              <a:ext cx="466714"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1O</a:t>
              </a:r>
              <a:endPar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endParaRPr>
            </a:p>
          </p:txBody>
        </p:sp>
        <p:cxnSp>
          <p:nvCxnSpPr>
            <p:cNvPr id="11" name="Straight Connector 10"/>
            <p:cNvCxnSpPr/>
            <p:nvPr/>
          </p:nvCxnSpPr>
          <p:spPr>
            <a:xfrm flipV="1">
              <a:off x="873629" y="3962460"/>
              <a:ext cx="485775" cy="3333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345117" y="3967222"/>
              <a:ext cx="461962" cy="3524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3381761" y="3625978"/>
            <a:ext cx="1943086" cy="1410816"/>
            <a:chOff x="609600" y="3562350"/>
            <a:chExt cx="1457314" cy="1058112"/>
          </a:xfrm>
        </p:grpSpPr>
        <p:sp>
          <p:nvSpPr>
            <p:cNvPr id="14" name="TextBox 13"/>
            <p:cNvSpPr txBox="1"/>
            <p:nvPr/>
          </p:nvSpPr>
          <p:spPr>
            <a:xfrm>
              <a:off x="1043192" y="3562350"/>
              <a:ext cx="608581"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t>CO</a:t>
              </a:r>
              <a:r>
                <a:rPr kumimoji="0" lang="en-US" sz="2667" b="1" i="0" u="none" strike="noStrike" kern="1200" cap="none" spc="0" normalizeH="0" baseline="-25000" noProof="0">
                  <a:ln>
                    <a:noFill/>
                  </a:ln>
                  <a:solidFill>
                    <a:prstClr val="white"/>
                  </a:solidFill>
                  <a:effectLst/>
                  <a:uLnTx/>
                  <a:uFillTx/>
                  <a:latin typeface="Times New Roman" pitchFamily="18" charset="0"/>
                  <a:ea typeface="+mn-ea"/>
                  <a:cs typeface="Times New Roman" pitchFamily="18" charset="0"/>
                </a:rPr>
                <a:t>2</a:t>
              </a:r>
              <a:endPar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endParaRPr>
            </a:p>
          </p:txBody>
        </p:sp>
        <p:sp>
          <p:nvSpPr>
            <p:cNvPr id="15" name="TextBox 14"/>
            <p:cNvSpPr txBox="1"/>
            <p:nvPr/>
          </p:nvSpPr>
          <p:spPr>
            <a:xfrm>
              <a:off x="609600" y="4243387"/>
              <a:ext cx="452287"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1C</a:t>
              </a:r>
              <a:endPar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endParaRPr>
            </a:p>
          </p:txBody>
        </p:sp>
        <p:sp>
          <p:nvSpPr>
            <p:cNvPr id="16" name="TextBox 15"/>
            <p:cNvSpPr txBox="1"/>
            <p:nvPr/>
          </p:nvSpPr>
          <p:spPr>
            <a:xfrm>
              <a:off x="1600200" y="4243387"/>
              <a:ext cx="466714"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2O</a:t>
              </a:r>
              <a:endPar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endParaRPr>
            </a:p>
          </p:txBody>
        </p:sp>
        <p:cxnSp>
          <p:nvCxnSpPr>
            <p:cNvPr id="17" name="Straight Connector 16"/>
            <p:cNvCxnSpPr/>
            <p:nvPr/>
          </p:nvCxnSpPr>
          <p:spPr>
            <a:xfrm flipV="1">
              <a:off x="873629" y="3962460"/>
              <a:ext cx="485775" cy="3333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345117" y="3967222"/>
              <a:ext cx="461962" cy="3524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5718561" y="3625978"/>
            <a:ext cx="1943086" cy="1410816"/>
            <a:chOff x="609600" y="3562350"/>
            <a:chExt cx="1457314" cy="1058112"/>
          </a:xfrm>
        </p:grpSpPr>
        <p:sp>
          <p:nvSpPr>
            <p:cNvPr id="20" name="TextBox 19"/>
            <p:cNvSpPr txBox="1"/>
            <p:nvPr/>
          </p:nvSpPr>
          <p:spPr>
            <a:xfrm>
              <a:off x="1043192" y="3562350"/>
              <a:ext cx="608581"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NH</a:t>
              </a:r>
              <a:r>
                <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rPr>
                <a:t>3</a:t>
              </a:r>
            </a:p>
          </p:txBody>
        </p:sp>
        <p:sp>
          <p:nvSpPr>
            <p:cNvPr id="21" name="TextBox 20"/>
            <p:cNvSpPr txBox="1"/>
            <p:nvPr/>
          </p:nvSpPr>
          <p:spPr>
            <a:xfrm>
              <a:off x="609600" y="4243387"/>
              <a:ext cx="452287"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1N</a:t>
              </a:r>
              <a:endPar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endParaRPr>
            </a:p>
          </p:txBody>
        </p:sp>
        <p:sp>
          <p:nvSpPr>
            <p:cNvPr id="22" name="TextBox 21"/>
            <p:cNvSpPr txBox="1"/>
            <p:nvPr/>
          </p:nvSpPr>
          <p:spPr>
            <a:xfrm>
              <a:off x="1600200" y="4243387"/>
              <a:ext cx="466714"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3H</a:t>
              </a:r>
              <a:endPar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endParaRPr>
            </a:p>
          </p:txBody>
        </p:sp>
        <p:cxnSp>
          <p:nvCxnSpPr>
            <p:cNvPr id="23" name="Straight Connector 22"/>
            <p:cNvCxnSpPr/>
            <p:nvPr/>
          </p:nvCxnSpPr>
          <p:spPr>
            <a:xfrm flipV="1">
              <a:off x="873629" y="3962460"/>
              <a:ext cx="485775" cy="3333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345117" y="3967222"/>
              <a:ext cx="461962" cy="3524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749300" y="3617511"/>
            <a:ext cx="75373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E.g.</a:t>
            </a:r>
            <a:endParaRPr kumimoji="0" lang="en-US" sz="2667"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endParaRPr>
          </a:p>
        </p:txBody>
      </p:sp>
      <p:pic>
        <p:nvPicPr>
          <p:cNvPr id="26" name="Picture 2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86814F44-5108-414A-8FF1-28DF03EA7296}"/>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CCDD001F-293F-4E24-A572-055EC5F31386}"/>
                  </a:ext>
                </a:extLst>
              </p14:cNvPr>
              <p14:cNvContentPartPr/>
              <p14:nvPr/>
            </p14:nvContentPartPr>
            <p14:xfrm>
              <a:off x="3479760" y="1290240"/>
              <a:ext cx="7530480" cy="5043240"/>
            </p14:xfrm>
          </p:contentPart>
        </mc:Choice>
        <mc:Fallback>
          <p:pic>
            <p:nvPicPr>
              <p:cNvPr id="3" name="Ink 2">
                <a:extLst>
                  <a:ext uri="{FF2B5EF4-FFF2-40B4-BE49-F238E27FC236}">
                    <a16:creationId xmlns:a16="http://schemas.microsoft.com/office/drawing/2014/main" id="{CCDD001F-293F-4E24-A572-055EC5F31386}"/>
                  </a:ext>
                </a:extLst>
              </p:cNvPr>
              <p:cNvPicPr/>
              <p:nvPr/>
            </p:nvPicPr>
            <p:blipFill>
              <a:blip r:embed="rId6"/>
              <a:stretch>
                <a:fillRect/>
              </a:stretch>
            </p:blipFill>
            <p:spPr>
              <a:xfrm>
                <a:off x="3470400" y="1280880"/>
                <a:ext cx="7549200" cy="5061960"/>
              </a:xfrm>
              <a:prstGeom prst="rect">
                <a:avLst/>
              </a:prstGeom>
            </p:spPr>
          </p:pic>
        </mc:Fallback>
      </mc:AlternateContent>
    </p:spTree>
    <p:extLst>
      <p:ext uri="{BB962C8B-B14F-4D97-AF65-F5344CB8AC3E}">
        <p14:creationId xmlns:p14="http://schemas.microsoft.com/office/powerpoint/2010/main" val="197337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iterate type="lt">
                                    <p:tmPct val="10000"/>
                                  </p:iterate>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iterate type="lt">
                                    <p:tmPct val="10000"/>
                                  </p:iterate>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iterate type="lt">
                                    <p:tmPct val="10000"/>
                                  </p:iterate>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P spid="6" grpId="0" build="p"/>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734576" y="2189767"/>
            <a:ext cx="5095626"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Homogeneous mixtures </a:t>
            </a:r>
          </a:p>
        </p:txBody>
      </p:sp>
      <p:sp>
        <p:nvSpPr>
          <p:cNvPr id="13" name="Rectangle 12"/>
          <p:cNvSpPr/>
          <p:nvPr/>
        </p:nvSpPr>
        <p:spPr>
          <a:xfrm>
            <a:off x="734577" y="2938089"/>
            <a:ext cx="5753755"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Have same composition throughout</a:t>
            </a:r>
          </a:p>
        </p:txBody>
      </p:sp>
      <p:sp>
        <p:nvSpPr>
          <p:cNvPr id="14" name="Rectangle 13"/>
          <p:cNvSpPr/>
          <p:nvPr/>
        </p:nvSpPr>
        <p:spPr>
          <a:xfrm>
            <a:off x="734576" y="3367132"/>
            <a:ext cx="5723298"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Components are indistinguishable. </a:t>
            </a:r>
          </a:p>
        </p:txBody>
      </p:sp>
      <p:sp>
        <p:nvSpPr>
          <p:cNvPr id="15" name="Rectangle 14"/>
          <p:cNvSpPr/>
          <p:nvPr/>
        </p:nvSpPr>
        <p:spPr>
          <a:xfrm>
            <a:off x="734577" y="3807692"/>
            <a:ext cx="4803431"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For example: Sugar solution,</a:t>
            </a:r>
          </a:p>
        </p:txBody>
      </p:sp>
      <p:sp>
        <p:nvSpPr>
          <p:cNvPr id="16" name="TextBox 15"/>
          <p:cNvSpPr txBox="1"/>
          <p:nvPr/>
        </p:nvSpPr>
        <p:spPr>
          <a:xfrm>
            <a:off x="734577" y="4512124"/>
            <a:ext cx="5367495"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Heterogeneous  mixtures </a:t>
            </a:r>
          </a:p>
        </p:txBody>
      </p:sp>
      <p:sp>
        <p:nvSpPr>
          <p:cNvPr id="17" name="Rectangle 16"/>
          <p:cNvSpPr/>
          <p:nvPr/>
        </p:nvSpPr>
        <p:spPr>
          <a:xfrm>
            <a:off x="734576" y="5209751"/>
            <a:ext cx="6742808"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Do not have same composition throughout</a:t>
            </a:r>
          </a:p>
        </p:txBody>
      </p:sp>
      <p:sp>
        <p:nvSpPr>
          <p:cNvPr id="18" name="Rectangle 17"/>
          <p:cNvSpPr/>
          <p:nvPr/>
        </p:nvSpPr>
        <p:spPr>
          <a:xfrm>
            <a:off x="734576" y="5701268"/>
            <a:ext cx="5437964"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Components are distinguishable. </a:t>
            </a:r>
          </a:p>
        </p:txBody>
      </p:sp>
      <p:sp>
        <p:nvSpPr>
          <p:cNvPr id="19" name="Rectangle 18"/>
          <p:cNvSpPr/>
          <p:nvPr/>
        </p:nvSpPr>
        <p:spPr>
          <a:xfrm>
            <a:off x="734577" y="6146720"/>
            <a:ext cx="5190395"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For example : Water+ </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kerosine</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p>
        </p:txBody>
      </p:sp>
      <p:pic>
        <p:nvPicPr>
          <p:cNvPr id="3074" name="Picture 2" descr="C:\Users\User\Desktop\sgyt-stoichiometry diagrams\9.jpg"/>
          <p:cNvPicPr>
            <a:picLocks noChangeAspect="1" noChangeArrowheads="1"/>
          </p:cNvPicPr>
          <p:nvPr/>
        </p:nvPicPr>
        <p:blipFill>
          <a:blip r:embed="rId2" cstate="print"/>
          <a:srcRect/>
          <a:stretch>
            <a:fillRect/>
          </a:stretch>
        </p:blipFill>
        <p:spPr bwMode="auto">
          <a:xfrm>
            <a:off x="8636000" y="2193273"/>
            <a:ext cx="2478752" cy="2032000"/>
          </a:xfrm>
          <a:prstGeom prst="rect">
            <a:avLst/>
          </a:prstGeom>
          <a:noFill/>
        </p:spPr>
      </p:pic>
      <p:sp>
        <p:nvSpPr>
          <p:cNvPr id="11" name="Rectangle 10"/>
          <p:cNvSpPr/>
          <p:nvPr/>
        </p:nvSpPr>
        <p:spPr>
          <a:xfrm>
            <a:off x="5384800" y="3807692"/>
            <a:ext cx="2642326"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Gaseous mixture</a:t>
            </a:r>
          </a:p>
        </p:txBody>
      </p:sp>
      <p:pic>
        <p:nvPicPr>
          <p:cNvPr id="3075" name="Picture 3" descr="C:\Users\User\Desktop\sgyt-stoichiometry diagrams\16.jpg"/>
          <p:cNvPicPr>
            <a:picLocks noChangeAspect="1" noChangeArrowheads="1"/>
          </p:cNvPicPr>
          <p:nvPr/>
        </p:nvPicPr>
        <p:blipFill>
          <a:blip r:embed="rId3"/>
          <a:srcRect/>
          <a:stretch>
            <a:fillRect/>
          </a:stretch>
        </p:blipFill>
        <p:spPr bwMode="auto">
          <a:xfrm>
            <a:off x="8376776" y="4195235"/>
            <a:ext cx="2997200" cy="1998133"/>
          </a:xfrm>
          <a:prstGeom prst="rect">
            <a:avLst/>
          </a:prstGeom>
          <a:noFill/>
        </p:spPr>
      </p:pic>
      <p:pic>
        <p:nvPicPr>
          <p:cNvPr id="3076" name="Picture 4" descr="C:\Users\User\Desktop\sgyt-stoichiometry diagrams\10.jpg"/>
          <p:cNvPicPr>
            <a:picLocks noChangeAspect="1" noChangeArrowheads="1"/>
          </p:cNvPicPr>
          <p:nvPr/>
        </p:nvPicPr>
        <p:blipFill>
          <a:blip r:embed="rId4"/>
          <a:srcRect/>
          <a:stretch>
            <a:fillRect/>
          </a:stretch>
        </p:blipFill>
        <p:spPr bwMode="auto">
          <a:xfrm>
            <a:off x="8636000" y="4512124"/>
            <a:ext cx="2235200" cy="2153468"/>
          </a:xfrm>
          <a:prstGeom prst="rect">
            <a:avLst/>
          </a:prstGeom>
          <a:noFill/>
        </p:spPr>
      </p:pic>
      <p:sp>
        <p:nvSpPr>
          <p:cNvPr id="20" name="Rectangle 19"/>
          <p:cNvSpPr/>
          <p:nvPr/>
        </p:nvSpPr>
        <p:spPr>
          <a:xfrm>
            <a:off x="937776" y="990600"/>
            <a:ext cx="6492996"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Mixtures further classified into two types</a:t>
            </a:r>
          </a:p>
        </p:txBody>
      </p:sp>
      <p:sp>
        <p:nvSpPr>
          <p:cNvPr id="21" name="Rectangle 20"/>
          <p:cNvSpPr/>
          <p:nvPr/>
        </p:nvSpPr>
        <p:spPr>
          <a:xfrm>
            <a:off x="1140977" y="1574720"/>
            <a:ext cx="8655703"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1) Homogeneous mixtures         2) Heterogeneous mixtures</a:t>
            </a:r>
          </a:p>
        </p:txBody>
      </p:sp>
      <p:pic>
        <p:nvPicPr>
          <p:cNvPr id="22" name="Picture 21"/>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4122EE21-9C1C-4FBF-A30B-11AC7844222C}"/>
              </a:ext>
            </a:extLst>
          </p:cNvPr>
          <p:cNvPicPr>
            <a:picLocks noChangeAspect="1"/>
          </p:cNvPicPr>
          <p:nvPr/>
        </p:nvPicPr>
        <p:blipFill>
          <a:blip r:embed="rId7"/>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E1CA42D3-3A62-4A28-9625-85D3055AA366}"/>
                  </a:ext>
                </a:extLst>
              </p14:cNvPr>
              <p14:cNvContentPartPr/>
              <p14:nvPr/>
            </p14:nvContentPartPr>
            <p14:xfrm>
              <a:off x="2197800" y="1332000"/>
              <a:ext cx="9534240" cy="4930920"/>
            </p14:xfrm>
          </p:contentPart>
        </mc:Choice>
        <mc:Fallback>
          <p:pic>
            <p:nvPicPr>
              <p:cNvPr id="3" name="Ink 2">
                <a:extLst>
                  <a:ext uri="{FF2B5EF4-FFF2-40B4-BE49-F238E27FC236}">
                    <a16:creationId xmlns:a16="http://schemas.microsoft.com/office/drawing/2014/main" id="{E1CA42D3-3A62-4A28-9625-85D3055AA366}"/>
                  </a:ext>
                </a:extLst>
              </p:cNvPr>
              <p:cNvPicPr/>
              <p:nvPr/>
            </p:nvPicPr>
            <p:blipFill>
              <a:blip r:embed="rId9"/>
              <a:stretch>
                <a:fillRect/>
              </a:stretch>
            </p:blipFill>
            <p:spPr>
              <a:xfrm>
                <a:off x="2188440" y="1322640"/>
                <a:ext cx="9552960" cy="4949640"/>
              </a:xfrm>
              <a:prstGeom prst="rect">
                <a:avLst/>
              </a:prstGeom>
            </p:spPr>
          </p:pic>
        </mc:Fallback>
      </mc:AlternateContent>
    </p:spTree>
    <p:extLst>
      <p:ext uri="{BB962C8B-B14F-4D97-AF65-F5344CB8AC3E}">
        <p14:creationId xmlns:p14="http://schemas.microsoft.com/office/powerpoint/2010/main" val="4001072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iterate type="lt">
                                    <p:tmPct val="10000"/>
                                  </p:iterate>
                                  <p:childTnLst>
                                    <p:set>
                                      <p:cBhvr>
                                        <p:cTn id="36" dur="1" fill="hold">
                                          <p:stCondLst>
                                            <p:cond delay="0"/>
                                          </p:stCondLst>
                                        </p:cTn>
                                        <p:tgtEl>
                                          <p:spTgt spid="3074"/>
                                        </p:tgtEl>
                                        <p:attrNameLst>
                                          <p:attrName>style.visibility</p:attrName>
                                        </p:attrNameLst>
                                      </p:cBhvr>
                                      <p:to>
                                        <p:strVal val="visible"/>
                                      </p:to>
                                    </p:set>
                                    <p:animEffect transition="in" filter="dissolve">
                                      <p:cBhvr>
                                        <p:cTn id="37" dur="500"/>
                                        <p:tgtEl>
                                          <p:spTgt spid="307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lt">
                                    <p:tmPct val="10000"/>
                                  </p:iterate>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iterate type="lt">
                                    <p:tmAbs val="500"/>
                                  </p:iterate>
                                  <p:childTnLst>
                                    <p:set>
                                      <p:cBhvr>
                                        <p:cTn id="46" dur="1" fill="hold">
                                          <p:stCondLst>
                                            <p:cond delay="0"/>
                                          </p:stCondLst>
                                        </p:cTn>
                                        <p:tgtEl>
                                          <p:spTgt spid="3074"/>
                                        </p:tgtEl>
                                        <p:attrNameLst>
                                          <p:attrName>style.visibility</p:attrName>
                                        </p:attrNameLst>
                                      </p:cBhvr>
                                      <p:to>
                                        <p:strVal val="hidden"/>
                                      </p:to>
                                    </p:set>
                                  </p:childTnLst>
                                </p:cTn>
                              </p:par>
                              <p:par>
                                <p:cTn id="47" presetID="9" presetClass="entr" presetSubtype="0" fill="hold" nodeType="withEffect">
                                  <p:stCondLst>
                                    <p:cond delay="0"/>
                                  </p:stCondLst>
                                  <p:iterate type="lt">
                                    <p:tmPct val="10000"/>
                                  </p:iterate>
                                  <p:childTnLst>
                                    <p:set>
                                      <p:cBhvr>
                                        <p:cTn id="48" dur="1" fill="hold">
                                          <p:stCondLst>
                                            <p:cond delay="0"/>
                                          </p:stCondLst>
                                        </p:cTn>
                                        <p:tgtEl>
                                          <p:spTgt spid="3076"/>
                                        </p:tgtEl>
                                        <p:attrNameLst>
                                          <p:attrName>style.visibility</p:attrName>
                                        </p:attrNameLst>
                                      </p:cBhvr>
                                      <p:to>
                                        <p:strVal val="visible"/>
                                      </p:to>
                                    </p:set>
                                    <p:animEffect transition="in" filter="dissolve">
                                      <p:cBhvr>
                                        <p:cTn id="49" dur="500"/>
                                        <p:tgtEl>
                                          <p:spTgt spid="307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iterate type="lt">
                                    <p:tmPct val="10000"/>
                                  </p:iterate>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iterate type="lt">
                                    <p:tmPct val="10000"/>
                                  </p:iterate>
                                  <p:childTnLst>
                                    <p:set>
                                      <p:cBhvr>
                                        <p:cTn id="58" dur="1" fill="hold">
                                          <p:stCondLst>
                                            <p:cond delay="0"/>
                                          </p:stCondLst>
                                        </p:cTn>
                                        <p:tgtEl>
                                          <p:spTgt spid="17"/>
                                        </p:tgtEl>
                                        <p:attrNameLst>
                                          <p:attrName>style.visibility</p:attrName>
                                        </p:attrNameLst>
                                      </p:cBhvr>
                                      <p:to>
                                        <p:strVal val="visible"/>
                                      </p:to>
                                    </p:set>
                                    <p:animEffect transition="in" filter="wipe(left)">
                                      <p:cBhvr>
                                        <p:cTn id="59" dur="500"/>
                                        <p:tgtEl>
                                          <p:spTgt spid="1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iterate type="lt">
                                    <p:tmPct val="10000"/>
                                  </p:iterate>
                                  <p:childTnLst>
                                    <p:set>
                                      <p:cBhvr>
                                        <p:cTn id="63" dur="1" fill="hold">
                                          <p:stCondLst>
                                            <p:cond delay="0"/>
                                          </p:stCondLst>
                                        </p:cTn>
                                        <p:tgtEl>
                                          <p:spTgt spid="18"/>
                                        </p:tgtEl>
                                        <p:attrNameLst>
                                          <p:attrName>style.visibility</p:attrName>
                                        </p:attrNameLst>
                                      </p:cBhvr>
                                      <p:to>
                                        <p:strVal val="visible"/>
                                      </p:to>
                                    </p:set>
                                    <p:animEffect transition="in" filter="wipe(left)">
                                      <p:cBhvr>
                                        <p:cTn id="64" dur="50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iterate type="lt">
                                    <p:tmPct val="10000"/>
                                  </p:iterate>
                                  <p:childTnLst>
                                    <p:set>
                                      <p:cBhvr>
                                        <p:cTn id="68" dur="1" fill="hold">
                                          <p:stCondLst>
                                            <p:cond delay="0"/>
                                          </p:stCondLst>
                                        </p:cTn>
                                        <p:tgtEl>
                                          <p:spTgt spid="19"/>
                                        </p:tgtEl>
                                        <p:attrNameLst>
                                          <p:attrName>style.visibility</p:attrName>
                                        </p:attrNameLst>
                                      </p:cBhvr>
                                      <p:to>
                                        <p:strVal val="visible"/>
                                      </p:to>
                                    </p:set>
                                    <p:animEffect transition="in" filter="wipe(left)">
                                      <p:cBhvr>
                                        <p:cTn id="69" dur="500"/>
                                        <p:tgtEl>
                                          <p:spTgt spid="19"/>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nodeType="clickEffect">
                                  <p:stCondLst>
                                    <p:cond delay="0"/>
                                  </p:stCondLst>
                                  <p:iterate type="lt">
                                    <p:tmAbs val="500"/>
                                  </p:iterate>
                                  <p:childTnLst>
                                    <p:set>
                                      <p:cBhvr>
                                        <p:cTn id="73" dur="1" fill="hold">
                                          <p:stCondLst>
                                            <p:cond delay="0"/>
                                          </p:stCondLst>
                                        </p:cTn>
                                        <p:tgtEl>
                                          <p:spTgt spid="3076"/>
                                        </p:tgtEl>
                                        <p:attrNameLst>
                                          <p:attrName>style.visibility</p:attrName>
                                        </p:attrNameLst>
                                      </p:cBhvr>
                                      <p:to>
                                        <p:strVal val="hidden"/>
                                      </p:to>
                                    </p:set>
                                  </p:childTnLst>
                                </p:cTn>
                              </p:par>
                              <p:par>
                                <p:cTn id="74" presetID="47" presetClass="entr" presetSubtype="0" fill="hold" nodeType="withEffect">
                                  <p:stCondLst>
                                    <p:cond delay="0"/>
                                  </p:stCondLst>
                                  <p:iterate type="lt">
                                    <p:tmPct val="10000"/>
                                  </p:iterate>
                                  <p:childTnLst>
                                    <p:set>
                                      <p:cBhvr>
                                        <p:cTn id="75" dur="1" fill="hold">
                                          <p:stCondLst>
                                            <p:cond delay="0"/>
                                          </p:stCondLst>
                                        </p:cTn>
                                        <p:tgtEl>
                                          <p:spTgt spid="3075"/>
                                        </p:tgtEl>
                                        <p:attrNameLst>
                                          <p:attrName>style.visibility</p:attrName>
                                        </p:attrNameLst>
                                      </p:cBhvr>
                                      <p:to>
                                        <p:strVal val="visible"/>
                                      </p:to>
                                    </p:set>
                                    <p:animEffect transition="in" filter="fade">
                                      <p:cBhvr>
                                        <p:cTn id="76" dur="1000"/>
                                        <p:tgtEl>
                                          <p:spTgt spid="3075"/>
                                        </p:tgtEl>
                                      </p:cBhvr>
                                    </p:animEffect>
                                    <p:anim calcmode="lin" valueType="num">
                                      <p:cBhvr>
                                        <p:cTn id="77" dur="1000" fill="hold"/>
                                        <p:tgtEl>
                                          <p:spTgt spid="3075"/>
                                        </p:tgtEl>
                                        <p:attrNameLst>
                                          <p:attrName>ppt_x</p:attrName>
                                        </p:attrNameLst>
                                      </p:cBhvr>
                                      <p:tavLst>
                                        <p:tav tm="0">
                                          <p:val>
                                            <p:strVal val="#ppt_x"/>
                                          </p:val>
                                        </p:tav>
                                        <p:tav tm="100000">
                                          <p:val>
                                            <p:strVal val="#ppt_x"/>
                                          </p:val>
                                        </p:tav>
                                      </p:tavLst>
                                    </p:anim>
                                    <p:anim calcmode="lin" valueType="num">
                                      <p:cBhvr>
                                        <p:cTn id="78" dur="1000" fill="hold"/>
                                        <p:tgtEl>
                                          <p:spTgt spid="30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15" grpId="0"/>
      <p:bldP spid="16" grpId="0" animBg="1"/>
      <p:bldP spid="17" grpId="0"/>
      <p:bldP spid="18" grpId="0"/>
      <p:bldP spid="19" grpId="0"/>
      <p:bldP spid="11" grpId="0"/>
      <p:bldP spid="20"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1200" y="987093"/>
            <a:ext cx="9444252"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Properties of Matter and their Measurement:</a:t>
            </a:r>
          </a:p>
        </p:txBody>
      </p:sp>
      <p:sp>
        <p:nvSpPr>
          <p:cNvPr id="6" name="TextBox 5"/>
          <p:cNvSpPr txBox="1"/>
          <p:nvPr/>
        </p:nvSpPr>
        <p:spPr>
          <a:xfrm>
            <a:off x="711200" y="1803401"/>
            <a:ext cx="9144000" cy="50276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Every substances has unique or characteristic properties.     </a:t>
            </a:r>
          </a:p>
        </p:txBody>
      </p:sp>
      <p:sp>
        <p:nvSpPr>
          <p:cNvPr id="7" name="TextBox 6"/>
          <p:cNvSpPr txBox="1"/>
          <p:nvPr/>
        </p:nvSpPr>
        <p:spPr>
          <a:xfrm>
            <a:off x="711201" y="2336881"/>
            <a:ext cx="10597660" cy="50276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The measurable properties of matter are expressed by specified units</a:t>
            </a:r>
          </a:p>
        </p:txBody>
      </p:sp>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7D9B6E42-DABB-4579-AFD9-29369238F1C3}"/>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0B40BA12-6CD7-4AC3-A254-DF07000D731B}"/>
                  </a:ext>
                </a:extLst>
              </p14:cNvPr>
              <p14:cNvContentPartPr/>
              <p14:nvPr/>
            </p14:nvContentPartPr>
            <p14:xfrm>
              <a:off x="6776280" y="2199600"/>
              <a:ext cx="3715200" cy="727920"/>
            </p14:xfrm>
          </p:contentPart>
        </mc:Choice>
        <mc:Fallback>
          <p:pic>
            <p:nvPicPr>
              <p:cNvPr id="3" name="Ink 2">
                <a:extLst>
                  <a:ext uri="{FF2B5EF4-FFF2-40B4-BE49-F238E27FC236}">
                    <a16:creationId xmlns:a16="http://schemas.microsoft.com/office/drawing/2014/main" id="{0B40BA12-6CD7-4AC3-A254-DF07000D731B}"/>
                  </a:ext>
                </a:extLst>
              </p:cNvPr>
              <p:cNvPicPr/>
              <p:nvPr/>
            </p:nvPicPr>
            <p:blipFill>
              <a:blip r:embed="rId6"/>
              <a:stretch>
                <a:fillRect/>
              </a:stretch>
            </p:blipFill>
            <p:spPr>
              <a:xfrm>
                <a:off x="6766920" y="2190240"/>
                <a:ext cx="3733920" cy="746640"/>
              </a:xfrm>
              <a:prstGeom prst="rect">
                <a:avLst/>
              </a:prstGeom>
            </p:spPr>
          </p:pic>
        </mc:Fallback>
      </mc:AlternateContent>
    </p:spTree>
    <p:extLst>
      <p:ext uri="{BB962C8B-B14F-4D97-AF65-F5344CB8AC3E}">
        <p14:creationId xmlns:p14="http://schemas.microsoft.com/office/powerpoint/2010/main" val="3607628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7">
                                            <p:txEl>
                                              <p:pRg st="0" end="0"/>
                                            </p:txEl>
                                          </p:spTgt>
                                        </p:tgtEl>
                                        <p:attrNameLst>
                                          <p:attrName>style.visibility</p:attrName>
                                        </p:attrNameLst>
                                      </p:cBhvr>
                                      <p:to>
                                        <p:strVal val="visible"/>
                                      </p:to>
                                    </p:set>
                                    <p:animEffect transition="in" filter="wipe(left)">
                                      <p:cBhvr>
                                        <p:cTn id="1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6401" y="990601"/>
            <a:ext cx="8636000" cy="50276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The properties of matter can be classified into two types</a:t>
            </a:r>
          </a:p>
        </p:txBody>
      </p:sp>
      <p:sp>
        <p:nvSpPr>
          <p:cNvPr id="9" name="TextBox 8"/>
          <p:cNvSpPr txBox="1"/>
          <p:nvPr/>
        </p:nvSpPr>
        <p:spPr>
          <a:xfrm>
            <a:off x="362859" y="1701801"/>
            <a:ext cx="3193141" cy="502766"/>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Physical properties</a:t>
            </a:r>
          </a:p>
        </p:txBody>
      </p:sp>
      <p:sp>
        <p:nvSpPr>
          <p:cNvPr id="10" name="TextBox 9"/>
          <p:cNvSpPr txBox="1"/>
          <p:nvPr/>
        </p:nvSpPr>
        <p:spPr>
          <a:xfrm>
            <a:off x="203200" y="2343512"/>
            <a:ext cx="11524341" cy="91319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properties which can be measured (or) observed without changing the identity (or) the composition of the substance are called physical properties</a:t>
            </a:r>
          </a:p>
        </p:txBody>
      </p:sp>
      <p:sp>
        <p:nvSpPr>
          <p:cNvPr id="11" name="TextBox 10"/>
          <p:cNvSpPr txBox="1"/>
          <p:nvPr/>
        </p:nvSpPr>
        <p:spPr>
          <a:xfrm>
            <a:off x="304800" y="4254381"/>
            <a:ext cx="3193141" cy="502766"/>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Chemical properties</a:t>
            </a:r>
          </a:p>
        </p:txBody>
      </p:sp>
      <p:sp>
        <p:nvSpPr>
          <p:cNvPr id="12" name="TextBox 11"/>
          <p:cNvSpPr txBox="1"/>
          <p:nvPr/>
        </p:nvSpPr>
        <p:spPr>
          <a:xfrm>
            <a:off x="203200" y="4953001"/>
            <a:ext cx="11524341" cy="91319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properties which can be measured (or) observed by a chemical change are called chemical properties </a:t>
            </a:r>
          </a:p>
        </p:txBody>
      </p:sp>
      <p:sp>
        <p:nvSpPr>
          <p:cNvPr id="13" name="TextBox 12"/>
          <p:cNvSpPr txBox="1"/>
          <p:nvPr/>
        </p:nvSpPr>
        <p:spPr>
          <a:xfrm>
            <a:off x="1727200" y="3498789"/>
            <a:ext cx="5181600" cy="50276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Ex :  </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Colour</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Odour</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m.p</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density</a:t>
            </a:r>
          </a:p>
        </p:txBody>
      </p:sp>
      <p:sp>
        <p:nvSpPr>
          <p:cNvPr id="14" name="TextBox 13"/>
          <p:cNvSpPr txBox="1"/>
          <p:nvPr/>
        </p:nvSpPr>
        <p:spPr>
          <a:xfrm>
            <a:off x="1727200" y="5951703"/>
            <a:ext cx="5181600" cy="50276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Ex :  Basicity, Combustibility etc.,</a:t>
            </a:r>
          </a:p>
        </p:txBody>
      </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D33CDE40-DA95-4AF0-9049-AA817EFB4047}"/>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D4A503C4-DB4A-40A2-850A-0E663B05F2A8}"/>
                  </a:ext>
                </a:extLst>
              </p14:cNvPr>
              <p14:cNvContentPartPr/>
              <p14:nvPr/>
            </p14:nvContentPartPr>
            <p14:xfrm>
              <a:off x="996840" y="2756160"/>
              <a:ext cx="11123640" cy="3741480"/>
            </p14:xfrm>
          </p:contentPart>
        </mc:Choice>
        <mc:Fallback>
          <p:pic>
            <p:nvPicPr>
              <p:cNvPr id="3" name="Ink 2">
                <a:extLst>
                  <a:ext uri="{FF2B5EF4-FFF2-40B4-BE49-F238E27FC236}">
                    <a16:creationId xmlns:a16="http://schemas.microsoft.com/office/drawing/2014/main" id="{D4A503C4-DB4A-40A2-850A-0E663B05F2A8}"/>
                  </a:ext>
                </a:extLst>
              </p:cNvPr>
              <p:cNvPicPr/>
              <p:nvPr/>
            </p:nvPicPr>
            <p:blipFill>
              <a:blip r:embed="rId6"/>
              <a:stretch>
                <a:fillRect/>
              </a:stretch>
            </p:blipFill>
            <p:spPr>
              <a:xfrm>
                <a:off x="987480" y="2746800"/>
                <a:ext cx="11142360" cy="3760200"/>
              </a:xfrm>
              <a:prstGeom prst="rect">
                <a:avLst/>
              </a:prstGeom>
            </p:spPr>
          </p:pic>
        </mc:Fallback>
      </mc:AlternateContent>
    </p:spTree>
    <p:extLst>
      <p:ext uri="{BB962C8B-B14F-4D97-AF65-F5344CB8AC3E}">
        <p14:creationId xmlns:p14="http://schemas.microsoft.com/office/powerpoint/2010/main" val="3804517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
                                  </p:iterate>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animBg="1"/>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54401" y="1025685"/>
            <a:ext cx="4293163" cy="5436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933" b="1" i="0" u="none" strike="noStrike" kern="1200" cap="none" spc="0" normalizeH="0" baseline="0" noProof="0" dirty="0">
                <a:ln>
                  <a:noFill/>
                </a:ln>
                <a:solidFill>
                  <a:srgbClr val="3333CC"/>
                </a:solidFill>
                <a:effectLst/>
                <a:uLnTx/>
                <a:uFillTx/>
                <a:latin typeface="Times New Roman" pitchFamily="18" charset="0"/>
                <a:ea typeface="+mn-ea"/>
                <a:cs typeface="Times New Roman" pitchFamily="18" charset="0"/>
              </a:rPr>
              <a:t>Multiple Choice Question</a:t>
            </a:r>
          </a:p>
        </p:txBody>
      </p:sp>
      <p:sp>
        <p:nvSpPr>
          <p:cNvPr id="6" name="Rectangle 5"/>
          <p:cNvSpPr>
            <a:spLocks noChangeArrowheads="1"/>
          </p:cNvSpPr>
          <p:nvPr/>
        </p:nvSpPr>
        <p:spPr bwMode="auto">
          <a:xfrm>
            <a:off x="508000" y="1818553"/>
            <a:ext cx="407380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1. </a:t>
            </a:r>
            <a:r>
              <a:rPr kumimoji="0" lang="en-IN" sz="2667"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Matter is nothing but… </a:t>
            </a:r>
          </a:p>
        </p:txBody>
      </p:sp>
      <p:sp>
        <p:nvSpPr>
          <p:cNvPr id="7" name="Rectangle 6"/>
          <p:cNvSpPr>
            <a:spLocks noChangeArrowheads="1"/>
          </p:cNvSpPr>
          <p:nvPr/>
        </p:nvSpPr>
        <p:spPr bwMode="auto">
          <a:xfrm>
            <a:off x="508001" y="2281727"/>
            <a:ext cx="1941557"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 Has Mass</a:t>
            </a:r>
          </a:p>
        </p:txBody>
      </p:sp>
      <p:sp>
        <p:nvSpPr>
          <p:cNvPr id="8" name="Rectangle 7"/>
          <p:cNvSpPr>
            <a:spLocks noChangeArrowheads="1"/>
          </p:cNvSpPr>
          <p:nvPr/>
        </p:nvSpPr>
        <p:spPr bwMode="auto">
          <a:xfrm>
            <a:off x="6314350" y="2281727"/>
            <a:ext cx="3589444"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 Occupies some space</a:t>
            </a:r>
          </a:p>
        </p:txBody>
      </p:sp>
      <p:sp>
        <p:nvSpPr>
          <p:cNvPr id="9" name="Rectangle 8"/>
          <p:cNvSpPr>
            <a:spLocks noChangeArrowheads="1"/>
          </p:cNvSpPr>
          <p:nvPr/>
        </p:nvSpPr>
        <p:spPr bwMode="auto">
          <a:xfrm>
            <a:off x="508000" y="2880367"/>
            <a:ext cx="24552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 Both A and B</a:t>
            </a:r>
          </a:p>
        </p:txBody>
      </p:sp>
      <p:sp>
        <p:nvSpPr>
          <p:cNvPr id="10" name="Rectangle 9"/>
          <p:cNvSpPr>
            <a:spLocks noChangeArrowheads="1"/>
          </p:cNvSpPr>
          <p:nvPr/>
        </p:nvSpPr>
        <p:spPr bwMode="auto">
          <a:xfrm>
            <a:off x="6314350" y="2880367"/>
            <a:ext cx="3581686"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 No correct definition</a:t>
            </a:r>
          </a:p>
        </p:txBody>
      </p:sp>
      <p:pic>
        <p:nvPicPr>
          <p:cNvPr id="152" name="Picture 151"/>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45729" y="2749979"/>
            <a:ext cx="684896" cy="663868"/>
          </a:xfrm>
          <a:prstGeom prst="rect">
            <a:avLst/>
          </a:prstGeom>
        </p:spPr>
      </p:pic>
      <p:pic>
        <p:nvPicPr>
          <p:cNvPr id="11" name="Picture 10"/>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AE4C99D1-AAC4-4996-BADF-FD55E762ADFA}"/>
              </a:ext>
            </a:extLst>
          </p:cNvPr>
          <p:cNvPicPr>
            <a:picLocks noChangeAspect="1"/>
          </p:cNvPicPr>
          <p:nvPr/>
        </p:nvPicPr>
        <p:blipFill>
          <a:blip r:embed="rId5"/>
          <a:stretch>
            <a:fillRect/>
          </a:stretch>
        </p:blipFill>
        <p:spPr>
          <a:xfrm>
            <a:off x="2720446" y="0"/>
            <a:ext cx="6751107" cy="6858000"/>
          </a:xfrm>
          <a:prstGeom prst="rect">
            <a:avLst/>
          </a:prstGeom>
        </p:spPr>
      </p:pic>
    </p:spTree>
    <p:extLst>
      <p:ext uri="{BB962C8B-B14F-4D97-AF65-F5344CB8AC3E}">
        <p14:creationId xmlns:p14="http://schemas.microsoft.com/office/powerpoint/2010/main" val="344499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2"/>
                                        </p:tgtEl>
                                        <p:attrNameLst>
                                          <p:attrName>style.visibility</p:attrName>
                                        </p:attrNameLst>
                                      </p:cBhvr>
                                      <p:to>
                                        <p:strVal val="visible"/>
                                      </p:to>
                                    </p:set>
                                    <p:animEffect transition="in" filter="wipe(left)">
                                      <p:cBhvr>
                                        <p:cTn id="37"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2801" y="2514601"/>
            <a:ext cx="10056977" cy="2062103"/>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0000"/>
                </a:solidFill>
                <a:effectLst/>
                <a:uLnTx/>
                <a:uFillTx/>
                <a:latin typeface="Calibri Light" panose="020F0302020204030204"/>
                <a:ea typeface="Cambria Math" pitchFamily="18" charset="0"/>
                <a:cs typeface="Times New Roman" pitchFamily="18" charset="0"/>
              </a:rPr>
              <a:t>INTERNATIONAL SYSTEM OF UNITS</a:t>
            </a: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63236B6F-E2BC-4260-89D5-99AA5ABE9284}"/>
              </a:ext>
            </a:extLst>
          </p:cNvPr>
          <p:cNvPicPr>
            <a:picLocks noChangeAspect="1"/>
          </p:cNvPicPr>
          <p:nvPr/>
        </p:nvPicPr>
        <p:blipFill>
          <a:blip r:embed="rId5"/>
          <a:stretch>
            <a:fillRect/>
          </a:stretch>
        </p:blipFill>
        <p:spPr>
          <a:xfrm>
            <a:off x="2720446" y="0"/>
            <a:ext cx="6751107" cy="6858000"/>
          </a:xfrm>
          <a:prstGeom prst="rect">
            <a:avLst/>
          </a:prstGeom>
        </p:spPr>
      </p:pic>
    </p:spTree>
    <p:extLst>
      <p:ext uri="{BB962C8B-B14F-4D97-AF65-F5344CB8AC3E}">
        <p14:creationId xmlns:p14="http://schemas.microsoft.com/office/powerpoint/2010/main" val="2442196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32222" y="931043"/>
            <a:ext cx="8212505"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International System of units (SI) :</a:t>
            </a:r>
          </a:p>
        </p:txBody>
      </p:sp>
      <p:sp>
        <p:nvSpPr>
          <p:cNvPr id="6" name="Rectangle 5"/>
          <p:cNvSpPr/>
          <p:nvPr/>
        </p:nvSpPr>
        <p:spPr>
          <a:xfrm>
            <a:off x="732222" y="1602879"/>
            <a:ext cx="5912452" cy="50276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Base physical quantities and their units</a:t>
            </a:r>
          </a:p>
        </p:txBody>
      </p:sp>
      <p:grpSp>
        <p:nvGrpSpPr>
          <p:cNvPr id="48" name="Group 47"/>
          <p:cNvGrpSpPr/>
          <p:nvPr/>
        </p:nvGrpSpPr>
        <p:grpSpPr>
          <a:xfrm>
            <a:off x="704744" y="2228193"/>
            <a:ext cx="6515559" cy="4012983"/>
            <a:chOff x="501030" y="1413244"/>
            <a:chExt cx="6388896" cy="3324027"/>
          </a:xfrm>
        </p:grpSpPr>
        <p:sp>
          <p:nvSpPr>
            <p:cNvPr id="8" name="TextBox 7"/>
            <p:cNvSpPr txBox="1"/>
            <p:nvPr/>
          </p:nvSpPr>
          <p:spPr>
            <a:xfrm>
              <a:off x="750010" y="1465775"/>
              <a:ext cx="1400824" cy="4843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Base Physical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Quantity</a:t>
              </a:r>
            </a:p>
          </p:txBody>
        </p:sp>
        <p:sp>
          <p:nvSpPr>
            <p:cNvPr id="10" name="TextBox 9"/>
            <p:cNvSpPr txBox="1"/>
            <p:nvPr/>
          </p:nvSpPr>
          <p:spPr>
            <a:xfrm>
              <a:off x="2625063" y="1413244"/>
              <a:ext cx="1184979" cy="4843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Symbol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Quantity</a:t>
              </a:r>
            </a:p>
          </p:txBody>
        </p:sp>
        <p:sp>
          <p:nvSpPr>
            <p:cNvPr id="11" name="TextBox 10"/>
            <p:cNvSpPr txBox="1"/>
            <p:nvPr/>
          </p:nvSpPr>
          <p:spPr>
            <a:xfrm>
              <a:off x="4038601" y="1465775"/>
              <a:ext cx="1193341" cy="4843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Name of SI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unit</a:t>
              </a:r>
            </a:p>
          </p:txBody>
        </p:sp>
        <p:sp>
          <p:nvSpPr>
            <p:cNvPr id="12" name="TextBox 11"/>
            <p:cNvSpPr txBox="1"/>
            <p:nvPr/>
          </p:nvSpPr>
          <p:spPr>
            <a:xfrm>
              <a:off x="5783539" y="1465776"/>
              <a:ext cx="1106387" cy="4843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Symbol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for SI Unit</a:t>
              </a:r>
            </a:p>
          </p:txBody>
        </p:sp>
        <p:sp>
          <p:nvSpPr>
            <p:cNvPr id="14" name="TextBox 13"/>
            <p:cNvSpPr txBox="1"/>
            <p:nvPr/>
          </p:nvSpPr>
          <p:spPr>
            <a:xfrm>
              <a:off x="838200" y="2040318"/>
              <a:ext cx="795667" cy="2804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Length</a:t>
              </a:r>
            </a:p>
          </p:txBody>
        </p:sp>
        <p:sp>
          <p:nvSpPr>
            <p:cNvPr id="15" name="TextBox 14"/>
            <p:cNvSpPr txBox="1"/>
            <p:nvPr/>
          </p:nvSpPr>
          <p:spPr>
            <a:xfrm>
              <a:off x="872263" y="2396126"/>
              <a:ext cx="629051" cy="2804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Mass</a:t>
              </a:r>
            </a:p>
          </p:txBody>
        </p:sp>
        <p:sp>
          <p:nvSpPr>
            <p:cNvPr id="16" name="TextBox 15"/>
            <p:cNvSpPr txBox="1"/>
            <p:nvPr/>
          </p:nvSpPr>
          <p:spPr>
            <a:xfrm>
              <a:off x="838200" y="2836513"/>
              <a:ext cx="625404" cy="2804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Time</a:t>
              </a:r>
            </a:p>
          </p:txBody>
        </p:sp>
        <p:sp>
          <p:nvSpPr>
            <p:cNvPr id="17" name="TextBox 16"/>
            <p:cNvSpPr txBox="1"/>
            <p:nvPr/>
          </p:nvSpPr>
          <p:spPr>
            <a:xfrm>
              <a:off x="574415" y="3237912"/>
              <a:ext cx="1549646" cy="2804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Electric current</a:t>
              </a:r>
            </a:p>
          </p:txBody>
        </p:sp>
        <p:sp>
          <p:nvSpPr>
            <p:cNvPr id="18" name="TextBox 17"/>
            <p:cNvSpPr txBox="1"/>
            <p:nvPr/>
          </p:nvSpPr>
          <p:spPr>
            <a:xfrm>
              <a:off x="592114" y="3659742"/>
              <a:ext cx="1300101" cy="2804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Temperature</a:t>
              </a:r>
            </a:p>
          </p:txBody>
        </p:sp>
        <p:sp>
          <p:nvSpPr>
            <p:cNvPr id="19" name="TextBox 18"/>
            <p:cNvSpPr txBox="1"/>
            <p:nvPr/>
          </p:nvSpPr>
          <p:spPr>
            <a:xfrm>
              <a:off x="559735" y="4046574"/>
              <a:ext cx="1993409" cy="2804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Amount of substance</a:t>
              </a:r>
            </a:p>
          </p:txBody>
        </p:sp>
        <p:sp>
          <p:nvSpPr>
            <p:cNvPr id="24" name="TextBox 23"/>
            <p:cNvSpPr txBox="1"/>
            <p:nvPr/>
          </p:nvSpPr>
          <p:spPr>
            <a:xfrm>
              <a:off x="501030" y="4417467"/>
              <a:ext cx="1844083" cy="2804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Luminous intensity</a:t>
              </a:r>
            </a:p>
          </p:txBody>
        </p:sp>
        <p:sp>
          <p:nvSpPr>
            <p:cNvPr id="26" name="TextBox 25"/>
            <p:cNvSpPr txBox="1"/>
            <p:nvPr/>
          </p:nvSpPr>
          <p:spPr>
            <a:xfrm>
              <a:off x="2999845" y="2092816"/>
              <a:ext cx="314683" cy="2804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L</a:t>
              </a:r>
            </a:p>
          </p:txBody>
        </p:sp>
        <p:sp>
          <p:nvSpPr>
            <p:cNvPr id="27" name="TextBox 26"/>
            <p:cNvSpPr txBox="1"/>
            <p:nvPr/>
          </p:nvSpPr>
          <p:spPr>
            <a:xfrm>
              <a:off x="3000328" y="2447930"/>
              <a:ext cx="371269" cy="2804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a:t>
              </a:r>
            </a:p>
          </p:txBody>
        </p:sp>
        <p:sp>
          <p:nvSpPr>
            <p:cNvPr id="28" name="TextBox 27"/>
            <p:cNvSpPr txBox="1"/>
            <p:nvPr/>
          </p:nvSpPr>
          <p:spPr>
            <a:xfrm>
              <a:off x="3012330" y="2856409"/>
              <a:ext cx="314683" cy="2804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T</a:t>
              </a:r>
            </a:p>
          </p:txBody>
        </p:sp>
        <p:sp>
          <p:nvSpPr>
            <p:cNvPr id="29" name="TextBox 28"/>
            <p:cNvSpPr txBox="1"/>
            <p:nvPr/>
          </p:nvSpPr>
          <p:spPr>
            <a:xfrm>
              <a:off x="3039309" y="3209975"/>
              <a:ext cx="259668" cy="2804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a:t>
              </a:r>
            </a:p>
          </p:txBody>
        </p:sp>
        <p:sp>
          <p:nvSpPr>
            <p:cNvPr id="30" name="TextBox 29"/>
            <p:cNvSpPr txBox="1"/>
            <p:nvPr/>
          </p:nvSpPr>
          <p:spPr>
            <a:xfrm>
              <a:off x="3065187" y="3583182"/>
              <a:ext cx="248665" cy="2804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t</a:t>
              </a:r>
            </a:p>
          </p:txBody>
        </p:sp>
        <p:sp>
          <p:nvSpPr>
            <p:cNvPr id="31" name="TextBox 30"/>
            <p:cNvSpPr txBox="1"/>
            <p:nvPr/>
          </p:nvSpPr>
          <p:spPr>
            <a:xfrm>
              <a:off x="3034443" y="4066035"/>
              <a:ext cx="292678" cy="2804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n</a:t>
              </a:r>
            </a:p>
          </p:txBody>
        </p:sp>
        <p:sp>
          <p:nvSpPr>
            <p:cNvPr id="32" name="TextBox 31"/>
            <p:cNvSpPr txBox="1"/>
            <p:nvPr/>
          </p:nvSpPr>
          <p:spPr>
            <a:xfrm>
              <a:off x="3020621" y="4456841"/>
              <a:ext cx="327258" cy="2804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a:t>
              </a:r>
              <a:r>
                <a:rPr kumimoji="0" lang="en-US" sz="1600" b="1" i="0" u="none" strike="noStrike" kern="1200" cap="none" spc="0" normalizeH="0" baseline="-25000" noProof="0" dirty="0">
                  <a:ln>
                    <a:noFill/>
                  </a:ln>
                  <a:solidFill>
                    <a:prstClr val="white"/>
                  </a:solidFill>
                  <a:effectLst/>
                  <a:uLnTx/>
                  <a:uFillTx/>
                  <a:latin typeface="Times New Roman" pitchFamily="18" charset="0"/>
                  <a:ea typeface="+mn-ea"/>
                  <a:cs typeface="Times New Roman" pitchFamily="18" charset="0"/>
                </a:rPr>
                <a:t>v</a:t>
              </a:r>
              <a:endParaRPr kumimoji="0" lang="en-US" sz="16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33" name="TextBox 32"/>
            <p:cNvSpPr txBox="1"/>
            <p:nvPr/>
          </p:nvSpPr>
          <p:spPr>
            <a:xfrm>
              <a:off x="4328895" y="2105386"/>
              <a:ext cx="662059" cy="26348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Meter</a:t>
              </a:r>
            </a:p>
          </p:txBody>
        </p:sp>
        <p:sp>
          <p:nvSpPr>
            <p:cNvPr id="34" name="TextBox 33"/>
            <p:cNvSpPr txBox="1"/>
            <p:nvPr/>
          </p:nvSpPr>
          <p:spPr>
            <a:xfrm>
              <a:off x="4251762" y="2463205"/>
              <a:ext cx="941846" cy="26348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Kilogram</a:t>
              </a:r>
            </a:p>
          </p:txBody>
        </p:sp>
        <p:sp>
          <p:nvSpPr>
            <p:cNvPr id="35" name="TextBox 34"/>
            <p:cNvSpPr txBox="1"/>
            <p:nvPr/>
          </p:nvSpPr>
          <p:spPr>
            <a:xfrm>
              <a:off x="4255749" y="2872568"/>
              <a:ext cx="743795" cy="26348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Second</a:t>
              </a:r>
            </a:p>
          </p:txBody>
        </p:sp>
        <p:sp>
          <p:nvSpPr>
            <p:cNvPr id="36" name="TextBox 35"/>
            <p:cNvSpPr txBox="1"/>
            <p:nvPr/>
          </p:nvSpPr>
          <p:spPr>
            <a:xfrm>
              <a:off x="4203161" y="3257666"/>
              <a:ext cx="812767"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Ampere</a:t>
              </a:r>
            </a:p>
          </p:txBody>
        </p:sp>
        <p:sp>
          <p:nvSpPr>
            <p:cNvPr id="37" name="TextBox 36"/>
            <p:cNvSpPr txBox="1"/>
            <p:nvPr/>
          </p:nvSpPr>
          <p:spPr>
            <a:xfrm>
              <a:off x="4217791" y="3677281"/>
              <a:ext cx="704499"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Kelvin</a:t>
              </a:r>
            </a:p>
          </p:txBody>
        </p:sp>
        <p:sp>
          <p:nvSpPr>
            <p:cNvPr id="38" name="TextBox 37"/>
            <p:cNvSpPr txBox="1"/>
            <p:nvPr/>
          </p:nvSpPr>
          <p:spPr>
            <a:xfrm>
              <a:off x="4256744" y="4046574"/>
              <a:ext cx="581896"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Mole</a:t>
              </a:r>
            </a:p>
          </p:txBody>
        </p:sp>
        <p:sp>
          <p:nvSpPr>
            <p:cNvPr id="39" name="TextBox 38"/>
            <p:cNvSpPr txBox="1"/>
            <p:nvPr/>
          </p:nvSpPr>
          <p:spPr>
            <a:xfrm>
              <a:off x="4209446" y="4450943"/>
              <a:ext cx="838105"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Candela</a:t>
              </a:r>
            </a:p>
          </p:txBody>
        </p:sp>
        <p:sp>
          <p:nvSpPr>
            <p:cNvPr id="40" name="TextBox 39"/>
            <p:cNvSpPr txBox="1"/>
            <p:nvPr/>
          </p:nvSpPr>
          <p:spPr>
            <a:xfrm>
              <a:off x="6053313" y="2089896"/>
              <a:ext cx="335116"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a:t>
              </a:r>
            </a:p>
          </p:txBody>
        </p:sp>
        <p:sp>
          <p:nvSpPr>
            <p:cNvPr id="41" name="TextBox 40"/>
            <p:cNvSpPr txBox="1"/>
            <p:nvPr/>
          </p:nvSpPr>
          <p:spPr>
            <a:xfrm>
              <a:off x="6006015" y="2463205"/>
              <a:ext cx="416852"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Kg</a:t>
              </a:r>
            </a:p>
          </p:txBody>
        </p:sp>
        <p:sp>
          <p:nvSpPr>
            <p:cNvPr id="42" name="TextBox 41"/>
            <p:cNvSpPr txBox="1"/>
            <p:nvPr/>
          </p:nvSpPr>
          <p:spPr>
            <a:xfrm>
              <a:off x="6064339" y="2833531"/>
              <a:ext cx="283246"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S</a:t>
              </a:r>
            </a:p>
          </p:txBody>
        </p:sp>
        <p:sp>
          <p:nvSpPr>
            <p:cNvPr id="43" name="TextBox 42"/>
            <p:cNvSpPr txBox="1"/>
            <p:nvPr/>
          </p:nvSpPr>
          <p:spPr>
            <a:xfrm>
              <a:off x="6069079" y="3241900"/>
              <a:ext cx="314683"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A</a:t>
              </a:r>
            </a:p>
          </p:txBody>
        </p:sp>
        <p:sp>
          <p:nvSpPr>
            <p:cNvPr id="44" name="TextBox 43"/>
            <p:cNvSpPr txBox="1"/>
            <p:nvPr/>
          </p:nvSpPr>
          <p:spPr>
            <a:xfrm>
              <a:off x="6030430" y="3642243"/>
              <a:ext cx="324114"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K</a:t>
              </a:r>
            </a:p>
          </p:txBody>
        </p:sp>
        <p:sp>
          <p:nvSpPr>
            <p:cNvPr id="45" name="TextBox 44"/>
            <p:cNvSpPr txBox="1"/>
            <p:nvPr/>
          </p:nvSpPr>
          <p:spPr>
            <a:xfrm>
              <a:off x="5987872" y="4075433"/>
              <a:ext cx="479725"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mol</a:t>
              </a:r>
              <a:endPar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46" name="TextBox 45"/>
            <p:cNvSpPr txBox="1"/>
            <p:nvPr/>
          </p:nvSpPr>
          <p:spPr>
            <a:xfrm>
              <a:off x="6040307" y="4464036"/>
              <a:ext cx="364982" cy="2634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cd</a:t>
              </a:r>
            </a:p>
          </p:txBody>
        </p:sp>
      </p:grpSp>
      <p:pic>
        <p:nvPicPr>
          <p:cNvPr id="47" name="Picture 46"/>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5B20433D-3EE7-484E-8906-377BC4598FF3}"/>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3414BD13-1D40-4E19-A8E7-EB7D54C090E7}"/>
                  </a:ext>
                </a:extLst>
              </p14:cNvPr>
              <p14:cNvContentPartPr/>
              <p14:nvPr/>
            </p14:nvContentPartPr>
            <p14:xfrm>
              <a:off x="2797560" y="2980800"/>
              <a:ext cx="4398120" cy="3234240"/>
            </p14:xfrm>
          </p:contentPart>
        </mc:Choice>
        <mc:Fallback>
          <p:pic>
            <p:nvPicPr>
              <p:cNvPr id="3" name="Ink 2">
                <a:extLst>
                  <a:ext uri="{FF2B5EF4-FFF2-40B4-BE49-F238E27FC236}">
                    <a16:creationId xmlns:a16="http://schemas.microsoft.com/office/drawing/2014/main" id="{3414BD13-1D40-4E19-A8E7-EB7D54C090E7}"/>
                  </a:ext>
                </a:extLst>
              </p:cNvPr>
              <p:cNvPicPr/>
              <p:nvPr/>
            </p:nvPicPr>
            <p:blipFill>
              <a:blip r:embed="rId6"/>
              <a:stretch>
                <a:fillRect/>
              </a:stretch>
            </p:blipFill>
            <p:spPr>
              <a:xfrm>
                <a:off x="2788200" y="2971440"/>
                <a:ext cx="4416840" cy="3252960"/>
              </a:xfrm>
              <a:prstGeom prst="rect">
                <a:avLst/>
              </a:prstGeom>
            </p:spPr>
          </p:pic>
        </mc:Fallback>
      </mc:AlternateContent>
    </p:spTree>
    <p:extLst>
      <p:ext uri="{BB962C8B-B14F-4D97-AF65-F5344CB8AC3E}">
        <p14:creationId xmlns:p14="http://schemas.microsoft.com/office/powerpoint/2010/main" val="272984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53" presetClass="entr" presetSubtype="16"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p:cTn id="15" dur="500" fill="hold"/>
                                        <p:tgtEl>
                                          <p:spTgt spid="48"/>
                                        </p:tgtEl>
                                        <p:attrNameLst>
                                          <p:attrName>ppt_w</p:attrName>
                                        </p:attrNameLst>
                                      </p:cBhvr>
                                      <p:tavLst>
                                        <p:tav tm="0">
                                          <p:val>
                                            <p:fltVal val="0"/>
                                          </p:val>
                                        </p:tav>
                                        <p:tav tm="100000">
                                          <p:val>
                                            <p:strVal val="#ppt_w"/>
                                          </p:val>
                                        </p:tav>
                                      </p:tavLst>
                                    </p:anim>
                                    <p:anim calcmode="lin" valueType="num">
                                      <p:cBhvr>
                                        <p:cTn id="16" dur="500" fill="hold"/>
                                        <p:tgtEl>
                                          <p:spTgt spid="48"/>
                                        </p:tgtEl>
                                        <p:attrNameLst>
                                          <p:attrName>ppt_h</p:attrName>
                                        </p:attrNameLst>
                                      </p:cBhvr>
                                      <p:tavLst>
                                        <p:tav tm="0">
                                          <p:val>
                                            <p:fltVal val="0"/>
                                          </p:val>
                                        </p:tav>
                                        <p:tav tm="100000">
                                          <p:val>
                                            <p:strVal val="#ppt_h"/>
                                          </p:val>
                                        </p:tav>
                                      </p:tavLst>
                                    </p:anim>
                                    <p:animEffect transition="in" filter="fade">
                                      <p:cBhvr>
                                        <p:cTn id="1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nvPr>
        </p:nvGraphicFramePr>
        <p:xfrm>
          <a:off x="1091443" y="1362445"/>
          <a:ext cx="5486400" cy="460655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87680">
                <a:tc>
                  <a:txBody>
                    <a:bodyPr/>
                    <a:lstStyle/>
                    <a:p>
                      <a:endParaRPr lang="en-US" sz="2400" dirty="0"/>
                    </a:p>
                  </a:txBody>
                  <a:tcPr marL="121920" marR="121920" marT="60960" marB="60960">
                    <a:noFill/>
                  </a:tcPr>
                </a:tc>
                <a:tc>
                  <a:txBody>
                    <a:bodyPr/>
                    <a:lstStyle/>
                    <a:p>
                      <a:endParaRPr lang="en-US" sz="2400" dirty="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0"/>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1"/>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2"/>
                  </a:ext>
                </a:extLst>
              </a:tr>
              <a:tr h="494453">
                <a:tc>
                  <a:txBody>
                    <a:bodyPr/>
                    <a:lstStyle/>
                    <a:p>
                      <a:endParaRPr lang="en-US" sz="2400" dirty="0"/>
                    </a:p>
                  </a:txBody>
                  <a:tcPr marL="121920" marR="121920" marT="60960" marB="60960">
                    <a:noFill/>
                  </a:tcPr>
                </a:tc>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3"/>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4"/>
                  </a:ext>
                </a:extLst>
              </a:tr>
              <a:tr h="494453">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5"/>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6"/>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7"/>
                  </a:ext>
                </a:extLst>
              </a:tr>
              <a:tr h="657701">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8"/>
                  </a:ext>
                </a:extLst>
              </a:tr>
            </a:tbl>
          </a:graphicData>
        </a:graphic>
      </p:graphicFrame>
      <p:sp>
        <p:nvSpPr>
          <p:cNvPr id="6" name="TextBox 5"/>
          <p:cNvSpPr txBox="1"/>
          <p:nvPr/>
        </p:nvSpPr>
        <p:spPr>
          <a:xfrm>
            <a:off x="3324497" y="1600201"/>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3324497" y="1617822"/>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1221651" y="1327162"/>
            <a:ext cx="13115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Multiple</a:t>
            </a:r>
          </a:p>
        </p:txBody>
      </p:sp>
      <p:sp>
        <p:nvSpPr>
          <p:cNvPr id="10" name="TextBox 9"/>
          <p:cNvSpPr txBox="1"/>
          <p:nvPr/>
        </p:nvSpPr>
        <p:spPr>
          <a:xfrm>
            <a:off x="3416862" y="1355553"/>
            <a:ext cx="98058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Prefix</a:t>
            </a:r>
          </a:p>
        </p:txBody>
      </p:sp>
      <p:sp>
        <p:nvSpPr>
          <p:cNvPr id="11" name="TextBox 10"/>
          <p:cNvSpPr txBox="1"/>
          <p:nvPr/>
        </p:nvSpPr>
        <p:spPr>
          <a:xfrm>
            <a:off x="5360720" y="1818090"/>
            <a:ext cx="4074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Y</a:t>
            </a:r>
          </a:p>
        </p:txBody>
      </p:sp>
      <p:sp>
        <p:nvSpPr>
          <p:cNvPr id="12" name="TextBox 11"/>
          <p:cNvSpPr txBox="1"/>
          <p:nvPr/>
        </p:nvSpPr>
        <p:spPr>
          <a:xfrm>
            <a:off x="5360720" y="2364369"/>
            <a:ext cx="3898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Z</a:t>
            </a:r>
          </a:p>
        </p:txBody>
      </p:sp>
      <p:sp>
        <p:nvSpPr>
          <p:cNvPr id="13" name="TextBox 12"/>
          <p:cNvSpPr txBox="1"/>
          <p:nvPr/>
        </p:nvSpPr>
        <p:spPr>
          <a:xfrm>
            <a:off x="5360720" y="2827777"/>
            <a:ext cx="33855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a</a:t>
            </a:r>
          </a:p>
        </p:txBody>
      </p:sp>
      <p:sp>
        <p:nvSpPr>
          <p:cNvPr id="14" name="TextBox 13"/>
          <p:cNvSpPr txBox="1"/>
          <p:nvPr/>
        </p:nvSpPr>
        <p:spPr>
          <a:xfrm>
            <a:off x="5360720" y="3342958"/>
            <a:ext cx="2872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f</a:t>
            </a:r>
          </a:p>
        </p:txBody>
      </p:sp>
      <p:sp>
        <p:nvSpPr>
          <p:cNvPr id="15" name="TextBox 14"/>
          <p:cNvSpPr txBox="1"/>
          <p:nvPr/>
        </p:nvSpPr>
        <p:spPr>
          <a:xfrm>
            <a:off x="5360720" y="3830302"/>
            <a:ext cx="37221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P</a:t>
            </a:r>
          </a:p>
        </p:txBody>
      </p:sp>
      <p:sp>
        <p:nvSpPr>
          <p:cNvPr id="16" name="TextBox 15"/>
          <p:cNvSpPr txBox="1"/>
          <p:nvPr/>
        </p:nvSpPr>
        <p:spPr>
          <a:xfrm>
            <a:off x="5360720" y="4317616"/>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n</a:t>
            </a:r>
          </a:p>
        </p:txBody>
      </p:sp>
      <p:sp>
        <p:nvSpPr>
          <p:cNvPr id="17" name="TextBox 16"/>
          <p:cNvSpPr txBox="1"/>
          <p:nvPr/>
        </p:nvSpPr>
        <p:spPr>
          <a:xfrm>
            <a:off x="5360720" y="4822082"/>
            <a:ext cx="37221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mbria Math"/>
                <a:ea typeface="Cambria Math"/>
                <a:cs typeface="Times New Roman" pitchFamily="18" charset="0"/>
              </a:rPr>
              <a:t>𝛍</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8" name="TextBox 17"/>
          <p:cNvSpPr txBox="1"/>
          <p:nvPr/>
        </p:nvSpPr>
        <p:spPr>
          <a:xfrm>
            <a:off x="5360720" y="5317876"/>
            <a:ext cx="44114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a:t>
            </a:r>
          </a:p>
        </p:txBody>
      </p:sp>
      <p:sp>
        <p:nvSpPr>
          <p:cNvPr id="19" name="TextBox 18"/>
          <p:cNvSpPr txBox="1"/>
          <p:nvPr/>
        </p:nvSpPr>
        <p:spPr>
          <a:xfrm>
            <a:off x="3324497" y="5317876"/>
            <a:ext cx="81464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Milli</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20" name="TextBox 19"/>
          <p:cNvSpPr txBox="1"/>
          <p:nvPr/>
        </p:nvSpPr>
        <p:spPr>
          <a:xfrm>
            <a:off x="1466380" y="5317876"/>
            <a:ext cx="66396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-3</a:t>
            </a:r>
          </a:p>
        </p:txBody>
      </p:sp>
      <p:sp>
        <p:nvSpPr>
          <p:cNvPr id="21" name="TextBox 20"/>
          <p:cNvSpPr txBox="1"/>
          <p:nvPr/>
        </p:nvSpPr>
        <p:spPr>
          <a:xfrm>
            <a:off x="1466380" y="4822082"/>
            <a:ext cx="66396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-6</a:t>
            </a:r>
          </a:p>
        </p:txBody>
      </p:sp>
      <p:sp>
        <p:nvSpPr>
          <p:cNvPr id="22" name="TextBox 21"/>
          <p:cNvSpPr txBox="1"/>
          <p:nvPr/>
        </p:nvSpPr>
        <p:spPr>
          <a:xfrm>
            <a:off x="1466380" y="4317616"/>
            <a:ext cx="66396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-9</a:t>
            </a:r>
          </a:p>
        </p:txBody>
      </p:sp>
      <p:sp>
        <p:nvSpPr>
          <p:cNvPr id="23" name="TextBox 22"/>
          <p:cNvSpPr txBox="1"/>
          <p:nvPr/>
        </p:nvSpPr>
        <p:spPr>
          <a:xfrm>
            <a:off x="1466381" y="3830302"/>
            <a:ext cx="76655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-12</a:t>
            </a:r>
          </a:p>
        </p:txBody>
      </p:sp>
      <p:sp>
        <p:nvSpPr>
          <p:cNvPr id="24" name="TextBox 23"/>
          <p:cNvSpPr txBox="1"/>
          <p:nvPr/>
        </p:nvSpPr>
        <p:spPr>
          <a:xfrm>
            <a:off x="1466381" y="3342958"/>
            <a:ext cx="76655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-15</a:t>
            </a:r>
          </a:p>
        </p:txBody>
      </p:sp>
      <p:sp>
        <p:nvSpPr>
          <p:cNvPr id="25" name="TextBox 24"/>
          <p:cNvSpPr txBox="1"/>
          <p:nvPr/>
        </p:nvSpPr>
        <p:spPr>
          <a:xfrm>
            <a:off x="1466381" y="2827777"/>
            <a:ext cx="76655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-18</a:t>
            </a:r>
          </a:p>
        </p:txBody>
      </p:sp>
      <p:sp>
        <p:nvSpPr>
          <p:cNvPr id="26" name="TextBox 25"/>
          <p:cNvSpPr txBox="1"/>
          <p:nvPr/>
        </p:nvSpPr>
        <p:spPr>
          <a:xfrm>
            <a:off x="1466381" y="2364369"/>
            <a:ext cx="76655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-21</a:t>
            </a:r>
          </a:p>
        </p:txBody>
      </p:sp>
      <p:sp>
        <p:nvSpPr>
          <p:cNvPr id="27" name="TextBox 26"/>
          <p:cNvSpPr txBox="1"/>
          <p:nvPr/>
        </p:nvSpPr>
        <p:spPr>
          <a:xfrm>
            <a:off x="1466381" y="1818090"/>
            <a:ext cx="76655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-24</a:t>
            </a:r>
          </a:p>
        </p:txBody>
      </p:sp>
      <p:sp>
        <p:nvSpPr>
          <p:cNvPr id="28" name="TextBox 27"/>
          <p:cNvSpPr txBox="1"/>
          <p:nvPr/>
        </p:nvSpPr>
        <p:spPr>
          <a:xfrm>
            <a:off x="3324497" y="1818090"/>
            <a:ext cx="91999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Yocto</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29" name="TextBox 28"/>
          <p:cNvSpPr txBox="1"/>
          <p:nvPr/>
        </p:nvSpPr>
        <p:spPr>
          <a:xfrm>
            <a:off x="3324497" y="2827777"/>
            <a:ext cx="76655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Atto</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30" name="TextBox 29"/>
          <p:cNvSpPr txBox="1"/>
          <p:nvPr/>
        </p:nvSpPr>
        <p:spPr>
          <a:xfrm>
            <a:off x="3324497" y="3342958"/>
            <a:ext cx="93647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femto</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33" name="TextBox 32"/>
          <p:cNvSpPr txBox="1"/>
          <p:nvPr/>
        </p:nvSpPr>
        <p:spPr>
          <a:xfrm>
            <a:off x="3324496" y="3830302"/>
            <a:ext cx="7473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Pico</a:t>
            </a:r>
          </a:p>
        </p:txBody>
      </p:sp>
      <p:sp>
        <p:nvSpPr>
          <p:cNvPr id="34" name="TextBox 33"/>
          <p:cNvSpPr txBox="1"/>
          <p:nvPr/>
        </p:nvSpPr>
        <p:spPr>
          <a:xfrm>
            <a:off x="3324497" y="4317616"/>
            <a:ext cx="88678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Nano</a:t>
            </a:r>
          </a:p>
        </p:txBody>
      </p:sp>
      <p:sp>
        <p:nvSpPr>
          <p:cNvPr id="35" name="TextBox 34"/>
          <p:cNvSpPr txBox="1"/>
          <p:nvPr/>
        </p:nvSpPr>
        <p:spPr>
          <a:xfrm>
            <a:off x="3324497" y="4822082"/>
            <a:ext cx="98058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Micro</a:t>
            </a:r>
          </a:p>
        </p:txBody>
      </p:sp>
      <p:sp>
        <p:nvSpPr>
          <p:cNvPr id="36" name="TextBox 35"/>
          <p:cNvSpPr txBox="1"/>
          <p:nvPr/>
        </p:nvSpPr>
        <p:spPr>
          <a:xfrm>
            <a:off x="3324497" y="2364369"/>
            <a:ext cx="95410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Zepto</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37" name="TextBox 36"/>
          <p:cNvSpPr txBox="1"/>
          <p:nvPr/>
        </p:nvSpPr>
        <p:spPr>
          <a:xfrm>
            <a:off x="5061766" y="1343420"/>
            <a:ext cx="117692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Symbol</a:t>
            </a:r>
          </a:p>
        </p:txBody>
      </p:sp>
      <p:pic>
        <p:nvPicPr>
          <p:cNvPr id="32" name="Picture 31"/>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631451" y="88273"/>
            <a:ext cx="1341666" cy="1363953"/>
          </a:xfrm>
          <a:prstGeom prst="rect">
            <a:avLst/>
          </a:prstGeom>
        </p:spPr>
      </p:pic>
      <p:pic>
        <p:nvPicPr>
          <p:cNvPr id="2" name="Picture 1">
            <a:extLst>
              <a:ext uri="{FF2B5EF4-FFF2-40B4-BE49-F238E27FC236}">
                <a16:creationId xmlns:a16="http://schemas.microsoft.com/office/drawing/2014/main" id="{7C883173-8750-4082-96D0-1D318097378E}"/>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71EEE821-46FC-45C3-AC49-4884FE6A02FE}"/>
                  </a:ext>
                </a:extLst>
              </p14:cNvPr>
              <p14:cNvContentPartPr/>
              <p14:nvPr/>
            </p14:nvContentPartPr>
            <p14:xfrm>
              <a:off x="2269440" y="2004120"/>
              <a:ext cx="4773960" cy="3522240"/>
            </p14:xfrm>
          </p:contentPart>
        </mc:Choice>
        <mc:Fallback>
          <p:pic>
            <p:nvPicPr>
              <p:cNvPr id="4" name="Ink 3">
                <a:extLst>
                  <a:ext uri="{FF2B5EF4-FFF2-40B4-BE49-F238E27FC236}">
                    <a16:creationId xmlns:a16="http://schemas.microsoft.com/office/drawing/2014/main" id="{71EEE821-46FC-45C3-AC49-4884FE6A02FE}"/>
                  </a:ext>
                </a:extLst>
              </p:cNvPr>
              <p:cNvPicPr/>
              <p:nvPr/>
            </p:nvPicPr>
            <p:blipFill>
              <a:blip r:embed="rId6"/>
              <a:stretch>
                <a:fillRect/>
              </a:stretch>
            </p:blipFill>
            <p:spPr>
              <a:xfrm>
                <a:off x="2260080" y="1994760"/>
                <a:ext cx="4792680" cy="3540960"/>
              </a:xfrm>
              <a:prstGeom prst="rect">
                <a:avLst/>
              </a:prstGeom>
            </p:spPr>
          </p:pic>
        </mc:Fallback>
      </mc:AlternateContent>
    </p:spTree>
    <p:extLst>
      <p:ext uri="{BB962C8B-B14F-4D97-AF65-F5344CB8AC3E}">
        <p14:creationId xmlns:p14="http://schemas.microsoft.com/office/powerpoint/2010/main" val="257338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left)">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left)">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wipe(left)">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left)">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wipe(left)">
                                      <p:cBhvr>
                                        <p:cTn id="62" dur="50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left)">
                                      <p:cBhvr>
                                        <p:cTn id="67" dur="500"/>
                                        <p:tgtEl>
                                          <p:spTgt spid="1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wipe(left)">
                                      <p:cBhvr>
                                        <p:cTn id="82" dur="500"/>
                                        <p:tgtEl>
                                          <p:spTgt spid="1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3"/>
                                        </p:tgtEl>
                                        <p:attrNameLst>
                                          <p:attrName>style.visibility</p:attrName>
                                        </p:attrNameLst>
                                      </p:cBhvr>
                                      <p:to>
                                        <p:strVal val="visible"/>
                                      </p:to>
                                    </p:set>
                                    <p:animEffect transition="in" filter="wipe(left)">
                                      <p:cBhvr>
                                        <p:cTn id="87" dur="500"/>
                                        <p:tgtEl>
                                          <p:spTgt spid="2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wipe(left)">
                                      <p:cBhvr>
                                        <p:cTn id="92" dur="500"/>
                                        <p:tgtEl>
                                          <p:spTgt spid="3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5"/>
                                        </p:tgtEl>
                                        <p:attrNameLst>
                                          <p:attrName>style.visibility</p:attrName>
                                        </p:attrNameLst>
                                      </p:cBhvr>
                                      <p:to>
                                        <p:strVal val="visible"/>
                                      </p:to>
                                    </p:set>
                                    <p:animEffect transition="in" filter="wipe(left)">
                                      <p:cBhvr>
                                        <p:cTn id="97" dur="500"/>
                                        <p:tgtEl>
                                          <p:spTgt spid="1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2"/>
                                        </p:tgtEl>
                                        <p:attrNameLst>
                                          <p:attrName>style.visibility</p:attrName>
                                        </p:attrNameLst>
                                      </p:cBhvr>
                                      <p:to>
                                        <p:strVal val="visible"/>
                                      </p:to>
                                    </p:set>
                                    <p:animEffect transition="in" filter="wipe(left)">
                                      <p:cBhvr>
                                        <p:cTn id="102" dur="500"/>
                                        <p:tgtEl>
                                          <p:spTgt spid="2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wipe(left)">
                                      <p:cBhvr>
                                        <p:cTn id="107" dur="500"/>
                                        <p:tgtEl>
                                          <p:spTgt spid="3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6"/>
                                        </p:tgtEl>
                                        <p:attrNameLst>
                                          <p:attrName>style.visibility</p:attrName>
                                        </p:attrNameLst>
                                      </p:cBhvr>
                                      <p:to>
                                        <p:strVal val="visible"/>
                                      </p:to>
                                    </p:set>
                                    <p:animEffect transition="in" filter="wipe(left)">
                                      <p:cBhvr>
                                        <p:cTn id="112" dur="500"/>
                                        <p:tgtEl>
                                          <p:spTgt spid="16"/>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1"/>
                                        </p:tgtEl>
                                        <p:attrNameLst>
                                          <p:attrName>style.visibility</p:attrName>
                                        </p:attrNameLst>
                                      </p:cBhvr>
                                      <p:to>
                                        <p:strVal val="visible"/>
                                      </p:to>
                                    </p:set>
                                    <p:animEffect transition="in" filter="wipe(left)">
                                      <p:cBhvr>
                                        <p:cTn id="117" dur="500"/>
                                        <p:tgtEl>
                                          <p:spTgt spid="21"/>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35"/>
                                        </p:tgtEl>
                                        <p:attrNameLst>
                                          <p:attrName>style.visibility</p:attrName>
                                        </p:attrNameLst>
                                      </p:cBhvr>
                                      <p:to>
                                        <p:strVal val="visible"/>
                                      </p:to>
                                    </p:set>
                                    <p:animEffect transition="in" filter="wipe(left)">
                                      <p:cBhvr>
                                        <p:cTn id="122" dur="500"/>
                                        <p:tgtEl>
                                          <p:spTgt spid="35"/>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7"/>
                                        </p:tgtEl>
                                        <p:attrNameLst>
                                          <p:attrName>style.visibility</p:attrName>
                                        </p:attrNameLst>
                                      </p:cBhvr>
                                      <p:to>
                                        <p:strVal val="visible"/>
                                      </p:to>
                                    </p:set>
                                    <p:animEffect transition="in" filter="wipe(left)">
                                      <p:cBhvr>
                                        <p:cTn id="127" dur="500"/>
                                        <p:tgtEl>
                                          <p:spTgt spid="17"/>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0"/>
                                        </p:tgtEl>
                                        <p:attrNameLst>
                                          <p:attrName>style.visibility</p:attrName>
                                        </p:attrNameLst>
                                      </p:cBhvr>
                                      <p:to>
                                        <p:strVal val="visible"/>
                                      </p:to>
                                    </p:set>
                                    <p:animEffect transition="in" filter="wipe(left)">
                                      <p:cBhvr>
                                        <p:cTn id="132" dur="500"/>
                                        <p:tgtEl>
                                          <p:spTgt spid="20"/>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19"/>
                                        </p:tgtEl>
                                        <p:attrNameLst>
                                          <p:attrName>style.visibility</p:attrName>
                                        </p:attrNameLst>
                                      </p:cBhvr>
                                      <p:to>
                                        <p:strVal val="visible"/>
                                      </p:to>
                                    </p:set>
                                    <p:animEffect transition="in" filter="wipe(left)">
                                      <p:cBhvr>
                                        <p:cTn id="137" dur="500"/>
                                        <p:tgtEl>
                                          <p:spTgt spid="19"/>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18"/>
                                        </p:tgtEl>
                                        <p:attrNameLst>
                                          <p:attrName>style.visibility</p:attrName>
                                        </p:attrNameLst>
                                      </p:cBhvr>
                                      <p:to>
                                        <p:strVal val="visible"/>
                                      </p:to>
                                    </p:set>
                                    <p:animEffect transition="in" filter="wipe(left)">
                                      <p:cBhvr>
                                        <p:cTn id="1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3" grpId="0"/>
      <p:bldP spid="34" grpId="0"/>
      <p:bldP spid="35" grpId="0"/>
      <p:bldP spid="36"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nvPr>
        </p:nvGraphicFramePr>
        <p:xfrm>
          <a:off x="1091443" y="1362445"/>
          <a:ext cx="5486400" cy="4527904"/>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87680">
                <a:tc>
                  <a:txBody>
                    <a:bodyPr/>
                    <a:lstStyle/>
                    <a:p>
                      <a:endParaRPr lang="en-US" sz="2400" dirty="0"/>
                    </a:p>
                  </a:txBody>
                  <a:tcPr marL="121920" marR="121920" marT="60960" marB="60960">
                    <a:noFill/>
                  </a:tcPr>
                </a:tc>
                <a:tc>
                  <a:txBody>
                    <a:bodyPr/>
                    <a:lstStyle/>
                    <a:p>
                      <a:endParaRPr lang="en-US" sz="2400" dirty="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0"/>
                  </a:ext>
                </a:extLst>
              </a:tr>
              <a:tr h="494453">
                <a:tc>
                  <a:txBody>
                    <a:bodyPr/>
                    <a:lstStyle/>
                    <a:p>
                      <a:endParaRPr lang="en-US" sz="2400" dirty="0"/>
                    </a:p>
                  </a:txBody>
                  <a:tcPr marL="121920" marR="121920" marT="60960" marB="60960">
                    <a:noFill/>
                  </a:tcPr>
                </a:tc>
                <a:tc>
                  <a:txBody>
                    <a:bodyPr/>
                    <a:lstStyle/>
                    <a:p>
                      <a:endParaRPr lang="en-US" sz="240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1"/>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2"/>
                  </a:ext>
                </a:extLst>
              </a:tr>
              <a:tr h="494453">
                <a:tc>
                  <a:txBody>
                    <a:bodyPr/>
                    <a:lstStyle/>
                    <a:p>
                      <a:endParaRPr lang="en-US" sz="2400" dirty="0"/>
                    </a:p>
                  </a:txBody>
                  <a:tcPr marL="121920" marR="121920" marT="60960" marB="60960">
                    <a:noFill/>
                  </a:tcPr>
                </a:tc>
                <a:tc>
                  <a:txBody>
                    <a:bodyPr/>
                    <a:lstStyle/>
                    <a:p>
                      <a:endParaRPr lang="en-US" sz="2400" dirty="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3"/>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4"/>
                  </a:ext>
                </a:extLst>
              </a:tr>
              <a:tr h="494453">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5"/>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6"/>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7"/>
                  </a:ext>
                </a:extLst>
              </a:tr>
              <a:tr h="579053">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8"/>
                  </a:ext>
                </a:extLst>
              </a:tr>
            </a:tbl>
          </a:graphicData>
        </a:graphic>
      </p:graphicFrame>
      <p:sp>
        <p:nvSpPr>
          <p:cNvPr id="7" name="TextBox 6"/>
          <p:cNvSpPr txBox="1"/>
          <p:nvPr/>
        </p:nvSpPr>
        <p:spPr>
          <a:xfrm>
            <a:off x="3295975" y="1600201"/>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p:cNvSpPr txBox="1"/>
          <p:nvPr/>
        </p:nvSpPr>
        <p:spPr>
          <a:xfrm>
            <a:off x="3295975" y="1617822"/>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TextBox 10"/>
          <p:cNvSpPr txBox="1"/>
          <p:nvPr/>
        </p:nvSpPr>
        <p:spPr>
          <a:xfrm>
            <a:off x="5350611" y="1818854"/>
            <a:ext cx="32092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c</a:t>
            </a:r>
          </a:p>
        </p:txBody>
      </p:sp>
      <p:sp>
        <p:nvSpPr>
          <p:cNvPr id="12" name="TextBox 11"/>
          <p:cNvSpPr txBox="1"/>
          <p:nvPr/>
        </p:nvSpPr>
        <p:spPr>
          <a:xfrm>
            <a:off x="5350611" y="2364369"/>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d</a:t>
            </a:r>
          </a:p>
        </p:txBody>
      </p:sp>
      <p:sp>
        <p:nvSpPr>
          <p:cNvPr id="13" name="TextBox 12"/>
          <p:cNvSpPr txBox="1"/>
          <p:nvPr/>
        </p:nvSpPr>
        <p:spPr>
          <a:xfrm>
            <a:off x="5350611" y="2827777"/>
            <a:ext cx="51007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da</a:t>
            </a:r>
          </a:p>
        </p:txBody>
      </p:sp>
      <p:sp>
        <p:nvSpPr>
          <p:cNvPr id="14" name="TextBox 13"/>
          <p:cNvSpPr txBox="1"/>
          <p:nvPr/>
        </p:nvSpPr>
        <p:spPr>
          <a:xfrm>
            <a:off x="5350611" y="3328269"/>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h</a:t>
            </a:r>
          </a:p>
        </p:txBody>
      </p:sp>
      <p:sp>
        <p:nvSpPr>
          <p:cNvPr id="15" name="TextBox 14"/>
          <p:cNvSpPr txBox="1"/>
          <p:nvPr/>
        </p:nvSpPr>
        <p:spPr>
          <a:xfrm>
            <a:off x="5350611" y="3830302"/>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k</a:t>
            </a:r>
          </a:p>
        </p:txBody>
      </p:sp>
      <p:sp>
        <p:nvSpPr>
          <p:cNvPr id="16" name="TextBox 15"/>
          <p:cNvSpPr txBox="1"/>
          <p:nvPr/>
        </p:nvSpPr>
        <p:spPr>
          <a:xfrm>
            <a:off x="5350611" y="4358958"/>
            <a:ext cx="47481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a:t>
            </a:r>
          </a:p>
        </p:txBody>
      </p:sp>
      <p:sp>
        <p:nvSpPr>
          <p:cNvPr id="17" name="TextBox 16"/>
          <p:cNvSpPr txBox="1"/>
          <p:nvPr/>
        </p:nvSpPr>
        <p:spPr>
          <a:xfrm>
            <a:off x="5350611" y="4822082"/>
            <a:ext cx="4235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G</a:t>
            </a:r>
          </a:p>
        </p:txBody>
      </p:sp>
      <p:sp>
        <p:nvSpPr>
          <p:cNvPr id="18" name="TextBox 17"/>
          <p:cNvSpPr txBox="1"/>
          <p:nvPr/>
        </p:nvSpPr>
        <p:spPr>
          <a:xfrm>
            <a:off x="5350611" y="5317876"/>
            <a:ext cx="3898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T</a:t>
            </a:r>
          </a:p>
        </p:txBody>
      </p:sp>
      <p:sp>
        <p:nvSpPr>
          <p:cNvPr id="19" name="TextBox 18"/>
          <p:cNvSpPr txBox="1"/>
          <p:nvPr/>
        </p:nvSpPr>
        <p:spPr>
          <a:xfrm>
            <a:off x="3295975" y="5317876"/>
            <a:ext cx="78797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Tera</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20" name="TextBox 19"/>
          <p:cNvSpPr txBox="1"/>
          <p:nvPr/>
        </p:nvSpPr>
        <p:spPr>
          <a:xfrm>
            <a:off x="1617485" y="5317876"/>
            <a:ext cx="69762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12</a:t>
            </a:r>
          </a:p>
        </p:txBody>
      </p:sp>
      <p:sp>
        <p:nvSpPr>
          <p:cNvPr id="21" name="TextBox 20"/>
          <p:cNvSpPr txBox="1"/>
          <p:nvPr/>
        </p:nvSpPr>
        <p:spPr>
          <a:xfrm>
            <a:off x="1617485" y="482208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9</a:t>
            </a:r>
          </a:p>
        </p:txBody>
      </p:sp>
      <p:sp>
        <p:nvSpPr>
          <p:cNvPr id="22" name="TextBox 21"/>
          <p:cNvSpPr txBox="1"/>
          <p:nvPr/>
        </p:nvSpPr>
        <p:spPr>
          <a:xfrm>
            <a:off x="1617485" y="4358958"/>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6</a:t>
            </a:r>
          </a:p>
        </p:txBody>
      </p:sp>
      <p:sp>
        <p:nvSpPr>
          <p:cNvPr id="23" name="TextBox 22"/>
          <p:cNvSpPr txBox="1"/>
          <p:nvPr/>
        </p:nvSpPr>
        <p:spPr>
          <a:xfrm>
            <a:off x="1617485" y="383030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3</a:t>
            </a:r>
          </a:p>
        </p:txBody>
      </p:sp>
      <p:sp>
        <p:nvSpPr>
          <p:cNvPr id="24" name="TextBox 23"/>
          <p:cNvSpPr txBox="1"/>
          <p:nvPr/>
        </p:nvSpPr>
        <p:spPr>
          <a:xfrm>
            <a:off x="1617485" y="3328269"/>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2</a:t>
            </a:r>
          </a:p>
        </p:txBody>
      </p:sp>
      <p:sp>
        <p:nvSpPr>
          <p:cNvPr id="25" name="TextBox 24"/>
          <p:cNvSpPr txBox="1"/>
          <p:nvPr/>
        </p:nvSpPr>
        <p:spPr>
          <a:xfrm>
            <a:off x="1617485" y="2827777"/>
            <a:ext cx="49244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endPar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26" name="TextBox 25"/>
          <p:cNvSpPr txBox="1"/>
          <p:nvPr/>
        </p:nvSpPr>
        <p:spPr>
          <a:xfrm>
            <a:off x="1617484" y="2364369"/>
            <a:ext cx="66396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a:t>
            </a:r>
          </a:p>
        </p:txBody>
      </p:sp>
      <p:sp>
        <p:nvSpPr>
          <p:cNvPr id="27" name="TextBox 26"/>
          <p:cNvSpPr txBox="1"/>
          <p:nvPr/>
        </p:nvSpPr>
        <p:spPr>
          <a:xfrm>
            <a:off x="1617484" y="1818854"/>
            <a:ext cx="66396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-2</a:t>
            </a:r>
          </a:p>
        </p:txBody>
      </p:sp>
      <p:sp>
        <p:nvSpPr>
          <p:cNvPr id="28" name="TextBox 27"/>
          <p:cNvSpPr txBox="1"/>
          <p:nvPr/>
        </p:nvSpPr>
        <p:spPr>
          <a:xfrm>
            <a:off x="3295975" y="1818854"/>
            <a:ext cx="90281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Centi</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29" name="TextBox 28"/>
          <p:cNvSpPr txBox="1"/>
          <p:nvPr/>
        </p:nvSpPr>
        <p:spPr>
          <a:xfrm>
            <a:off x="3295975" y="2827777"/>
            <a:ext cx="83388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Deca</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30" name="TextBox 29"/>
          <p:cNvSpPr txBox="1"/>
          <p:nvPr/>
        </p:nvSpPr>
        <p:spPr>
          <a:xfrm>
            <a:off x="3295975" y="3328269"/>
            <a:ext cx="95250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Hecto</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31" name="TextBox 30"/>
          <p:cNvSpPr txBox="1"/>
          <p:nvPr/>
        </p:nvSpPr>
        <p:spPr>
          <a:xfrm>
            <a:off x="3295975" y="3830302"/>
            <a:ext cx="7473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Kilo</a:t>
            </a:r>
          </a:p>
        </p:txBody>
      </p:sp>
      <p:sp>
        <p:nvSpPr>
          <p:cNvPr id="32" name="TextBox 31"/>
          <p:cNvSpPr txBox="1"/>
          <p:nvPr/>
        </p:nvSpPr>
        <p:spPr>
          <a:xfrm>
            <a:off x="3295976" y="4358958"/>
            <a:ext cx="91884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Mega</a:t>
            </a:r>
          </a:p>
        </p:txBody>
      </p:sp>
      <p:sp>
        <p:nvSpPr>
          <p:cNvPr id="33" name="TextBox 32"/>
          <p:cNvSpPr txBox="1"/>
          <p:nvPr/>
        </p:nvSpPr>
        <p:spPr>
          <a:xfrm>
            <a:off x="3295975" y="4822082"/>
            <a:ext cx="81624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Giga</a:t>
            </a:r>
          </a:p>
        </p:txBody>
      </p:sp>
      <p:sp>
        <p:nvSpPr>
          <p:cNvPr id="34" name="TextBox 33"/>
          <p:cNvSpPr txBox="1"/>
          <p:nvPr/>
        </p:nvSpPr>
        <p:spPr>
          <a:xfrm>
            <a:off x="3295976" y="2364369"/>
            <a:ext cx="76495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Deci</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pic>
        <p:nvPicPr>
          <p:cNvPr id="36" name="Picture 3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sp>
        <p:nvSpPr>
          <p:cNvPr id="37" name="TextBox 36">
            <a:extLst>
              <a:ext uri="{FF2B5EF4-FFF2-40B4-BE49-F238E27FC236}">
                <a16:creationId xmlns:a16="http://schemas.microsoft.com/office/drawing/2014/main" id="{905F7242-3784-4664-BC28-9B3C99C7584B}"/>
              </a:ext>
            </a:extLst>
          </p:cNvPr>
          <p:cNvSpPr txBox="1"/>
          <p:nvPr/>
        </p:nvSpPr>
        <p:spPr>
          <a:xfrm>
            <a:off x="1394164" y="1369368"/>
            <a:ext cx="13115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Multiple</a:t>
            </a:r>
          </a:p>
        </p:txBody>
      </p:sp>
      <p:sp>
        <p:nvSpPr>
          <p:cNvPr id="38" name="TextBox 37">
            <a:extLst>
              <a:ext uri="{FF2B5EF4-FFF2-40B4-BE49-F238E27FC236}">
                <a16:creationId xmlns:a16="http://schemas.microsoft.com/office/drawing/2014/main" id="{646A73D2-E0FA-4FC5-85F0-15116EA1334F}"/>
              </a:ext>
            </a:extLst>
          </p:cNvPr>
          <p:cNvSpPr txBox="1"/>
          <p:nvPr/>
        </p:nvSpPr>
        <p:spPr>
          <a:xfrm>
            <a:off x="3416862" y="1355553"/>
            <a:ext cx="98058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Prefix</a:t>
            </a:r>
          </a:p>
        </p:txBody>
      </p:sp>
      <p:sp>
        <p:nvSpPr>
          <p:cNvPr id="39" name="TextBox 38">
            <a:extLst>
              <a:ext uri="{FF2B5EF4-FFF2-40B4-BE49-F238E27FC236}">
                <a16:creationId xmlns:a16="http://schemas.microsoft.com/office/drawing/2014/main" id="{E2F527E0-6D31-483A-A6CE-D8B1D8F6E9C9}"/>
              </a:ext>
            </a:extLst>
          </p:cNvPr>
          <p:cNvSpPr txBox="1"/>
          <p:nvPr/>
        </p:nvSpPr>
        <p:spPr>
          <a:xfrm>
            <a:off x="5061766" y="1343420"/>
            <a:ext cx="117692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Symbol</a:t>
            </a:r>
          </a:p>
        </p:txBody>
      </p:sp>
      <p:pic>
        <p:nvPicPr>
          <p:cNvPr id="2" name="Picture 1">
            <a:extLst>
              <a:ext uri="{FF2B5EF4-FFF2-40B4-BE49-F238E27FC236}">
                <a16:creationId xmlns:a16="http://schemas.microsoft.com/office/drawing/2014/main" id="{55111AFC-28FB-46A1-884C-11257A4DAC96}"/>
              </a:ext>
            </a:extLst>
          </p:cNvPr>
          <p:cNvPicPr>
            <a:picLocks noChangeAspect="1"/>
          </p:cNvPicPr>
          <p:nvPr/>
        </p:nvPicPr>
        <p:blipFill>
          <a:blip r:embed="rId4"/>
          <a:stretch>
            <a:fillRect/>
          </a:stretch>
        </p:blipFill>
        <p:spPr>
          <a:xfrm>
            <a:off x="2720446" y="0"/>
            <a:ext cx="6751107" cy="6858000"/>
          </a:xfrm>
          <a:prstGeom prst="rect">
            <a:avLst/>
          </a:prstGeom>
        </p:spPr>
      </p:pic>
    </p:spTree>
    <p:extLst>
      <p:ext uri="{BB962C8B-B14F-4D97-AF65-F5344CB8AC3E}">
        <p14:creationId xmlns:p14="http://schemas.microsoft.com/office/powerpoint/2010/main" val="175629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left)">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left)">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wipe(left)">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5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wipe(left)">
                                      <p:cBhvr>
                                        <p:cTn id="82" dur="5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wipe(left)">
                                      <p:cBhvr>
                                        <p:cTn id="87" dur="500"/>
                                        <p:tgtEl>
                                          <p:spTgt spid="2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wipe(left)">
                                      <p:cBhvr>
                                        <p:cTn id="92" dur="500"/>
                                        <p:tgtEl>
                                          <p:spTgt spid="3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wipe(left)">
                                      <p:cBhvr>
                                        <p:cTn id="97" dur="500"/>
                                        <p:tgtEl>
                                          <p:spTgt spid="16"/>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wipe(left)">
                                      <p:cBhvr>
                                        <p:cTn id="102" dur="50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wipe(left)">
                                      <p:cBhvr>
                                        <p:cTn id="107" dur="500"/>
                                        <p:tgtEl>
                                          <p:spTgt spid="3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7"/>
                                        </p:tgtEl>
                                        <p:attrNameLst>
                                          <p:attrName>style.visibility</p:attrName>
                                        </p:attrNameLst>
                                      </p:cBhvr>
                                      <p:to>
                                        <p:strVal val="visible"/>
                                      </p:to>
                                    </p:set>
                                    <p:animEffect transition="in" filter="wipe(left)">
                                      <p:cBhvr>
                                        <p:cTn id="112" dur="500"/>
                                        <p:tgtEl>
                                          <p:spTgt spid="1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0"/>
                                        </p:tgtEl>
                                        <p:attrNameLst>
                                          <p:attrName>style.visibility</p:attrName>
                                        </p:attrNameLst>
                                      </p:cBhvr>
                                      <p:to>
                                        <p:strVal val="visible"/>
                                      </p:to>
                                    </p:set>
                                    <p:animEffect transition="in" filter="wipe(left)">
                                      <p:cBhvr>
                                        <p:cTn id="117" dur="500"/>
                                        <p:tgtEl>
                                          <p:spTgt spid="20"/>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9"/>
                                        </p:tgtEl>
                                        <p:attrNameLst>
                                          <p:attrName>style.visibility</p:attrName>
                                        </p:attrNameLst>
                                      </p:cBhvr>
                                      <p:to>
                                        <p:strVal val="visible"/>
                                      </p:to>
                                    </p:set>
                                    <p:animEffect transition="in" filter="wipe(left)">
                                      <p:cBhvr>
                                        <p:cTn id="122" dur="500"/>
                                        <p:tgtEl>
                                          <p:spTgt spid="19"/>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8"/>
                                        </p:tgtEl>
                                        <p:attrNameLst>
                                          <p:attrName>style.visibility</p:attrName>
                                        </p:attrNameLst>
                                      </p:cBhvr>
                                      <p:to>
                                        <p:strVal val="visible"/>
                                      </p:to>
                                    </p:set>
                                    <p:animEffect transition="in" filter="wipe(left)">
                                      <p:cBhvr>
                                        <p:cTn id="127" dur="500"/>
                                        <p:tgtEl>
                                          <p:spTgt spid="18"/>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37"/>
                                        </p:tgtEl>
                                        <p:attrNameLst>
                                          <p:attrName>style.visibility</p:attrName>
                                        </p:attrNameLst>
                                      </p:cBhvr>
                                      <p:to>
                                        <p:strVal val="visible"/>
                                      </p:to>
                                    </p:set>
                                    <p:animEffect transition="in" filter="wipe(left)">
                                      <p:cBhvr>
                                        <p:cTn id="132" dur="500"/>
                                        <p:tgtEl>
                                          <p:spTgt spid="37"/>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38"/>
                                        </p:tgtEl>
                                        <p:attrNameLst>
                                          <p:attrName>style.visibility</p:attrName>
                                        </p:attrNameLst>
                                      </p:cBhvr>
                                      <p:to>
                                        <p:strVal val="visible"/>
                                      </p:to>
                                    </p:set>
                                    <p:animEffect transition="in" filter="wipe(left)">
                                      <p:cBhvr>
                                        <p:cTn id="137" dur="500"/>
                                        <p:tgtEl>
                                          <p:spTgt spid="38"/>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39"/>
                                        </p:tgtEl>
                                        <p:attrNameLst>
                                          <p:attrName>style.visibility</p:attrName>
                                        </p:attrNameLst>
                                      </p:cBhvr>
                                      <p:to>
                                        <p:strVal val="visible"/>
                                      </p:to>
                                    </p:set>
                                    <p:animEffect transition="in" filter="wipe(left)">
                                      <p:cBhvr>
                                        <p:cTn id="14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7" grpId="0"/>
      <p:bldP spid="38" grpId="0"/>
      <p:bldP spid="3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p:cNvGraphicFramePr>
            <a:graphicFrameLocks noGrp="1"/>
          </p:cNvGraphicFramePr>
          <p:nvPr/>
        </p:nvGraphicFramePr>
        <p:xfrm>
          <a:off x="914400" y="1162687"/>
          <a:ext cx="5892800" cy="2472265"/>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494453">
                <a:tc>
                  <a:txBody>
                    <a:bodyPr/>
                    <a:lstStyle/>
                    <a:p>
                      <a:endParaRPr lang="en-US" sz="2400" dirty="0"/>
                    </a:p>
                  </a:txBody>
                  <a:tcPr marL="121920" marR="121920" marT="60960" marB="60960">
                    <a:noFill/>
                  </a:tcPr>
                </a:tc>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0"/>
                  </a:ext>
                </a:extLst>
              </a:tr>
              <a:tr h="494453">
                <a:tc>
                  <a:txBody>
                    <a:bodyPr/>
                    <a:lstStyle/>
                    <a:p>
                      <a:endParaRPr lang="en-US" sz="2400" dirty="0"/>
                    </a:p>
                  </a:txBody>
                  <a:tcPr marL="121920" marR="121920" marT="60960" marB="60960">
                    <a:noFill/>
                  </a:tcPr>
                </a:tc>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1"/>
                  </a:ext>
                </a:extLst>
              </a:tr>
              <a:tr h="494453">
                <a:tc>
                  <a:txBody>
                    <a:bodyPr/>
                    <a:lstStyle/>
                    <a:p>
                      <a:endParaRPr lang="en-US" sz="2400" dirty="0"/>
                    </a:p>
                  </a:txBody>
                  <a:tcPr marL="121920" marR="121920" marT="60960" marB="60960">
                    <a:noFill/>
                  </a:tcPr>
                </a:tc>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2"/>
                  </a:ext>
                </a:extLst>
              </a:tr>
              <a:tr h="494453">
                <a:tc>
                  <a:txBody>
                    <a:bodyPr/>
                    <a:lstStyle/>
                    <a:p>
                      <a:endParaRPr lang="en-US" sz="2400" dirty="0"/>
                    </a:p>
                  </a:txBody>
                  <a:tcPr marL="121920" marR="121920" marT="60960" marB="60960">
                    <a:noFill/>
                  </a:tcPr>
                </a:tc>
                <a:tc>
                  <a:txBody>
                    <a:bodyPr/>
                    <a:lstStyle/>
                    <a:p>
                      <a:endParaRPr lang="en-US" sz="2400"/>
                    </a:p>
                  </a:txBody>
                  <a:tcPr marL="121920" marR="121920" marT="60960" marB="60960">
                    <a:noFill/>
                  </a:tcPr>
                </a:tc>
                <a:tc>
                  <a:txBody>
                    <a:bodyPr/>
                    <a:lstStyle/>
                    <a:p>
                      <a:endParaRPr lang="en-US" sz="2400"/>
                    </a:p>
                  </a:txBody>
                  <a:tcPr marL="121920" marR="121920" marT="60960" marB="60960">
                    <a:noFill/>
                  </a:tcPr>
                </a:tc>
                <a:extLst>
                  <a:ext uri="{0D108BD9-81ED-4DB2-BD59-A6C34878D82A}">
                    <a16:rowId xmlns:a16="http://schemas.microsoft.com/office/drawing/2014/main" val="10003"/>
                  </a:ext>
                </a:extLst>
              </a:tr>
              <a:tr h="494453">
                <a:tc>
                  <a:txBody>
                    <a:bodyPr/>
                    <a:lstStyle/>
                    <a:p>
                      <a:endParaRPr lang="en-US" sz="2400"/>
                    </a:p>
                  </a:txBody>
                  <a:tcPr marL="121920" marR="121920" marT="60960" marB="60960">
                    <a:noFill/>
                  </a:tcPr>
                </a:tc>
                <a:tc>
                  <a:txBody>
                    <a:bodyPr/>
                    <a:lstStyle/>
                    <a:p>
                      <a:endParaRPr lang="en-US" sz="2400"/>
                    </a:p>
                  </a:txBody>
                  <a:tcPr marL="121920" marR="121920" marT="60960" marB="60960">
                    <a:noFill/>
                  </a:tcPr>
                </a:tc>
                <a:tc>
                  <a:txBody>
                    <a:bodyPr/>
                    <a:lstStyle/>
                    <a:p>
                      <a:endParaRPr lang="en-US" sz="2400" dirty="0"/>
                    </a:p>
                  </a:txBody>
                  <a:tcPr marL="121920" marR="121920" marT="60960" marB="60960">
                    <a:no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3903" y="1689101"/>
            <a:ext cx="37221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P</a:t>
            </a:r>
          </a:p>
        </p:txBody>
      </p:sp>
      <p:sp>
        <p:nvSpPr>
          <p:cNvPr id="20" name="TextBox 19"/>
          <p:cNvSpPr txBox="1"/>
          <p:nvPr/>
        </p:nvSpPr>
        <p:spPr>
          <a:xfrm>
            <a:off x="1425377" y="3133958"/>
            <a:ext cx="69762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24</a:t>
            </a:r>
          </a:p>
        </p:txBody>
      </p:sp>
      <p:sp>
        <p:nvSpPr>
          <p:cNvPr id="21" name="TextBox 20"/>
          <p:cNvSpPr txBox="1"/>
          <p:nvPr/>
        </p:nvSpPr>
        <p:spPr>
          <a:xfrm>
            <a:off x="1425377" y="2647212"/>
            <a:ext cx="69762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21</a:t>
            </a:r>
          </a:p>
        </p:txBody>
      </p:sp>
      <p:sp>
        <p:nvSpPr>
          <p:cNvPr id="22" name="TextBox 21"/>
          <p:cNvSpPr txBox="1"/>
          <p:nvPr/>
        </p:nvSpPr>
        <p:spPr>
          <a:xfrm>
            <a:off x="1425377" y="2136024"/>
            <a:ext cx="69762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18</a:t>
            </a:r>
          </a:p>
        </p:txBody>
      </p:sp>
      <p:sp>
        <p:nvSpPr>
          <p:cNvPr id="23" name="TextBox 22"/>
          <p:cNvSpPr txBox="1"/>
          <p:nvPr/>
        </p:nvSpPr>
        <p:spPr>
          <a:xfrm>
            <a:off x="1425377" y="1689101"/>
            <a:ext cx="69762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10</a:t>
            </a:r>
            <a:r>
              <a:rPr kumimoji="0" lang="en-US" sz="2400"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15</a:t>
            </a:r>
          </a:p>
        </p:txBody>
      </p:sp>
      <p:sp>
        <p:nvSpPr>
          <p:cNvPr id="24" name="TextBox 23"/>
          <p:cNvSpPr txBox="1"/>
          <p:nvPr/>
        </p:nvSpPr>
        <p:spPr>
          <a:xfrm>
            <a:off x="3154008" y="1689101"/>
            <a:ext cx="76495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Peta</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6" name="TextBox 15"/>
          <p:cNvSpPr txBox="1"/>
          <p:nvPr/>
        </p:nvSpPr>
        <p:spPr>
          <a:xfrm>
            <a:off x="5483903" y="2136024"/>
            <a:ext cx="3898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E</a:t>
            </a:r>
          </a:p>
        </p:txBody>
      </p:sp>
      <p:sp>
        <p:nvSpPr>
          <p:cNvPr id="17" name="TextBox 16"/>
          <p:cNvSpPr txBox="1"/>
          <p:nvPr/>
        </p:nvSpPr>
        <p:spPr>
          <a:xfrm>
            <a:off x="3154008" y="2136024"/>
            <a:ext cx="69762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Exa</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8" name="TextBox 17"/>
          <p:cNvSpPr txBox="1"/>
          <p:nvPr/>
        </p:nvSpPr>
        <p:spPr>
          <a:xfrm>
            <a:off x="5483903" y="2647212"/>
            <a:ext cx="38985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Z</a:t>
            </a:r>
          </a:p>
        </p:txBody>
      </p:sp>
      <p:sp>
        <p:nvSpPr>
          <p:cNvPr id="25" name="TextBox 24"/>
          <p:cNvSpPr txBox="1"/>
          <p:nvPr/>
        </p:nvSpPr>
        <p:spPr>
          <a:xfrm>
            <a:off x="3154008" y="2647212"/>
            <a:ext cx="78258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Zeta</a:t>
            </a:r>
          </a:p>
        </p:txBody>
      </p:sp>
      <p:sp>
        <p:nvSpPr>
          <p:cNvPr id="26" name="TextBox 25"/>
          <p:cNvSpPr txBox="1"/>
          <p:nvPr/>
        </p:nvSpPr>
        <p:spPr>
          <a:xfrm>
            <a:off x="5509551" y="3133958"/>
            <a:ext cx="33855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y</a:t>
            </a:r>
          </a:p>
        </p:txBody>
      </p:sp>
      <p:sp>
        <p:nvSpPr>
          <p:cNvPr id="27" name="TextBox 26"/>
          <p:cNvSpPr txBox="1"/>
          <p:nvPr/>
        </p:nvSpPr>
        <p:spPr>
          <a:xfrm>
            <a:off x="3154008" y="3133958"/>
            <a:ext cx="88633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Yotta</a:t>
            </a:r>
            <a:endPar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pic>
        <p:nvPicPr>
          <p:cNvPr id="19" name="Picture 18"/>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sp>
        <p:nvSpPr>
          <p:cNvPr id="28" name="TextBox 27">
            <a:extLst>
              <a:ext uri="{FF2B5EF4-FFF2-40B4-BE49-F238E27FC236}">
                <a16:creationId xmlns:a16="http://schemas.microsoft.com/office/drawing/2014/main" id="{0360FE83-3526-4067-9FA7-890A783390F4}"/>
              </a:ext>
            </a:extLst>
          </p:cNvPr>
          <p:cNvSpPr txBox="1"/>
          <p:nvPr/>
        </p:nvSpPr>
        <p:spPr>
          <a:xfrm>
            <a:off x="1274322" y="1242178"/>
            <a:ext cx="152724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Multiple</a:t>
            </a:r>
          </a:p>
        </p:txBody>
      </p:sp>
      <p:sp>
        <p:nvSpPr>
          <p:cNvPr id="29" name="TextBox 28">
            <a:extLst>
              <a:ext uri="{FF2B5EF4-FFF2-40B4-BE49-F238E27FC236}">
                <a16:creationId xmlns:a16="http://schemas.microsoft.com/office/drawing/2014/main" id="{6B53B4F9-D080-405A-8954-886A2816419C}"/>
              </a:ext>
            </a:extLst>
          </p:cNvPr>
          <p:cNvSpPr txBox="1"/>
          <p:nvPr/>
        </p:nvSpPr>
        <p:spPr>
          <a:xfrm>
            <a:off x="3455805" y="1168030"/>
            <a:ext cx="98058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Prefix</a:t>
            </a:r>
          </a:p>
        </p:txBody>
      </p:sp>
      <p:sp>
        <p:nvSpPr>
          <p:cNvPr id="32" name="TextBox 31">
            <a:extLst>
              <a:ext uri="{FF2B5EF4-FFF2-40B4-BE49-F238E27FC236}">
                <a16:creationId xmlns:a16="http://schemas.microsoft.com/office/drawing/2014/main" id="{FC9B440B-1968-445F-963C-2B601DC45861}"/>
              </a:ext>
            </a:extLst>
          </p:cNvPr>
          <p:cNvSpPr txBox="1"/>
          <p:nvPr/>
        </p:nvSpPr>
        <p:spPr>
          <a:xfrm>
            <a:off x="5061767" y="1242178"/>
            <a:ext cx="125648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Symbol</a:t>
            </a:r>
          </a:p>
        </p:txBody>
      </p:sp>
      <p:pic>
        <p:nvPicPr>
          <p:cNvPr id="2" name="Picture 1">
            <a:extLst>
              <a:ext uri="{FF2B5EF4-FFF2-40B4-BE49-F238E27FC236}">
                <a16:creationId xmlns:a16="http://schemas.microsoft.com/office/drawing/2014/main" id="{2DF72CB9-C94F-41C1-8666-E71519B5FA0B}"/>
              </a:ext>
            </a:extLst>
          </p:cNvPr>
          <p:cNvPicPr>
            <a:picLocks noChangeAspect="1"/>
          </p:cNvPicPr>
          <p:nvPr/>
        </p:nvPicPr>
        <p:blipFill>
          <a:blip r:embed="rId4"/>
          <a:stretch>
            <a:fillRect/>
          </a:stretch>
        </p:blipFill>
        <p:spPr>
          <a:xfrm>
            <a:off x="2720446" y="0"/>
            <a:ext cx="6751107" cy="6858000"/>
          </a:xfrm>
          <a:prstGeom prst="rect">
            <a:avLst/>
          </a:prstGeom>
        </p:spPr>
      </p:pic>
    </p:spTree>
    <p:extLst>
      <p:ext uri="{BB962C8B-B14F-4D97-AF65-F5344CB8AC3E}">
        <p14:creationId xmlns:p14="http://schemas.microsoft.com/office/powerpoint/2010/main" val="123206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left)">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left)">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left)">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left)">
                                      <p:cBhvr>
                                        <p:cTn id="72" dur="5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wipe(left)">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wipe(left)">
                                      <p:cBhvr>
                                        <p:cTn id="8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p:bldP spid="21" grpId="0"/>
      <p:bldP spid="22" grpId="0"/>
      <p:bldP spid="23" grpId="0"/>
      <p:bldP spid="24" grpId="0"/>
      <p:bldP spid="16" grpId="0"/>
      <p:bldP spid="17" grpId="0"/>
      <p:bldP spid="18" grpId="0"/>
      <p:bldP spid="25" grpId="0"/>
      <p:bldP spid="26" grpId="0"/>
      <p:bldP spid="27" grpId="0"/>
      <p:bldP spid="28" grpId="0"/>
      <p:bldP spid="29" grpId="0"/>
      <p:bldP spid="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43648" y="1803401"/>
            <a:ext cx="8311552" cy="3046988"/>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C00000"/>
                </a:solidFill>
                <a:effectLst/>
                <a:uLnTx/>
                <a:uFillTx/>
                <a:latin typeface="Calibri Light" panose="020F0302020204030204"/>
                <a:ea typeface="Cambria Math" pitchFamily="18" charset="0"/>
                <a:cs typeface="Times New Roman" pitchFamily="18" charset="0"/>
              </a:rPr>
              <a:t>MASS, WEIGHT, VOLUME, DENSITY AND  TEMPERATURE</a:t>
            </a: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08C9BE5C-F44A-4B8E-80C5-6B9FB720CA97}"/>
              </a:ext>
            </a:extLst>
          </p:cNvPr>
          <p:cNvPicPr>
            <a:picLocks noChangeAspect="1"/>
          </p:cNvPicPr>
          <p:nvPr/>
        </p:nvPicPr>
        <p:blipFill>
          <a:blip r:embed="rId5"/>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799B9577-51EC-4217-A016-3685A8EC4951}"/>
                  </a:ext>
                </a:extLst>
              </p14:cNvPr>
              <p14:cNvContentPartPr/>
              <p14:nvPr/>
            </p14:nvContentPartPr>
            <p14:xfrm>
              <a:off x="2753640" y="1549080"/>
              <a:ext cx="5923440" cy="1510920"/>
            </p14:xfrm>
          </p:contentPart>
        </mc:Choice>
        <mc:Fallback>
          <p:pic>
            <p:nvPicPr>
              <p:cNvPr id="4" name="Ink 3">
                <a:extLst>
                  <a:ext uri="{FF2B5EF4-FFF2-40B4-BE49-F238E27FC236}">
                    <a16:creationId xmlns:a16="http://schemas.microsoft.com/office/drawing/2014/main" id="{799B9577-51EC-4217-A016-3685A8EC4951}"/>
                  </a:ext>
                </a:extLst>
              </p:cNvPr>
              <p:cNvPicPr/>
              <p:nvPr/>
            </p:nvPicPr>
            <p:blipFill>
              <a:blip r:embed="rId7"/>
              <a:stretch>
                <a:fillRect/>
              </a:stretch>
            </p:blipFill>
            <p:spPr>
              <a:xfrm>
                <a:off x="2744280" y="1539720"/>
                <a:ext cx="5942160" cy="1529640"/>
              </a:xfrm>
              <a:prstGeom prst="rect">
                <a:avLst/>
              </a:prstGeom>
            </p:spPr>
          </p:pic>
        </mc:Fallback>
      </mc:AlternateContent>
    </p:spTree>
    <p:extLst>
      <p:ext uri="{BB962C8B-B14F-4D97-AF65-F5344CB8AC3E}">
        <p14:creationId xmlns:p14="http://schemas.microsoft.com/office/powerpoint/2010/main" val="239942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830288" y="931043"/>
            <a:ext cx="3713068"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Mass and Weight</a:t>
            </a:r>
          </a:p>
        </p:txBody>
      </p:sp>
      <p:sp>
        <p:nvSpPr>
          <p:cNvPr id="9" name="TextBox 8"/>
          <p:cNvSpPr txBox="1"/>
          <p:nvPr/>
        </p:nvSpPr>
        <p:spPr>
          <a:xfrm>
            <a:off x="798698" y="1628669"/>
            <a:ext cx="8982139" cy="502766"/>
          </a:xfrm>
          <a:prstGeom prst="rect">
            <a:avLst/>
          </a:prstGeom>
          <a:noFill/>
        </p:spPr>
        <p:txBody>
          <a:bodyPr wrap="none" rtlCol="0">
            <a:spAutoFit/>
          </a:bodyPr>
          <a:lstStyle/>
          <a:p>
            <a:pPr marL="395027" marR="0" lvl="0" indent="-395027"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Mass of a substance is the amount of matter present in it.</a:t>
            </a:r>
          </a:p>
        </p:txBody>
      </p:sp>
      <p:sp>
        <p:nvSpPr>
          <p:cNvPr id="10" name="TextBox 9"/>
          <p:cNvSpPr txBox="1"/>
          <p:nvPr/>
        </p:nvSpPr>
        <p:spPr>
          <a:xfrm>
            <a:off x="798697" y="2054060"/>
            <a:ext cx="8164736" cy="502766"/>
          </a:xfrm>
          <a:prstGeom prst="rect">
            <a:avLst/>
          </a:prstGeom>
          <a:noFill/>
        </p:spPr>
        <p:txBody>
          <a:bodyPr wrap="none" rtlCol="0">
            <a:spAutoFit/>
          </a:bodyPr>
          <a:lstStyle/>
          <a:p>
            <a:pPr marL="461767" marR="0" lvl="0" indent="-461767"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Weight is the force exerted by gravity on an object. </a:t>
            </a:r>
          </a:p>
        </p:txBody>
      </p:sp>
      <p:sp>
        <p:nvSpPr>
          <p:cNvPr id="11" name="TextBox 10"/>
          <p:cNvSpPr txBox="1"/>
          <p:nvPr/>
        </p:nvSpPr>
        <p:spPr>
          <a:xfrm>
            <a:off x="798697" y="2493579"/>
            <a:ext cx="11088503" cy="913199"/>
          </a:xfrm>
          <a:prstGeom prst="rect">
            <a:avLst/>
          </a:prstGeom>
          <a:noFill/>
        </p:spPr>
        <p:txBody>
          <a:bodyPr wrap="square" rtlCol="0">
            <a:spAutoFit/>
          </a:bodyPr>
          <a:lstStyle/>
          <a:p>
            <a:pPr marL="461767" marR="0" lvl="0" indent="-461767"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mass of a substance is constant whereas its weight may vary from one place to another due to change in gravity</a:t>
            </a:r>
          </a:p>
        </p:txBody>
      </p:sp>
      <p:pic>
        <p:nvPicPr>
          <p:cNvPr id="1026" name="Picture 2" descr="C:\Users\User\Desktop\sgyt-stoichiometry diagrams\15.jpg"/>
          <p:cNvPicPr>
            <a:picLocks noChangeAspect="1" noChangeArrowheads="1"/>
          </p:cNvPicPr>
          <p:nvPr/>
        </p:nvPicPr>
        <p:blipFill>
          <a:blip r:embed="rId2"/>
          <a:srcRect/>
          <a:stretch>
            <a:fillRect/>
          </a:stretch>
        </p:blipFill>
        <p:spPr bwMode="auto">
          <a:xfrm>
            <a:off x="2933700" y="4203700"/>
            <a:ext cx="3175000" cy="2406821"/>
          </a:xfrm>
          <a:prstGeom prst="rect">
            <a:avLst/>
          </a:prstGeom>
          <a:noFill/>
        </p:spPr>
      </p:pic>
      <p:pic>
        <p:nvPicPr>
          <p:cNvPr id="1027" name="Picture 3" descr="C:\Users\User\Desktop\sgyt-stoichiometry diagrams\14.gif"/>
          <p:cNvPicPr>
            <a:picLocks noChangeAspect="1" noChangeArrowheads="1"/>
          </p:cNvPicPr>
          <p:nvPr/>
        </p:nvPicPr>
        <p:blipFill>
          <a:blip r:embed="rId3"/>
          <a:srcRect/>
          <a:stretch>
            <a:fillRect/>
          </a:stretch>
        </p:blipFill>
        <p:spPr bwMode="auto">
          <a:xfrm>
            <a:off x="2616200" y="4381501"/>
            <a:ext cx="3657600" cy="2065647"/>
          </a:xfrm>
          <a:prstGeom prst="rect">
            <a:avLst/>
          </a:prstGeom>
          <a:noFill/>
        </p:spPr>
      </p:pic>
      <p:sp>
        <p:nvSpPr>
          <p:cNvPr id="12" name="TextBox 11"/>
          <p:cNvSpPr txBox="1"/>
          <p:nvPr/>
        </p:nvSpPr>
        <p:spPr>
          <a:xfrm>
            <a:off x="798697" y="3429000"/>
            <a:ext cx="6482544" cy="502766"/>
          </a:xfrm>
          <a:prstGeom prst="rect">
            <a:avLst/>
          </a:prstGeom>
          <a:noFill/>
        </p:spPr>
        <p:txBody>
          <a:bodyPr wrap="none" rtlCol="0">
            <a:spAutoFit/>
          </a:bodyPr>
          <a:lstStyle/>
          <a:p>
            <a:pPr marL="461767" marR="0" lvl="0" indent="-461767"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SI unit of mass is kg (1kg = 1000 g).</a:t>
            </a:r>
          </a:p>
        </p:txBody>
      </p:sp>
      <p:pic>
        <p:nvPicPr>
          <p:cNvPr id="13" name="Picture 12"/>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5A1AB83D-CFA8-4B9E-B9A7-94279E5F6DDA}"/>
              </a:ext>
            </a:extLst>
          </p:cNvPr>
          <p:cNvPicPr>
            <a:picLocks noChangeAspect="1"/>
          </p:cNvPicPr>
          <p:nvPr/>
        </p:nvPicPr>
        <p:blipFill>
          <a:blip r:embed="rId6"/>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16728F5B-582D-44DC-B0A1-BA4440EFF168}"/>
                  </a:ext>
                </a:extLst>
              </p14:cNvPr>
              <p14:cNvContentPartPr/>
              <p14:nvPr/>
            </p14:nvContentPartPr>
            <p14:xfrm>
              <a:off x="2163240" y="1787040"/>
              <a:ext cx="9114480" cy="4111560"/>
            </p14:xfrm>
          </p:contentPart>
        </mc:Choice>
        <mc:Fallback>
          <p:pic>
            <p:nvPicPr>
              <p:cNvPr id="3" name="Ink 2">
                <a:extLst>
                  <a:ext uri="{FF2B5EF4-FFF2-40B4-BE49-F238E27FC236}">
                    <a16:creationId xmlns:a16="http://schemas.microsoft.com/office/drawing/2014/main" id="{16728F5B-582D-44DC-B0A1-BA4440EFF168}"/>
                  </a:ext>
                </a:extLst>
              </p:cNvPr>
              <p:cNvPicPr/>
              <p:nvPr/>
            </p:nvPicPr>
            <p:blipFill>
              <a:blip r:embed="rId8"/>
              <a:stretch>
                <a:fillRect/>
              </a:stretch>
            </p:blipFill>
            <p:spPr>
              <a:xfrm>
                <a:off x="2153880" y="1777680"/>
                <a:ext cx="9133200" cy="4130280"/>
              </a:xfrm>
              <a:prstGeom prst="rect">
                <a:avLst/>
              </a:prstGeom>
            </p:spPr>
          </p:pic>
        </mc:Fallback>
      </mc:AlternateContent>
    </p:spTree>
    <p:extLst>
      <p:ext uri="{BB962C8B-B14F-4D97-AF65-F5344CB8AC3E}">
        <p14:creationId xmlns:p14="http://schemas.microsoft.com/office/powerpoint/2010/main" val="167197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wipe(left)">
                                      <p:cBhvr>
                                        <p:cTn id="22" dur="5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27"/>
                                        </p:tgtEl>
                                        <p:attrNameLst>
                                          <p:attrName>style.visibility</p:attrName>
                                        </p:attrNameLst>
                                      </p:cBhvr>
                                      <p:to>
                                        <p:strVal val="visible"/>
                                      </p:to>
                                    </p:set>
                                    <p:animEffect transition="in" filter="dissolve">
                                      <p:cBhvr>
                                        <p:cTn id="27" dur="500"/>
                                        <p:tgtEl>
                                          <p:spTgt spid="102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1027"/>
                                        </p:tgtEl>
                                        <p:attrNameLst>
                                          <p:attrName>style.visibility</p:attrName>
                                        </p:attrNameLst>
                                      </p:cBhvr>
                                      <p:to>
                                        <p:strVal val="hidden"/>
                                      </p:to>
                                    </p:set>
                                  </p:childTnLst>
                                </p:cTn>
                              </p:par>
                            </p:childTnLst>
                          </p:cTn>
                        </p:par>
                        <p:par>
                          <p:cTn id="32" fill="hold">
                            <p:stCondLst>
                              <p:cond delay="0"/>
                            </p:stCondLst>
                            <p:childTnLst>
                              <p:par>
                                <p:cTn id="33" presetID="47" presetClass="entr" presetSubtype="0" fill="hold" nodeType="afterEffect">
                                  <p:stCondLst>
                                    <p:cond delay="0"/>
                                  </p:stCondLst>
                                  <p:childTnLst>
                                    <p:set>
                                      <p:cBhvr>
                                        <p:cTn id="34" dur="1" fill="hold">
                                          <p:stCondLst>
                                            <p:cond delay="0"/>
                                          </p:stCondLst>
                                        </p:cTn>
                                        <p:tgtEl>
                                          <p:spTgt spid="1026"/>
                                        </p:tgtEl>
                                        <p:attrNameLst>
                                          <p:attrName>style.visibility</p:attrName>
                                        </p:attrNameLst>
                                      </p:cBhvr>
                                      <p:to>
                                        <p:strVal val="visible"/>
                                      </p:to>
                                    </p:set>
                                    <p:animEffect transition="in" filter="fade">
                                      <p:cBhvr>
                                        <p:cTn id="35" dur="1000"/>
                                        <p:tgtEl>
                                          <p:spTgt spid="1026"/>
                                        </p:tgtEl>
                                      </p:cBhvr>
                                    </p:animEffect>
                                    <p:anim calcmode="lin" valueType="num">
                                      <p:cBhvr>
                                        <p:cTn id="36" dur="1000" fill="hold"/>
                                        <p:tgtEl>
                                          <p:spTgt spid="1026"/>
                                        </p:tgtEl>
                                        <p:attrNameLst>
                                          <p:attrName>ppt_x</p:attrName>
                                        </p:attrNameLst>
                                      </p:cBhvr>
                                      <p:tavLst>
                                        <p:tav tm="0">
                                          <p:val>
                                            <p:strVal val="#ppt_x"/>
                                          </p:val>
                                        </p:tav>
                                        <p:tav tm="100000">
                                          <p:val>
                                            <p:strVal val="#ppt_x"/>
                                          </p:val>
                                        </p:tav>
                                      </p:tavLst>
                                    </p:anim>
                                    <p:anim calcmode="lin" valueType="num">
                                      <p:cBhvr>
                                        <p:cTn id="37"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lt">
                                    <p:tmPct val="10000"/>
                                  </p:iterate>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build="p"/>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798697" y="931043"/>
            <a:ext cx="1896032"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Volume:</a:t>
            </a:r>
          </a:p>
        </p:txBody>
      </p:sp>
      <p:sp>
        <p:nvSpPr>
          <p:cNvPr id="10" name="TextBox 9"/>
          <p:cNvSpPr txBox="1"/>
          <p:nvPr/>
        </p:nvSpPr>
        <p:spPr>
          <a:xfrm>
            <a:off x="677515" y="1715809"/>
            <a:ext cx="11209685"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Volume has the units of (length)</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3</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So in </a:t>
            </a:r>
            <a:r>
              <a:rPr kumimoji="0" lang="en-US" sz="2667" b="1" i="0" u="none" strike="noStrike" kern="1200" cap="none" spc="0" normalizeH="0" baseline="0" noProof="0" dirty="0">
                <a:ln>
                  <a:noFill/>
                </a:ln>
                <a:solidFill>
                  <a:srgbClr val="FF0000"/>
                </a:solidFill>
                <a:effectLst/>
                <a:uLnTx/>
                <a:uFillTx/>
                <a:latin typeface="Times New Roman" pitchFamily="18" charset="0"/>
                <a:ea typeface="Cambria Math" pitchFamily="18" charset="0"/>
                <a:cs typeface="Times New Roman" pitchFamily="18" charset="0"/>
              </a:rPr>
              <a:t>SI system,</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volume has units of </a:t>
            </a:r>
            <a:r>
              <a:rPr kumimoji="0" lang="en-US" sz="2667" b="1" i="0" u="none" strike="noStrike" kern="1200" cap="none" spc="0" normalizeH="0" baseline="0" noProof="0" dirty="0">
                <a:ln>
                  <a:noFill/>
                </a:ln>
                <a:solidFill>
                  <a:srgbClr val="0070C0"/>
                </a:solidFill>
                <a:effectLst/>
                <a:uLnTx/>
                <a:uFillTx/>
                <a:latin typeface="Times New Roman" pitchFamily="18" charset="0"/>
                <a:ea typeface="Cambria Math" pitchFamily="18" charset="0"/>
                <a:cs typeface="Times New Roman" pitchFamily="18" charset="0"/>
              </a:rPr>
              <a:t>m</a:t>
            </a:r>
            <a:r>
              <a:rPr kumimoji="0" lang="en-US" sz="2667" b="1" i="0" u="none" strike="noStrike" kern="1200" cap="none" spc="0" normalizeH="0" baseline="30000" noProof="0" dirty="0">
                <a:ln>
                  <a:noFill/>
                </a:ln>
                <a:solidFill>
                  <a:srgbClr val="0070C0"/>
                </a:solidFill>
                <a:effectLst/>
                <a:uLnTx/>
                <a:uFillTx/>
                <a:latin typeface="Times New Roman" pitchFamily="18" charset="0"/>
                <a:ea typeface="Cambria Math" pitchFamily="18" charset="0"/>
                <a:cs typeface="Times New Roman" pitchFamily="18" charset="0"/>
              </a:rPr>
              <a:t>3</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1" name="TextBox 10"/>
          <p:cNvSpPr txBox="1"/>
          <p:nvPr/>
        </p:nvSpPr>
        <p:spPr>
          <a:xfrm>
            <a:off x="677515" y="2622828"/>
            <a:ext cx="7943649" cy="502766"/>
          </a:xfrm>
          <a:prstGeom prst="rect">
            <a:avLst/>
          </a:prstGeom>
          <a:noFill/>
        </p:spPr>
        <p:txBody>
          <a:bodyPr wrap="none" rtlCol="0">
            <a:spAutoFit/>
          </a:bodyPr>
          <a:lstStyle/>
          <a:p>
            <a:pPr marL="528508" marR="0" lvl="0" indent="-528508"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smaller volumes are denoted in cm</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3</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or dm</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3</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units.</a:t>
            </a:r>
          </a:p>
        </p:txBody>
      </p:sp>
      <p:sp>
        <p:nvSpPr>
          <p:cNvPr id="12" name="TextBox 11"/>
          <p:cNvSpPr txBox="1"/>
          <p:nvPr/>
        </p:nvSpPr>
        <p:spPr>
          <a:xfrm>
            <a:off x="677515" y="3243595"/>
            <a:ext cx="11412885" cy="913199"/>
          </a:xfrm>
          <a:prstGeom prst="rect">
            <a:avLst/>
          </a:prstGeom>
          <a:noFill/>
        </p:spPr>
        <p:txBody>
          <a:bodyPr wrap="square" rtlCol="0">
            <a:spAutoFit/>
          </a:bodyPr>
          <a:lstStyle/>
          <a:p>
            <a:pPr marL="463539" marR="0" lvl="0" indent="-463539"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 common unit, liter (L) which is not an </a:t>
            </a:r>
            <a:r>
              <a:rPr kumimoji="0" lang="en-US" sz="2667" b="1" i="0" u="none" strike="noStrike" kern="1200" cap="none" spc="0" normalizeH="0" baseline="0" noProof="0" dirty="0">
                <a:ln>
                  <a:noFill/>
                </a:ln>
                <a:solidFill>
                  <a:srgbClr val="FF0000"/>
                </a:solidFill>
                <a:effectLst/>
                <a:uLnTx/>
                <a:uFillTx/>
                <a:latin typeface="Times New Roman" pitchFamily="18" charset="0"/>
                <a:ea typeface="Cambria Math" pitchFamily="18" charset="0"/>
                <a:cs typeface="Times New Roman" pitchFamily="18" charset="0"/>
              </a:rPr>
              <a:t>SI unit,</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is used for measurement of  volume of liquids.</a:t>
            </a:r>
          </a:p>
        </p:txBody>
      </p:sp>
      <p:sp>
        <p:nvSpPr>
          <p:cNvPr id="13" name="TextBox 12"/>
          <p:cNvSpPr txBox="1"/>
          <p:nvPr/>
        </p:nvSpPr>
        <p:spPr>
          <a:xfrm>
            <a:off x="1091222" y="4241800"/>
            <a:ext cx="4953985" cy="5027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1 L = 1 dm</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3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1000 ml</a:t>
            </a:r>
            <a:r>
              <a:rPr kumimoji="0" lang="en-US" sz="2667" b="1" i="1"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1000cm</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3</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765D5593-F4D6-4E6E-837D-101D70B0E5A7}"/>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296CC48E-929E-4539-BCEE-161EE0069B00}"/>
                  </a:ext>
                </a:extLst>
              </p14:cNvPr>
              <p14:cNvContentPartPr/>
              <p14:nvPr/>
            </p14:nvContentPartPr>
            <p14:xfrm>
              <a:off x="375840" y="2160"/>
              <a:ext cx="11815920" cy="6855480"/>
            </p14:xfrm>
          </p:contentPart>
        </mc:Choice>
        <mc:Fallback>
          <p:pic>
            <p:nvPicPr>
              <p:cNvPr id="3" name="Ink 2">
                <a:extLst>
                  <a:ext uri="{FF2B5EF4-FFF2-40B4-BE49-F238E27FC236}">
                    <a16:creationId xmlns:a16="http://schemas.microsoft.com/office/drawing/2014/main" id="{296CC48E-929E-4539-BCEE-161EE0069B00}"/>
                  </a:ext>
                </a:extLst>
              </p:cNvPr>
              <p:cNvPicPr/>
              <p:nvPr/>
            </p:nvPicPr>
            <p:blipFill>
              <a:blip r:embed="rId6"/>
              <a:stretch>
                <a:fillRect/>
              </a:stretch>
            </p:blipFill>
            <p:spPr>
              <a:xfrm>
                <a:off x="366480" y="-7200"/>
                <a:ext cx="11834640" cy="6874200"/>
              </a:xfrm>
              <a:prstGeom prst="rect">
                <a:avLst/>
              </a:prstGeom>
            </p:spPr>
          </p:pic>
        </mc:Fallback>
      </mc:AlternateContent>
    </p:spTree>
    <p:extLst>
      <p:ext uri="{BB962C8B-B14F-4D97-AF65-F5344CB8AC3E}">
        <p14:creationId xmlns:p14="http://schemas.microsoft.com/office/powerpoint/2010/main" val="41637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wipe(left)">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wipe(left)">
                                      <p:cBhvr>
                                        <p:cTn id="22" dur="500"/>
                                        <p:tgtEl>
                                          <p:spTgt spid="1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build="p"/>
      <p:bldP spid="11" grpId="0"/>
      <p:bldP spid="12" grpId="0" build="p"/>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98698" y="931043"/>
            <a:ext cx="1885453"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Density:</a:t>
            </a:r>
          </a:p>
        </p:txBody>
      </p:sp>
      <p:sp>
        <p:nvSpPr>
          <p:cNvPr id="11" name="TextBox 10"/>
          <p:cNvSpPr txBox="1"/>
          <p:nvPr/>
        </p:nvSpPr>
        <p:spPr>
          <a:xfrm>
            <a:off x="657860" y="2616200"/>
            <a:ext cx="951279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Density of a substance is its amount of mass per unit volume. </a:t>
            </a:r>
          </a:p>
        </p:txBody>
      </p:sp>
      <p:grpSp>
        <p:nvGrpSpPr>
          <p:cNvPr id="16" name="Group 15"/>
          <p:cNvGrpSpPr/>
          <p:nvPr/>
        </p:nvGrpSpPr>
        <p:grpSpPr>
          <a:xfrm>
            <a:off x="1024286" y="3242366"/>
            <a:ext cx="4564855" cy="502766"/>
            <a:chOff x="493394" y="2431772"/>
            <a:chExt cx="3423641" cy="377074"/>
          </a:xfrm>
        </p:grpSpPr>
        <p:sp>
          <p:nvSpPr>
            <p:cNvPr id="12" name="TextBox 11"/>
            <p:cNvSpPr txBox="1"/>
            <p:nvPr/>
          </p:nvSpPr>
          <p:spPr>
            <a:xfrm>
              <a:off x="493394" y="2431772"/>
              <a:ext cx="2177519" cy="3770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SI units of density </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3" name="TextBox 12"/>
            <p:cNvSpPr txBox="1"/>
            <p:nvPr/>
          </p:nvSpPr>
          <p:spPr>
            <a:xfrm>
              <a:off x="2680116" y="2431772"/>
              <a:ext cx="285174" cy="3770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4" name="TextBox 13"/>
            <p:cNvSpPr txBox="1"/>
            <p:nvPr/>
          </p:nvSpPr>
          <p:spPr>
            <a:xfrm>
              <a:off x="3030735" y="2431772"/>
              <a:ext cx="886300" cy="3770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Kg m</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-3</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grpSp>
      <p:sp>
        <p:nvSpPr>
          <p:cNvPr id="15" name="TextBox 14"/>
          <p:cNvSpPr txBox="1"/>
          <p:nvPr/>
        </p:nvSpPr>
        <p:spPr>
          <a:xfrm>
            <a:off x="657859" y="3911520"/>
            <a:ext cx="5405903"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Density is also expressed in </a:t>
            </a:r>
            <a:r>
              <a:rPr kumimoji="0" lang="en-US" sz="2667" b="1" i="0" u="none" strike="noStrike" kern="1200" cap="none" spc="0" normalizeH="0" baseline="0" noProof="0" dirty="0">
                <a:ln>
                  <a:noFill/>
                </a:ln>
                <a:solidFill>
                  <a:srgbClr val="00B050"/>
                </a:solidFill>
                <a:effectLst/>
                <a:uLnTx/>
                <a:uFillTx/>
                <a:latin typeface="Times New Roman" pitchFamily="18" charset="0"/>
                <a:ea typeface="Cambria Math" pitchFamily="18" charset="0"/>
                <a:cs typeface="Times New Roman" pitchFamily="18" charset="0"/>
              </a:rPr>
              <a:t>gcm</a:t>
            </a:r>
            <a:r>
              <a:rPr kumimoji="0" lang="en-US" sz="2667" b="1" i="0" u="none" strike="noStrike" kern="1200" cap="none" spc="0" normalizeH="0" baseline="30000" noProof="0" dirty="0">
                <a:ln>
                  <a:noFill/>
                </a:ln>
                <a:solidFill>
                  <a:srgbClr val="00B050"/>
                </a:solidFill>
                <a:effectLst/>
                <a:uLnTx/>
                <a:uFillTx/>
                <a:latin typeface="Times New Roman" pitchFamily="18" charset="0"/>
                <a:ea typeface="Cambria Math" pitchFamily="18" charset="0"/>
                <a:cs typeface="Times New Roman" pitchFamily="18" charset="0"/>
              </a:rPr>
              <a:t>-3</a:t>
            </a:r>
            <a:endParaRPr kumimoji="0" lang="en-US" sz="2667" b="1" i="0" u="none" strike="noStrike" kern="1200" cap="none" spc="0" normalizeH="0" baseline="0" noProof="0" dirty="0">
              <a:ln>
                <a:noFill/>
              </a:ln>
              <a:solidFill>
                <a:srgbClr val="00B050"/>
              </a:solidFill>
              <a:effectLst/>
              <a:uLnTx/>
              <a:uFillTx/>
              <a:latin typeface="Times New Roman" pitchFamily="18" charset="0"/>
              <a:ea typeface="Cambria Math" pitchFamily="18" charset="0"/>
              <a:cs typeface="Times New Roman" pitchFamily="18" charset="0"/>
            </a:endParaRPr>
          </a:p>
        </p:txBody>
      </p:sp>
      <p:grpSp>
        <p:nvGrpSpPr>
          <p:cNvPr id="4" name="Group 3"/>
          <p:cNvGrpSpPr/>
          <p:nvPr/>
        </p:nvGrpSpPr>
        <p:grpSpPr>
          <a:xfrm>
            <a:off x="4160275" y="931043"/>
            <a:ext cx="2999618" cy="1493819"/>
            <a:chOff x="6270172" y="764336"/>
            <a:chExt cx="2249714" cy="1120364"/>
          </a:xfrm>
        </p:grpSpPr>
        <p:sp>
          <p:nvSpPr>
            <p:cNvPr id="9" name="Cloud Callout 8"/>
            <p:cNvSpPr/>
            <p:nvPr/>
          </p:nvSpPr>
          <p:spPr>
            <a:xfrm>
              <a:off x="6270172" y="764336"/>
              <a:ext cx="2249714" cy="1120364"/>
            </a:xfrm>
            <a:prstGeom prst="cloudCallout">
              <a:avLst>
                <a:gd name="adj1" fmla="val -94370"/>
                <a:gd name="adj2" fmla="val -16525"/>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
          <p:nvSpPr>
            <p:cNvPr id="10" name="TextBox 9"/>
            <p:cNvSpPr txBox="1"/>
            <p:nvPr/>
          </p:nvSpPr>
          <p:spPr>
            <a:xfrm>
              <a:off x="6423883" y="1070029"/>
              <a:ext cx="1071447" cy="34624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Density =</a:t>
              </a:r>
            </a:p>
          </p:txBody>
        </p:sp>
        <p:sp>
          <p:nvSpPr>
            <p:cNvPr id="17" name="TextBox 16"/>
            <p:cNvSpPr txBox="1"/>
            <p:nvPr/>
          </p:nvSpPr>
          <p:spPr>
            <a:xfrm>
              <a:off x="7566682" y="895350"/>
              <a:ext cx="651861" cy="34624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Mass</a:t>
              </a:r>
            </a:p>
          </p:txBody>
        </p:sp>
        <p:sp>
          <p:nvSpPr>
            <p:cNvPr id="18" name="TextBox 17"/>
            <p:cNvSpPr txBox="1"/>
            <p:nvPr/>
          </p:nvSpPr>
          <p:spPr>
            <a:xfrm>
              <a:off x="7449248" y="1251312"/>
              <a:ext cx="886733" cy="34624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Volume</a:t>
              </a:r>
            </a:p>
          </p:txBody>
        </p:sp>
        <p:cxnSp>
          <p:nvCxnSpPr>
            <p:cNvPr id="3" name="Straight Connector 2"/>
            <p:cNvCxnSpPr/>
            <p:nvPr/>
          </p:nvCxnSpPr>
          <p:spPr>
            <a:xfrm>
              <a:off x="7467600" y="1254695"/>
              <a:ext cx="838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9" name="Picture 18"/>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43C7AB11-554C-4DC6-9392-A717D20D811C}"/>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4BF7980C-294F-4F24-B285-32C9E84DB696}"/>
                  </a:ext>
                </a:extLst>
              </p14:cNvPr>
              <p14:cNvContentPartPr/>
              <p14:nvPr/>
            </p14:nvContentPartPr>
            <p14:xfrm>
              <a:off x="4225320" y="1031040"/>
              <a:ext cx="6613920" cy="3604320"/>
            </p14:xfrm>
          </p:contentPart>
        </mc:Choice>
        <mc:Fallback>
          <p:pic>
            <p:nvPicPr>
              <p:cNvPr id="5" name="Ink 4">
                <a:extLst>
                  <a:ext uri="{FF2B5EF4-FFF2-40B4-BE49-F238E27FC236}">
                    <a16:creationId xmlns:a16="http://schemas.microsoft.com/office/drawing/2014/main" id="{4BF7980C-294F-4F24-B285-32C9E84DB696}"/>
                  </a:ext>
                </a:extLst>
              </p:cNvPr>
              <p:cNvPicPr/>
              <p:nvPr/>
            </p:nvPicPr>
            <p:blipFill>
              <a:blip r:embed="rId6"/>
              <a:stretch>
                <a:fillRect/>
              </a:stretch>
            </p:blipFill>
            <p:spPr>
              <a:xfrm>
                <a:off x="4215960" y="1021680"/>
                <a:ext cx="6632640" cy="3623040"/>
              </a:xfrm>
              <a:prstGeom prst="rect">
                <a:avLst/>
              </a:prstGeom>
            </p:spPr>
          </p:pic>
        </mc:Fallback>
      </mc:AlternateContent>
    </p:spTree>
    <p:extLst>
      <p:ext uri="{BB962C8B-B14F-4D97-AF65-F5344CB8AC3E}">
        <p14:creationId xmlns:p14="http://schemas.microsoft.com/office/powerpoint/2010/main" val="178889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iterate type="lt">
                                    <p:tmPct val="10000"/>
                                  </p:iterate>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ed Rectangle 20"/>
          <p:cNvSpPr/>
          <p:nvPr/>
        </p:nvSpPr>
        <p:spPr>
          <a:xfrm>
            <a:off x="1296236" y="3917648"/>
            <a:ext cx="3048000" cy="1016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p:cNvSpPr txBox="1"/>
          <p:nvPr/>
        </p:nvSpPr>
        <p:spPr>
          <a:xfrm>
            <a:off x="798698" y="931043"/>
            <a:ext cx="3004669"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Temperature:</a:t>
            </a:r>
          </a:p>
        </p:txBody>
      </p:sp>
      <p:sp>
        <p:nvSpPr>
          <p:cNvPr id="12" name="TextBox 11"/>
          <p:cNvSpPr txBox="1"/>
          <p:nvPr/>
        </p:nvSpPr>
        <p:spPr>
          <a:xfrm>
            <a:off x="890234" y="1656251"/>
            <a:ext cx="882158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There are three common scales to measure temperatures</a:t>
            </a:r>
            <a:endParaRPr kumimoji="0" lang="en-US" sz="2667" b="1" i="0" u="none" strike="noStrike" kern="1200" cap="none" spc="0" normalizeH="0" baseline="0" noProof="0" dirty="0">
              <a:ln>
                <a:noFill/>
              </a:ln>
              <a:solidFill>
                <a:srgbClr val="00B050"/>
              </a:solidFill>
              <a:effectLst/>
              <a:uLnTx/>
              <a:uFillTx/>
              <a:latin typeface="Times New Roman" pitchFamily="18" charset="0"/>
              <a:ea typeface="Cambria Math" pitchFamily="18" charset="0"/>
              <a:cs typeface="Times New Roman" pitchFamily="18" charset="0"/>
            </a:endParaRPr>
          </a:p>
        </p:txBody>
      </p:sp>
      <p:sp>
        <p:nvSpPr>
          <p:cNvPr id="13" name="TextBox 12"/>
          <p:cNvSpPr txBox="1"/>
          <p:nvPr/>
        </p:nvSpPr>
        <p:spPr>
          <a:xfrm>
            <a:off x="1352445" y="2189731"/>
            <a:ext cx="3490314" cy="502766"/>
          </a:xfrm>
          <a:prstGeom prst="rect">
            <a:avLst/>
          </a:prstGeom>
          <a:noFill/>
        </p:spPr>
        <p:txBody>
          <a:bodyPr wrap="none" rtlCol="0">
            <a:spAutoFit/>
          </a:bodyPr>
          <a:lstStyle/>
          <a:p>
            <a:pPr marL="457189" marR="0" lvl="0" indent="-457189"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0</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c(degree Celsius), </a:t>
            </a:r>
          </a:p>
        </p:txBody>
      </p:sp>
      <p:sp>
        <p:nvSpPr>
          <p:cNvPr id="14" name="TextBox 13"/>
          <p:cNvSpPr txBox="1"/>
          <p:nvPr/>
        </p:nvSpPr>
        <p:spPr>
          <a:xfrm>
            <a:off x="5048741" y="2189731"/>
            <a:ext cx="3937938" cy="502766"/>
          </a:xfrm>
          <a:prstGeom prst="rect">
            <a:avLst/>
          </a:prstGeom>
          <a:noFill/>
        </p:spPr>
        <p:txBody>
          <a:bodyPr wrap="none" rtlCol="0">
            <a:spAutoFit/>
          </a:bodyPr>
          <a:lstStyle/>
          <a:p>
            <a:pPr marL="380990" marR="0" lvl="0" indent="-380990"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0</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F (degree Fahrenheit).</a:t>
            </a:r>
          </a:p>
        </p:txBody>
      </p:sp>
      <p:sp>
        <p:nvSpPr>
          <p:cNvPr id="15" name="TextBox 14"/>
          <p:cNvSpPr txBox="1"/>
          <p:nvPr/>
        </p:nvSpPr>
        <p:spPr>
          <a:xfrm>
            <a:off x="1371797" y="2819400"/>
            <a:ext cx="2287806" cy="502766"/>
          </a:xfrm>
          <a:prstGeom prst="rect">
            <a:avLst/>
          </a:prstGeom>
          <a:noFill/>
        </p:spPr>
        <p:txBody>
          <a:bodyPr wrap="none" rtlCol="0">
            <a:spAutoFit/>
          </a:bodyPr>
          <a:lstStyle/>
          <a:p>
            <a:pPr marL="380990" marR="0" lvl="0" indent="-380990"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K ( Kelvin)</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6" name="TextBox 15"/>
          <p:cNvSpPr txBox="1"/>
          <p:nvPr/>
        </p:nvSpPr>
        <p:spPr>
          <a:xfrm>
            <a:off x="890234" y="3327400"/>
            <a:ext cx="4788875"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0</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F is related to </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0</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C as follows.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grpSp>
        <p:nvGrpSpPr>
          <p:cNvPr id="27" name="Group 26"/>
          <p:cNvGrpSpPr/>
          <p:nvPr/>
        </p:nvGrpSpPr>
        <p:grpSpPr>
          <a:xfrm>
            <a:off x="1199849" y="3946867"/>
            <a:ext cx="3017349" cy="909953"/>
            <a:chOff x="728360" y="3210070"/>
            <a:chExt cx="2263012" cy="682465"/>
          </a:xfrm>
        </p:grpSpPr>
        <p:sp>
          <p:nvSpPr>
            <p:cNvPr id="17" name="TextBox 16"/>
            <p:cNvSpPr txBox="1"/>
            <p:nvPr/>
          </p:nvSpPr>
          <p:spPr>
            <a:xfrm>
              <a:off x="728360" y="3343542"/>
              <a:ext cx="443872"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0</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F</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18" name="TextBox 17"/>
            <p:cNvSpPr txBox="1"/>
            <p:nvPr/>
          </p:nvSpPr>
          <p:spPr>
            <a:xfrm>
              <a:off x="1150816" y="3343542"/>
              <a:ext cx="348894"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grpSp>
          <p:nvGrpSpPr>
            <p:cNvPr id="26" name="Group 25"/>
            <p:cNvGrpSpPr/>
            <p:nvPr/>
          </p:nvGrpSpPr>
          <p:grpSpPr>
            <a:xfrm>
              <a:off x="1495098" y="3210070"/>
              <a:ext cx="365005" cy="682465"/>
              <a:chOff x="1626010" y="3210070"/>
              <a:chExt cx="365005" cy="682465"/>
            </a:xfrm>
          </p:grpSpPr>
          <p:sp>
            <p:nvSpPr>
              <p:cNvPr id="19" name="TextBox 18"/>
              <p:cNvSpPr txBox="1"/>
              <p:nvPr/>
            </p:nvSpPr>
            <p:spPr>
              <a:xfrm>
                <a:off x="1641776" y="3210070"/>
                <a:ext cx="267141"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9</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20" name="TextBox 19"/>
              <p:cNvSpPr txBox="1"/>
              <p:nvPr/>
            </p:nvSpPr>
            <p:spPr>
              <a:xfrm>
                <a:off x="1641776" y="3515460"/>
                <a:ext cx="267141"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5</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cxnSp>
            <p:nvCxnSpPr>
              <p:cNvPr id="22" name="Straight Connector 21"/>
              <p:cNvCxnSpPr/>
              <p:nvPr/>
            </p:nvCxnSpPr>
            <p:spPr>
              <a:xfrm>
                <a:off x="1626010" y="3562350"/>
                <a:ext cx="36500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Box 22"/>
            <p:cNvSpPr txBox="1"/>
            <p:nvPr/>
          </p:nvSpPr>
          <p:spPr>
            <a:xfrm>
              <a:off x="1760868" y="3315405"/>
              <a:ext cx="707165"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 </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0</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C)</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24" name="TextBox 23"/>
            <p:cNvSpPr txBox="1"/>
            <p:nvPr/>
          </p:nvSpPr>
          <p:spPr>
            <a:xfrm>
              <a:off x="2317532" y="3315405"/>
              <a:ext cx="348894"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25" name="TextBox 24"/>
            <p:cNvSpPr txBox="1"/>
            <p:nvPr/>
          </p:nvSpPr>
          <p:spPr>
            <a:xfrm>
              <a:off x="2531871" y="3315405"/>
              <a:ext cx="459501" cy="3770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32</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grpSp>
      <p:sp>
        <p:nvSpPr>
          <p:cNvPr id="28" name="Rounded Rectangle 27"/>
          <p:cNvSpPr/>
          <p:nvPr/>
        </p:nvSpPr>
        <p:spPr>
          <a:xfrm>
            <a:off x="1403048" y="5722256"/>
            <a:ext cx="3048000" cy="7366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TextBox 28"/>
          <p:cNvSpPr txBox="1"/>
          <p:nvPr/>
        </p:nvSpPr>
        <p:spPr>
          <a:xfrm>
            <a:off x="890234" y="5073952"/>
            <a:ext cx="8304389"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The Kelvin scale is related to Celsius scale as follows:</a:t>
            </a:r>
          </a:p>
        </p:txBody>
      </p:sp>
      <p:grpSp>
        <p:nvGrpSpPr>
          <p:cNvPr id="30" name="Group 29"/>
          <p:cNvGrpSpPr/>
          <p:nvPr/>
        </p:nvGrpSpPr>
        <p:grpSpPr>
          <a:xfrm>
            <a:off x="1403049" y="5823777"/>
            <a:ext cx="2902527" cy="502766"/>
            <a:chOff x="1203434" y="1212750"/>
            <a:chExt cx="2176895" cy="377074"/>
          </a:xfrm>
        </p:grpSpPr>
        <p:sp>
          <p:nvSpPr>
            <p:cNvPr id="31" name="TextBox 30"/>
            <p:cNvSpPr txBox="1"/>
            <p:nvPr/>
          </p:nvSpPr>
          <p:spPr>
            <a:xfrm>
              <a:off x="1203434" y="1212750"/>
              <a:ext cx="338073" cy="3770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K</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32" name="TextBox 31"/>
            <p:cNvSpPr txBox="1"/>
            <p:nvPr/>
          </p:nvSpPr>
          <p:spPr>
            <a:xfrm>
              <a:off x="1524000" y="1212750"/>
              <a:ext cx="348894" cy="3770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33" name="TextBox 32"/>
            <p:cNvSpPr txBox="1"/>
            <p:nvPr/>
          </p:nvSpPr>
          <p:spPr>
            <a:xfrm>
              <a:off x="1842506" y="1212750"/>
              <a:ext cx="472726" cy="3770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0</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C</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34" name="TextBox 33"/>
            <p:cNvSpPr txBox="1"/>
            <p:nvPr/>
          </p:nvSpPr>
          <p:spPr>
            <a:xfrm>
              <a:off x="2256847" y="1212750"/>
              <a:ext cx="348894" cy="3770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35" name="TextBox 34"/>
            <p:cNvSpPr txBox="1"/>
            <p:nvPr/>
          </p:nvSpPr>
          <p:spPr>
            <a:xfrm>
              <a:off x="2471186" y="1212750"/>
              <a:ext cx="909143" cy="37707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273.15</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grpSp>
      <p:pic>
        <p:nvPicPr>
          <p:cNvPr id="36" name="Picture 3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C4C8F266-8798-4835-931A-340775B6F1B4}"/>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E0CF49C0-6D63-4126-B548-737BAC0E4CF9}"/>
                  </a:ext>
                </a:extLst>
              </p14:cNvPr>
              <p14:cNvContentPartPr/>
              <p14:nvPr/>
            </p14:nvContentPartPr>
            <p14:xfrm>
              <a:off x="644400" y="440280"/>
              <a:ext cx="9480600" cy="5949720"/>
            </p14:xfrm>
          </p:contentPart>
        </mc:Choice>
        <mc:Fallback>
          <p:pic>
            <p:nvPicPr>
              <p:cNvPr id="3" name="Ink 2">
                <a:extLst>
                  <a:ext uri="{FF2B5EF4-FFF2-40B4-BE49-F238E27FC236}">
                    <a16:creationId xmlns:a16="http://schemas.microsoft.com/office/drawing/2014/main" id="{E0CF49C0-6D63-4126-B548-737BAC0E4CF9}"/>
                  </a:ext>
                </a:extLst>
              </p:cNvPr>
              <p:cNvPicPr/>
              <p:nvPr/>
            </p:nvPicPr>
            <p:blipFill>
              <a:blip r:embed="rId6"/>
              <a:stretch>
                <a:fillRect/>
              </a:stretch>
            </p:blipFill>
            <p:spPr>
              <a:xfrm>
                <a:off x="635040" y="430920"/>
                <a:ext cx="9499320" cy="5968440"/>
              </a:xfrm>
              <a:prstGeom prst="rect">
                <a:avLst/>
              </a:prstGeom>
            </p:spPr>
          </p:pic>
        </mc:Fallback>
      </mc:AlternateContent>
    </p:spTree>
    <p:extLst>
      <p:ext uri="{BB962C8B-B14F-4D97-AF65-F5344CB8AC3E}">
        <p14:creationId xmlns:p14="http://schemas.microsoft.com/office/powerpoint/2010/main" val="87222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left)">
                                      <p:cBhvr>
                                        <p:cTn id="41" dur="10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wipe(left)">
                                      <p:cBhvr>
                                        <p:cTn id="46" dur="500"/>
                                        <p:tgtEl>
                                          <p:spTgt spid="2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left)">
                                      <p:cBhvr>
                                        <p:cTn id="51" dur="500"/>
                                        <p:tgtEl>
                                          <p:spTgt spid="30"/>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wipe(left)">
                                      <p:cBhvr>
                                        <p:cTn id="55"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1" grpId="0" animBg="1"/>
      <p:bldP spid="12" grpId="0"/>
      <p:bldP spid="13" grpId="0"/>
      <p:bldP spid="14" grpId="0"/>
      <p:bldP spid="15" grpId="0"/>
      <p:bldP spid="16" grpId="0"/>
      <p:bldP spid="28" grpId="0" animBg="1"/>
      <p:bldP spid="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54401" y="965120"/>
            <a:ext cx="3929281"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667" b="1" i="0" u="none" strike="noStrike" kern="1200" cap="none" spc="0" normalizeH="0" baseline="0" noProof="0" dirty="0">
                <a:ln>
                  <a:noFill/>
                </a:ln>
                <a:solidFill>
                  <a:srgbClr val="3333CC"/>
                </a:solidFill>
                <a:effectLst/>
                <a:uLnTx/>
                <a:uFillTx/>
                <a:latin typeface="Times New Roman" pitchFamily="18" charset="0"/>
                <a:ea typeface="+mn-ea"/>
                <a:cs typeface="Times New Roman" pitchFamily="18" charset="0"/>
              </a:rPr>
              <a:t>Multiple Choice Question</a:t>
            </a:r>
          </a:p>
        </p:txBody>
      </p:sp>
      <p:sp>
        <p:nvSpPr>
          <p:cNvPr id="21" name="Rectangle 20"/>
          <p:cNvSpPr>
            <a:spLocks noChangeArrowheads="1"/>
          </p:cNvSpPr>
          <p:nvPr/>
        </p:nvSpPr>
        <p:spPr bwMode="auto">
          <a:xfrm>
            <a:off x="812584" y="1498600"/>
            <a:ext cx="641605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1. </a:t>
            </a:r>
            <a:r>
              <a:rPr kumimoji="0" lang="en-IN" sz="2667"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What is the unit for luminous intensity ?</a:t>
            </a:r>
          </a:p>
        </p:txBody>
      </p:sp>
      <p:sp>
        <p:nvSpPr>
          <p:cNvPr id="22" name="Rectangle 21"/>
          <p:cNvSpPr>
            <a:spLocks noChangeArrowheads="1"/>
          </p:cNvSpPr>
          <p:nvPr/>
        </p:nvSpPr>
        <p:spPr bwMode="auto">
          <a:xfrm>
            <a:off x="812584" y="2019340"/>
            <a:ext cx="441146"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23" name="Rectangle 22"/>
          <p:cNvSpPr>
            <a:spLocks noChangeArrowheads="1"/>
          </p:cNvSpPr>
          <p:nvPr/>
        </p:nvSpPr>
        <p:spPr bwMode="auto">
          <a:xfrm>
            <a:off x="1237747" y="2019340"/>
            <a:ext cx="3561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g</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24" name="Rectangle 23"/>
          <p:cNvSpPr>
            <a:spLocks noChangeArrowheads="1"/>
          </p:cNvSpPr>
          <p:nvPr/>
        </p:nvSpPr>
        <p:spPr bwMode="auto">
          <a:xfrm>
            <a:off x="3555784" y="2019340"/>
            <a:ext cx="46038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25" name="Rectangle 24"/>
          <p:cNvSpPr>
            <a:spLocks noChangeArrowheads="1"/>
          </p:cNvSpPr>
          <p:nvPr/>
        </p:nvSpPr>
        <p:spPr bwMode="auto">
          <a:xfrm>
            <a:off x="4069083" y="2019340"/>
            <a:ext cx="64152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mg</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26" name="Rectangle 25"/>
          <p:cNvSpPr>
            <a:spLocks noChangeArrowheads="1"/>
          </p:cNvSpPr>
          <p:nvPr/>
        </p:nvSpPr>
        <p:spPr bwMode="auto">
          <a:xfrm>
            <a:off x="6703019" y="2019340"/>
            <a:ext cx="42191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27" name="Rectangle 26"/>
          <p:cNvSpPr>
            <a:spLocks noChangeArrowheads="1"/>
          </p:cNvSpPr>
          <p:nvPr/>
        </p:nvSpPr>
        <p:spPr bwMode="auto">
          <a:xfrm>
            <a:off x="7218683" y="2019340"/>
            <a:ext cx="527709"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cd</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28" name="Rectangle 27"/>
          <p:cNvSpPr>
            <a:spLocks noChangeArrowheads="1"/>
          </p:cNvSpPr>
          <p:nvPr/>
        </p:nvSpPr>
        <p:spPr bwMode="auto">
          <a:xfrm>
            <a:off x="9299460" y="2019340"/>
            <a:ext cx="46038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29" name="Rectangle 28"/>
          <p:cNvSpPr>
            <a:spLocks noChangeArrowheads="1"/>
          </p:cNvSpPr>
          <p:nvPr/>
        </p:nvSpPr>
        <p:spPr bwMode="auto">
          <a:xfrm>
            <a:off x="9815017" y="2019340"/>
            <a:ext cx="70564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All </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0" name="Rectangle 29"/>
          <p:cNvSpPr>
            <a:spLocks noChangeArrowheads="1"/>
          </p:cNvSpPr>
          <p:nvPr/>
        </p:nvSpPr>
        <p:spPr bwMode="auto">
          <a:xfrm>
            <a:off x="812584" y="2679900"/>
            <a:ext cx="144340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2. </a:t>
            </a:r>
            <a:r>
              <a:rPr kumimoji="0" lang="en-IN" sz="2667"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1L = ?</a:t>
            </a:r>
          </a:p>
        </p:txBody>
      </p:sp>
      <p:sp>
        <p:nvSpPr>
          <p:cNvPr id="31" name="Rectangle 30"/>
          <p:cNvSpPr>
            <a:spLocks noChangeArrowheads="1"/>
          </p:cNvSpPr>
          <p:nvPr/>
        </p:nvSpPr>
        <p:spPr bwMode="auto">
          <a:xfrm>
            <a:off x="812584" y="3200640"/>
            <a:ext cx="441146"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2" name="Rectangle 31"/>
          <p:cNvSpPr>
            <a:spLocks noChangeArrowheads="1"/>
          </p:cNvSpPr>
          <p:nvPr/>
        </p:nvSpPr>
        <p:spPr bwMode="auto">
          <a:xfrm>
            <a:off x="1237747" y="3200640"/>
            <a:ext cx="133562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1000 m</a:t>
            </a:r>
            <a:r>
              <a:rPr kumimoji="0" lang="en-US"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l</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a:spLocks noChangeArrowheads="1"/>
          </p:cNvSpPr>
          <p:nvPr/>
        </p:nvSpPr>
        <p:spPr bwMode="auto">
          <a:xfrm>
            <a:off x="3555784" y="3200640"/>
            <a:ext cx="46038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4" name="Rectangle 33"/>
          <p:cNvSpPr>
            <a:spLocks noChangeArrowheads="1"/>
          </p:cNvSpPr>
          <p:nvPr/>
        </p:nvSpPr>
        <p:spPr bwMode="auto">
          <a:xfrm>
            <a:off x="4069083" y="3200640"/>
            <a:ext cx="1507144"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1000 cm</a:t>
            </a:r>
            <a:r>
              <a:rPr kumimoji="0" lang="en-US" sz="2667" b="1" i="0" u="none" strike="noStrike" kern="1200" cap="none" spc="0" normalizeH="0" baseline="30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3</a:t>
            </a:r>
            <a:endParaRPr kumimoji="0" lang="en-IN" sz="2667" b="1" i="0" u="none" strike="noStrike" kern="1200" cap="none" spc="0" normalizeH="0" baseline="30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5" name="Rectangle 34"/>
          <p:cNvSpPr>
            <a:spLocks noChangeArrowheads="1"/>
          </p:cNvSpPr>
          <p:nvPr/>
        </p:nvSpPr>
        <p:spPr bwMode="auto">
          <a:xfrm>
            <a:off x="6703019" y="3200640"/>
            <a:ext cx="42191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6" name="Rectangle 35"/>
          <p:cNvSpPr>
            <a:spLocks noChangeArrowheads="1"/>
          </p:cNvSpPr>
          <p:nvPr/>
        </p:nvSpPr>
        <p:spPr bwMode="auto">
          <a:xfrm>
            <a:off x="7218683" y="3200640"/>
            <a:ext cx="1031051"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1 dm</a:t>
            </a:r>
            <a:r>
              <a:rPr kumimoji="0" lang="en-US" sz="2667" b="1" i="0" u="none" strike="noStrike" kern="1200" cap="none" spc="0" normalizeH="0" baseline="30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3</a:t>
            </a:r>
            <a:endParaRPr kumimoji="0" lang="en-IN" sz="2667" b="1" i="0" u="none" strike="noStrike" kern="1200" cap="none" spc="0" normalizeH="0" baseline="30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7" name="Rectangle 36"/>
          <p:cNvSpPr>
            <a:spLocks noChangeArrowheads="1"/>
          </p:cNvSpPr>
          <p:nvPr/>
        </p:nvSpPr>
        <p:spPr bwMode="auto">
          <a:xfrm>
            <a:off x="9299460" y="3200640"/>
            <a:ext cx="46038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8" name="Rectangle 37"/>
          <p:cNvSpPr>
            <a:spLocks noChangeArrowheads="1"/>
          </p:cNvSpPr>
          <p:nvPr/>
        </p:nvSpPr>
        <p:spPr bwMode="auto">
          <a:xfrm>
            <a:off x="9815017" y="3200640"/>
            <a:ext cx="70564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All </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05" name="Rectangle 104"/>
          <p:cNvSpPr>
            <a:spLocks noChangeArrowheads="1"/>
          </p:cNvSpPr>
          <p:nvPr/>
        </p:nvSpPr>
        <p:spPr bwMode="auto">
          <a:xfrm>
            <a:off x="812585" y="3835720"/>
            <a:ext cx="4696029"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3. </a:t>
            </a:r>
            <a:r>
              <a:rPr kumimoji="0" lang="en-IN" sz="2667"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Which is correct statement ?</a:t>
            </a:r>
          </a:p>
        </p:txBody>
      </p:sp>
      <p:sp>
        <p:nvSpPr>
          <p:cNvPr id="106" name="Rectangle 105"/>
          <p:cNvSpPr>
            <a:spLocks noChangeArrowheads="1"/>
          </p:cNvSpPr>
          <p:nvPr/>
        </p:nvSpPr>
        <p:spPr bwMode="auto">
          <a:xfrm>
            <a:off x="812584" y="4788180"/>
            <a:ext cx="441146"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07" name="Rectangle 106"/>
          <p:cNvSpPr>
            <a:spLocks noChangeArrowheads="1"/>
          </p:cNvSpPr>
          <p:nvPr/>
        </p:nvSpPr>
        <p:spPr bwMode="auto">
          <a:xfrm>
            <a:off x="1237747" y="4788180"/>
            <a:ext cx="393056"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08" name="Rectangle 107"/>
          <p:cNvSpPr>
            <a:spLocks noChangeArrowheads="1"/>
          </p:cNvSpPr>
          <p:nvPr/>
        </p:nvSpPr>
        <p:spPr bwMode="auto">
          <a:xfrm>
            <a:off x="6703019" y="4788180"/>
            <a:ext cx="46038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14" name="Rectangle 113"/>
          <p:cNvSpPr>
            <a:spLocks noChangeArrowheads="1"/>
          </p:cNvSpPr>
          <p:nvPr/>
        </p:nvSpPr>
        <p:spPr bwMode="auto">
          <a:xfrm>
            <a:off x="1576104" y="4788180"/>
            <a:ext cx="38023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15" name="Rectangle 114"/>
          <p:cNvSpPr>
            <a:spLocks noChangeArrowheads="1"/>
          </p:cNvSpPr>
          <p:nvPr/>
        </p:nvSpPr>
        <p:spPr bwMode="auto">
          <a:xfrm>
            <a:off x="2014624" y="4546920"/>
            <a:ext cx="3561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5</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16" name="Rectangle 115"/>
          <p:cNvSpPr>
            <a:spLocks noChangeArrowheads="1"/>
          </p:cNvSpPr>
          <p:nvPr/>
        </p:nvSpPr>
        <p:spPr bwMode="auto">
          <a:xfrm>
            <a:off x="2014624" y="5029440"/>
            <a:ext cx="3561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9</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116"/>
          <p:cNvSpPr>
            <a:spLocks noChangeArrowheads="1"/>
          </p:cNvSpPr>
          <p:nvPr/>
        </p:nvSpPr>
        <p:spPr bwMode="auto">
          <a:xfrm>
            <a:off x="2427376" y="4788180"/>
            <a:ext cx="54534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30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0</a:t>
            </a: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cxnSp>
        <p:nvCxnSpPr>
          <p:cNvPr id="119" name="Straight Connector 118"/>
          <p:cNvCxnSpPr/>
          <p:nvPr/>
        </p:nvCxnSpPr>
        <p:spPr>
          <a:xfrm>
            <a:off x="2101308" y="5053862"/>
            <a:ext cx="243840" cy="21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120"/>
          <p:cNvSpPr>
            <a:spLocks noChangeArrowheads="1"/>
          </p:cNvSpPr>
          <p:nvPr/>
        </p:nvSpPr>
        <p:spPr bwMode="auto">
          <a:xfrm>
            <a:off x="3036976" y="4788180"/>
            <a:ext cx="38023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22" name="Rectangle 121"/>
          <p:cNvSpPr>
            <a:spLocks noChangeArrowheads="1"/>
          </p:cNvSpPr>
          <p:nvPr/>
        </p:nvSpPr>
        <p:spPr bwMode="auto">
          <a:xfrm>
            <a:off x="3419865" y="4788180"/>
            <a:ext cx="527709"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32</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23" name="Rectangle 122"/>
          <p:cNvSpPr>
            <a:spLocks noChangeArrowheads="1"/>
          </p:cNvSpPr>
          <p:nvPr/>
        </p:nvSpPr>
        <p:spPr bwMode="auto">
          <a:xfrm>
            <a:off x="7186272" y="4788180"/>
            <a:ext cx="393056"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24" name="Rectangle 123"/>
          <p:cNvSpPr>
            <a:spLocks noChangeArrowheads="1"/>
          </p:cNvSpPr>
          <p:nvPr/>
        </p:nvSpPr>
        <p:spPr bwMode="auto">
          <a:xfrm>
            <a:off x="7524629" y="4788180"/>
            <a:ext cx="38023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25" name="Rectangle 124"/>
          <p:cNvSpPr>
            <a:spLocks noChangeArrowheads="1"/>
          </p:cNvSpPr>
          <p:nvPr/>
        </p:nvSpPr>
        <p:spPr bwMode="auto">
          <a:xfrm>
            <a:off x="7963150" y="4546920"/>
            <a:ext cx="3561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9</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26" name="Rectangle 125"/>
          <p:cNvSpPr>
            <a:spLocks noChangeArrowheads="1"/>
          </p:cNvSpPr>
          <p:nvPr/>
        </p:nvSpPr>
        <p:spPr bwMode="auto">
          <a:xfrm>
            <a:off x="7963150" y="5029440"/>
            <a:ext cx="3561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5</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27" name="Rectangle 126"/>
          <p:cNvSpPr>
            <a:spLocks noChangeArrowheads="1"/>
          </p:cNvSpPr>
          <p:nvPr/>
        </p:nvSpPr>
        <p:spPr bwMode="auto">
          <a:xfrm>
            <a:off x="8375901" y="4788180"/>
            <a:ext cx="54534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30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0</a:t>
            </a: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cxnSp>
        <p:nvCxnSpPr>
          <p:cNvPr id="128" name="Straight Connector 127"/>
          <p:cNvCxnSpPr/>
          <p:nvPr/>
        </p:nvCxnSpPr>
        <p:spPr>
          <a:xfrm>
            <a:off x="8049833" y="5053862"/>
            <a:ext cx="243840" cy="21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Rectangle 128"/>
          <p:cNvSpPr>
            <a:spLocks noChangeArrowheads="1"/>
          </p:cNvSpPr>
          <p:nvPr/>
        </p:nvSpPr>
        <p:spPr bwMode="auto">
          <a:xfrm>
            <a:off x="8985501" y="4788180"/>
            <a:ext cx="38023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0" name="Rectangle 129"/>
          <p:cNvSpPr>
            <a:spLocks noChangeArrowheads="1"/>
          </p:cNvSpPr>
          <p:nvPr/>
        </p:nvSpPr>
        <p:spPr bwMode="auto">
          <a:xfrm>
            <a:off x="9368390" y="4788180"/>
            <a:ext cx="527709"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32</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1" name="Rectangle 130"/>
          <p:cNvSpPr>
            <a:spLocks noChangeArrowheads="1"/>
          </p:cNvSpPr>
          <p:nvPr/>
        </p:nvSpPr>
        <p:spPr bwMode="auto">
          <a:xfrm>
            <a:off x="812584" y="5796500"/>
            <a:ext cx="42191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2" name="Rectangle 131"/>
          <p:cNvSpPr>
            <a:spLocks noChangeArrowheads="1"/>
          </p:cNvSpPr>
          <p:nvPr/>
        </p:nvSpPr>
        <p:spPr bwMode="auto">
          <a:xfrm>
            <a:off x="1295837" y="5796500"/>
            <a:ext cx="393056"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3" name="Rectangle 132"/>
          <p:cNvSpPr>
            <a:spLocks noChangeArrowheads="1"/>
          </p:cNvSpPr>
          <p:nvPr/>
        </p:nvSpPr>
        <p:spPr bwMode="auto">
          <a:xfrm>
            <a:off x="1634195" y="5796500"/>
            <a:ext cx="38023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4" name="Rectangle 133"/>
          <p:cNvSpPr>
            <a:spLocks noChangeArrowheads="1"/>
          </p:cNvSpPr>
          <p:nvPr/>
        </p:nvSpPr>
        <p:spPr bwMode="auto">
          <a:xfrm>
            <a:off x="2072715" y="5575620"/>
            <a:ext cx="3561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9</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5" name="Rectangle 134"/>
          <p:cNvSpPr>
            <a:spLocks noChangeArrowheads="1"/>
          </p:cNvSpPr>
          <p:nvPr/>
        </p:nvSpPr>
        <p:spPr bwMode="auto">
          <a:xfrm>
            <a:off x="2072715" y="5991980"/>
            <a:ext cx="3561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5</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6" name="Rectangle 135"/>
          <p:cNvSpPr>
            <a:spLocks noChangeArrowheads="1"/>
          </p:cNvSpPr>
          <p:nvPr/>
        </p:nvSpPr>
        <p:spPr bwMode="auto">
          <a:xfrm>
            <a:off x="2485467" y="5796500"/>
            <a:ext cx="54534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30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0</a:t>
            </a: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cxnSp>
        <p:nvCxnSpPr>
          <p:cNvPr id="137" name="Straight Connector 136"/>
          <p:cNvCxnSpPr/>
          <p:nvPr/>
        </p:nvCxnSpPr>
        <p:spPr>
          <a:xfrm>
            <a:off x="2159399" y="6062182"/>
            <a:ext cx="243840" cy="21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Rectangle 137"/>
          <p:cNvSpPr>
            <a:spLocks noChangeArrowheads="1"/>
          </p:cNvSpPr>
          <p:nvPr/>
        </p:nvSpPr>
        <p:spPr bwMode="auto">
          <a:xfrm>
            <a:off x="3095067" y="5796500"/>
            <a:ext cx="38023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9" name="Rectangle 138"/>
          <p:cNvSpPr>
            <a:spLocks noChangeArrowheads="1"/>
          </p:cNvSpPr>
          <p:nvPr/>
        </p:nvSpPr>
        <p:spPr bwMode="auto">
          <a:xfrm>
            <a:off x="3477955" y="5796500"/>
            <a:ext cx="527709"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23</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40" name="Rectangle 139"/>
          <p:cNvSpPr>
            <a:spLocks noChangeArrowheads="1"/>
          </p:cNvSpPr>
          <p:nvPr/>
        </p:nvSpPr>
        <p:spPr bwMode="auto">
          <a:xfrm>
            <a:off x="6703019" y="5796500"/>
            <a:ext cx="46038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a:t>
            </a:r>
            <a:endParaRPr kumimoji="0" lang="en-IN"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41" name="Rectangle 140"/>
          <p:cNvSpPr>
            <a:spLocks noChangeArrowheads="1"/>
          </p:cNvSpPr>
          <p:nvPr/>
        </p:nvSpPr>
        <p:spPr bwMode="auto">
          <a:xfrm>
            <a:off x="7186272" y="5796500"/>
            <a:ext cx="393056"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42" name="Rectangle 141"/>
          <p:cNvSpPr>
            <a:spLocks noChangeArrowheads="1"/>
          </p:cNvSpPr>
          <p:nvPr/>
        </p:nvSpPr>
        <p:spPr bwMode="auto">
          <a:xfrm>
            <a:off x="7524629" y="5796500"/>
            <a:ext cx="38023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43" name="Rectangle 142"/>
          <p:cNvSpPr>
            <a:spLocks noChangeArrowheads="1"/>
          </p:cNvSpPr>
          <p:nvPr/>
        </p:nvSpPr>
        <p:spPr bwMode="auto">
          <a:xfrm>
            <a:off x="7963150" y="5575620"/>
            <a:ext cx="3561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5</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44" name="Rectangle 143"/>
          <p:cNvSpPr>
            <a:spLocks noChangeArrowheads="1"/>
          </p:cNvSpPr>
          <p:nvPr/>
        </p:nvSpPr>
        <p:spPr bwMode="auto">
          <a:xfrm>
            <a:off x="7963150" y="5991980"/>
            <a:ext cx="356188"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9</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45" name="Rectangle 144"/>
          <p:cNvSpPr>
            <a:spLocks noChangeArrowheads="1"/>
          </p:cNvSpPr>
          <p:nvPr/>
        </p:nvSpPr>
        <p:spPr bwMode="auto">
          <a:xfrm>
            <a:off x="8375901" y="5796500"/>
            <a:ext cx="54534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3000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0</a:t>
            </a: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cxnSp>
        <p:nvCxnSpPr>
          <p:cNvPr id="146" name="Straight Connector 145"/>
          <p:cNvCxnSpPr/>
          <p:nvPr/>
        </p:nvCxnSpPr>
        <p:spPr>
          <a:xfrm>
            <a:off x="8049833" y="6062182"/>
            <a:ext cx="243840" cy="21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7" name="Rectangle 146"/>
          <p:cNvSpPr>
            <a:spLocks noChangeArrowheads="1"/>
          </p:cNvSpPr>
          <p:nvPr/>
        </p:nvSpPr>
        <p:spPr bwMode="auto">
          <a:xfrm>
            <a:off x="8985501" y="5796500"/>
            <a:ext cx="380232"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48" name="Rectangle 147"/>
          <p:cNvSpPr>
            <a:spLocks noChangeArrowheads="1"/>
          </p:cNvSpPr>
          <p:nvPr/>
        </p:nvSpPr>
        <p:spPr bwMode="auto">
          <a:xfrm>
            <a:off x="9368390" y="5796500"/>
            <a:ext cx="527709"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marR="0" lvl="0" indent="-457200" algn="l" defTabSz="914400" rtl="0" eaLnBrk="0" fontAlgn="auto" latinLnBrk="0" hangingPunct="0">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23</a:t>
            </a:r>
            <a:endParaRPr kumimoji="0" lang="en-IN" sz="2667" b="1" i="1"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213" name="Picture 212"/>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21540" y="1888953"/>
            <a:ext cx="684896" cy="663868"/>
          </a:xfrm>
          <a:prstGeom prst="rect">
            <a:avLst/>
          </a:prstGeom>
        </p:spPr>
      </p:pic>
      <p:pic>
        <p:nvPicPr>
          <p:cNvPr id="214" name="Picture 213"/>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05861" y="3135446"/>
            <a:ext cx="684896" cy="663868"/>
          </a:xfrm>
          <a:prstGeom prst="rect">
            <a:avLst/>
          </a:prstGeom>
        </p:spPr>
      </p:pic>
      <p:pic>
        <p:nvPicPr>
          <p:cNvPr id="215" name="Picture 214"/>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54328" y="4600533"/>
            <a:ext cx="684896" cy="663868"/>
          </a:xfrm>
          <a:prstGeom prst="rect">
            <a:avLst/>
          </a:prstGeom>
        </p:spPr>
      </p:pic>
      <p:pic>
        <p:nvPicPr>
          <p:cNvPr id="61" name="Picture 60"/>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3" name="Picture 2">
            <a:extLst>
              <a:ext uri="{FF2B5EF4-FFF2-40B4-BE49-F238E27FC236}">
                <a16:creationId xmlns:a16="http://schemas.microsoft.com/office/drawing/2014/main" id="{B7AF530F-9D6D-4771-8C20-CCA541D2458E}"/>
              </a:ext>
            </a:extLst>
          </p:cNvPr>
          <p:cNvPicPr>
            <a:picLocks noChangeAspect="1"/>
          </p:cNvPicPr>
          <p:nvPr/>
        </p:nvPicPr>
        <p:blipFill>
          <a:blip r:embed="rId5"/>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EBDEA8EF-9C36-43B6-93B8-2C75C1A949CA}"/>
                  </a:ext>
                </a:extLst>
              </p14:cNvPr>
              <p14:cNvContentPartPr/>
              <p14:nvPr/>
            </p14:nvContentPartPr>
            <p14:xfrm>
              <a:off x="1661040" y="2160"/>
              <a:ext cx="6871320" cy="6083640"/>
            </p14:xfrm>
          </p:contentPart>
        </mc:Choice>
        <mc:Fallback>
          <p:pic>
            <p:nvPicPr>
              <p:cNvPr id="4" name="Ink 3">
                <a:extLst>
                  <a:ext uri="{FF2B5EF4-FFF2-40B4-BE49-F238E27FC236}">
                    <a16:creationId xmlns:a16="http://schemas.microsoft.com/office/drawing/2014/main" id="{EBDEA8EF-9C36-43B6-93B8-2C75C1A949CA}"/>
                  </a:ext>
                </a:extLst>
              </p:cNvPr>
              <p:cNvPicPr/>
              <p:nvPr/>
            </p:nvPicPr>
            <p:blipFill>
              <a:blip r:embed="rId7"/>
              <a:stretch>
                <a:fillRect/>
              </a:stretch>
            </p:blipFill>
            <p:spPr>
              <a:xfrm>
                <a:off x="1651680" y="-7200"/>
                <a:ext cx="6890040" cy="6102360"/>
              </a:xfrm>
              <a:prstGeom prst="rect">
                <a:avLst/>
              </a:prstGeom>
            </p:spPr>
          </p:pic>
        </mc:Fallback>
      </mc:AlternateContent>
    </p:spTree>
    <p:extLst>
      <p:ext uri="{BB962C8B-B14F-4D97-AF65-F5344CB8AC3E}">
        <p14:creationId xmlns:p14="http://schemas.microsoft.com/office/powerpoint/2010/main" val="12128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
                                  </p:iterate>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lt">
                                    <p:tmPct val="10000"/>
                                  </p:iterate>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
                                  </p:iterate>
                                  <p:childTnLst>
                                    <p:set>
                                      <p:cBhvr>
                                        <p:cTn id="46" dur="1" fill="hold">
                                          <p:stCondLst>
                                            <p:cond delay="0"/>
                                          </p:stCondLst>
                                        </p:cTn>
                                        <p:tgtEl>
                                          <p:spTgt spid="28"/>
                                        </p:tgtEl>
                                        <p:attrNameLst>
                                          <p:attrName>style.visibility</p:attrName>
                                        </p:attrNameLst>
                                      </p:cBhvr>
                                      <p:to>
                                        <p:strVal val="visible"/>
                                      </p:to>
                                    </p:set>
                                    <p:animEffect transition="in" filter="wipe(left)">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
                                  </p:iterate>
                                  <p:childTnLst>
                                    <p:set>
                                      <p:cBhvr>
                                        <p:cTn id="51" dur="1" fill="hold">
                                          <p:stCondLst>
                                            <p:cond delay="0"/>
                                          </p:stCondLst>
                                        </p:cTn>
                                        <p:tgtEl>
                                          <p:spTgt spid="29"/>
                                        </p:tgtEl>
                                        <p:attrNameLst>
                                          <p:attrName>style.visibility</p:attrName>
                                        </p:attrNameLst>
                                      </p:cBhvr>
                                      <p:to>
                                        <p:strVal val="visible"/>
                                      </p:to>
                                    </p:set>
                                    <p:animEffect transition="in" filter="wipe(left)">
                                      <p:cBhvr>
                                        <p:cTn id="52" dur="50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3"/>
                                        </p:tgtEl>
                                        <p:attrNameLst>
                                          <p:attrName>style.visibility</p:attrName>
                                        </p:attrNameLst>
                                      </p:cBhvr>
                                      <p:to>
                                        <p:strVal val="visible"/>
                                      </p:to>
                                    </p:set>
                                    <p:animEffect transition="in" filter="wipe(left)">
                                      <p:cBhvr>
                                        <p:cTn id="57" dur="500"/>
                                        <p:tgtEl>
                                          <p:spTgt spid="21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lt">
                                    <p:tmPct val="10000"/>
                                  </p:iterate>
                                  <p:childTnLst>
                                    <p:set>
                                      <p:cBhvr>
                                        <p:cTn id="61" dur="1" fill="hold">
                                          <p:stCondLst>
                                            <p:cond delay="0"/>
                                          </p:stCondLst>
                                        </p:cTn>
                                        <p:tgtEl>
                                          <p:spTgt spid="30"/>
                                        </p:tgtEl>
                                        <p:attrNameLst>
                                          <p:attrName>style.visibility</p:attrName>
                                        </p:attrNameLst>
                                      </p:cBhvr>
                                      <p:to>
                                        <p:strVal val="visible"/>
                                      </p:to>
                                    </p:set>
                                    <p:animEffect transition="in" filter="wipe(left)">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iterate type="lt">
                                    <p:tmPct val="10000"/>
                                  </p:iterate>
                                  <p:childTnLst>
                                    <p:set>
                                      <p:cBhvr>
                                        <p:cTn id="66" dur="1" fill="hold">
                                          <p:stCondLst>
                                            <p:cond delay="0"/>
                                          </p:stCondLst>
                                        </p:cTn>
                                        <p:tgtEl>
                                          <p:spTgt spid="31"/>
                                        </p:tgtEl>
                                        <p:attrNameLst>
                                          <p:attrName>style.visibility</p:attrName>
                                        </p:attrNameLst>
                                      </p:cBhvr>
                                      <p:to>
                                        <p:strVal val="visible"/>
                                      </p:to>
                                    </p:set>
                                    <p:animEffect transition="in" filter="wipe(left)">
                                      <p:cBhvr>
                                        <p:cTn id="67" dur="500"/>
                                        <p:tgtEl>
                                          <p:spTgt spid="3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iterate type="lt">
                                    <p:tmPct val="10000"/>
                                  </p:iterate>
                                  <p:childTnLst>
                                    <p:set>
                                      <p:cBhvr>
                                        <p:cTn id="71" dur="1" fill="hold">
                                          <p:stCondLst>
                                            <p:cond delay="0"/>
                                          </p:stCondLst>
                                        </p:cTn>
                                        <p:tgtEl>
                                          <p:spTgt spid="32"/>
                                        </p:tgtEl>
                                        <p:attrNameLst>
                                          <p:attrName>style.visibility</p:attrName>
                                        </p:attrNameLst>
                                      </p:cBhvr>
                                      <p:to>
                                        <p:strVal val="visible"/>
                                      </p:to>
                                    </p:set>
                                    <p:animEffect transition="in" filter="wipe(left)">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iterate type="lt">
                                    <p:tmPct val="10000"/>
                                  </p:iterate>
                                  <p:childTnLst>
                                    <p:set>
                                      <p:cBhvr>
                                        <p:cTn id="76" dur="1" fill="hold">
                                          <p:stCondLst>
                                            <p:cond delay="0"/>
                                          </p:stCondLst>
                                        </p:cTn>
                                        <p:tgtEl>
                                          <p:spTgt spid="33"/>
                                        </p:tgtEl>
                                        <p:attrNameLst>
                                          <p:attrName>style.visibility</p:attrName>
                                        </p:attrNameLst>
                                      </p:cBhvr>
                                      <p:to>
                                        <p:strVal val="visible"/>
                                      </p:to>
                                    </p:set>
                                    <p:animEffect transition="in" filter="wipe(left)">
                                      <p:cBhvr>
                                        <p:cTn id="77" dur="500"/>
                                        <p:tgtEl>
                                          <p:spTgt spid="3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iterate type="lt">
                                    <p:tmPct val="10000"/>
                                  </p:iterate>
                                  <p:childTnLst>
                                    <p:set>
                                      <p:cBhvr>
                                        <p:cTn id="81" dur="1" fill="hold">
                                          <p:stCondLst>
                                            <p:cond delay="0"/>
                                          </p:stCondLst>
                                        </p:cTn>
                                        <p:tgtEl>
                                          <p:spTgt spid="34"/>
                                        </p:tgtEl>
                                        <p:attrNameLst>
                                          <p:attrName>style.visibility</p:attrName>
                                        </p:attrNameLst>
                                      </p:cBhvr>
                                      <p:to>
                                        <p:strVal val="visible"/>
                                      </p:to>
                                    </p:set>
                                    <p:animEffect transition="in" filter="wipe(left)">
                                      <p:cBhvr>
                                        <p:cTn id="82" dur="5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iterate type="lt">
                                    <p:tmPct val="10000"/>
                                  </p:iterate>
                                  <p:childTnLst>
                                    <p:set>
                                      <p:cBhvr>
                                        <p:cTn id="86" dur="1" fill="hold">
                                          <p:stCondLst>
                                            <p:cond delay="0"/>
                                          </p:stCondLst>
                                        </p:cTn>
                                        <p:tgtEl>
                                          <p:spTgt spid="35"/>
                                        </p:tgtEl>
                                        <p:attrNameLst>
                                          <p:attrName>style.visibility</p:attrName>
                                        </p:attrNameLst>
                                      </p:cBhvr>
                                      <p:to>
                                        <p:strVal val="visible"/>
                                      </p:to>
                                    </p:set>
                                    <p:animEffect transition="in" filter="wipe(left)">
                                      <p:cBhvr>
                                        <p:cTn id="87" dur="500"/>
                                        <p:tgtEl>
                                          <p:spTgt spid="3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iterate type="lt">
                                    <p:tmPct val="10000"/>
                                  </p:iterate>
                                  <p:childTnLst>
                                    <p:set>
                                      <p:cBhvr>
                                        <p:cTn id="91" dur="1" fill="hold">
                                          <p:stCondLst>
                                            <p:cond delay="0"/>
                                          </p:stCondLst>
                                        </p:cTn>
                                        <p:tgtEl>
                                          <p:spTgt spid="36"/>
                                        </p:tgtEl>
                                        <p:attrNameLst>
                                          <p:attrName>style.visibility</p:attrName>
                                        </p:attrNameLst>
                                      </p:cBhvr>
                                      <p:to>
                                        <p:strVal val="visible"/>
                                      </p:to>
                                    </p:set>
                                    <p:animEffect transition="in" filter="wipe(left)">
                                      <p:cBhvr>
                                        <p:cTn id="92" dur="500"/>
                                        <p:tgtEl>
                                          <p:spTgt spid="36"/>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iterate type="lt">
                                    <p:tmPct val="10000"/>
                                  </p:iterate>
                                  <p:childTnLst>
                                    <p:set>
                                      <p:cBhvr>
                                        <p:cTn id="96" dur="1" fill="hold">
                                          <p:stCondLst>
                                            <p:cond delay="0"/>
                                          </p:stCondLst>
                                        </p:cTn>
                                        <p:tgtEl>
                                          <p:spTgt spid="37"/>
                                        </p:tgtEl>
                                        <p:attrNameLst>
                                          <p:attrName>style.visibility</p:attrName>
                                        </p:attrNameLst>
                                      </p:cBhvr>
                                      <p:to>
                                        <p:strVal val="visible"/>
                                      </p:to>
                                    </p:set>
                                    <p:animEffect transition="in" filter="wipe(left)">
                                      <p:cBhvr>
                                        <p:cTn id="97" dur="500"/>
                                        <p:tgtEl>
                                          <p:spTgt spid="3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iterate type="lt">
                                    <p:tmPct val="10000"/>
                                  </p:iterate>
                                  <p:childTnLst>
                                    <p:set>
                                      <p:cBhvr>
                                        <p:cTn id="101" dur="1" fill="hold">
                                          <p:stCondLst>
                                            <p:cond delay="0"/>
                                          </p:stCondLst>
                                        </p:cTn>
                                        <p:tgtEl>
                                          <p:spTgt spid="38"/>
                                        </p:tgtEl>
                                        <p:attrNameLst>
                                          <p:attrName>style.visibility</p:attrName>
                                        </p:attrNameLst>
                                      </p:cBhvr>
                                      <p:to>
                                        <p:strVal val="visible"/>
                                      </p:to>
                                    </p:set>
                                    <p:animEffect transition="in" filter="wipe(left)">
                                      <p:cBhvr>
                                        <p:cTn id="102" dur="500"/>
                                        <p:tgtEl>
                                          <p:spTgt spid="38"/>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14"/>
                                        </p:tgtEl>
                                        <p:attrNameLst>
                                          <p:attrName>style.visibility</p:attrName>
                                        </p:attrNameLst>
                                      </p:cBhvr>
                                      <p:to>
                                        <p:strVal val="visible"/>
                                      </p:to>
                                    </p:set>
                                    <p:animEffect transition="in" filter="wipe(left)">
                                      <p:cBhvr>
                                        <p:cTn id="107" dur="500"/>
                                        <p:tgtEl>
                                          <p:spTgt spid="21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iterate type="lt">
                                    <p:tmPct val="10000"/>
                                  </p:iterate>
                                  <p:childTnLst>
                                    <p:set>
                                      <p:cBhvr>
                                        <p:cTn id="111" dur="1" fill="hold">
                                          <p:stCondLst>
                                            <p:cond delay="0"/>
                                          </p:stCondLst>
                                        </p:cTn>
                                        <p:tgtEl>
                                          <p:spTgt spid="105"/>
                                        </p:tgtEl>
                                        <p:attrNameLst>
                                          <p:attrName>style.visibility</p:attrName>
                                        </p:attrNameLst>
                                      </p:cBhvr>
                                      <p:to>
                                        <p:strVal val="visible"/>
                                      </p:to>
                                    </p:set>
                                    <p:animEffect transition="in" filter="wipe(left)">
                                      <p:cBhvr>
                                        <p:cTn id="112" dur="500"/>
                                        <p:tgtEl>
                                          <p:spTgt spid="105"/>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iterate type="lt">
                                    <p:tmPct val="10000"/>
                                  </p:iterate>
                                  <p:childTnLst>
                                    <p:set>
                                      <p:cBhvr>
                                        <p:cTn id="116" dur="1" fill="hold">
                                          <p:stCondLst>
                                            <p:cond delay="0"/>
                                          </p:stCondLst>
                                        </p:cTn>
                                        <p:tgtEl>
                                          <p:spTgt spid="106"/>
                                        </p:tgtEl>
                                        <p:attrNameLst>
                                          <p:attrName>style.visibility</p:attrName>
                                        </p:attrNameLst>
                                      </p:cBhvr>
                                      <p:to>
                                        <p:strVal val="visible"/>
                                      </p:to>
                                    </p:set>
                                    <p:animEffect transition="in" filter="wipe(left)">
                                      <p:cBhvr>
                                        <p:cTn id="117" dur="500"/>
                                        <p:tgtEl>
                                          <p:spTgt spid="106"/>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iterate type="lt">
                                    <p:tmPct val="10000"/>
                                  </p:iterate>
                                  <p:childTnLst>
                                    <p:set>
                                      <p:cBhvr>
                                        <p:cTn id="121" dur="1" fill="hold">
                                          <p:stCondLst>
                                            <p:cond delay="0"/>
                                          </p:stCondLst>
                                        </p:cTn>
                                        <p:tgtEl>
                                          <p:spTgt spid="107"/>
                                        </p:tgtEl>
                                        <p:attrNameLst>
                                          <p:attrName>style.visibility</p:attrName>
                                        </p:attrNameLst>
                                      </p:cBhvr>
                                      <p:to>
                                        <p:strVal val="visible"/>
                                      </p:to>
                                    </p:set>
                                    <p:animEffect transition="in" filter="wipe(left)">
                                      <p:cBhvr>
                                        <p:cTn id="122" dur="500"/>
                                        <p:tgtEl>
                                          <p:spTgt spid="107"/>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iterate type="lt">
                                    <p:tmPct val="10000"/>
                                  </p:iterate>
                                  <p:childTnLst>
                                    <p:set>
                                      <p:cBhvr>
                                        <p:cTn id="126" dur="1" fill="hold">
                                          <p:stCondLst>
                                            <p:cond delay="0"/>
                                          </p:stCondLst>
                                        </p:cTn>
                                        <p:tgtEl>
                                          <p:spTgt spid="114"/>
                                        </p:tgtEl>
                                        <p:attrNameLst>
                                          <p:attrName>style.visibility</p:attrName>
                                        </p:attrNameLst>
                                      </p:cBhvr>
                                      <p:to>
                                        <p:strVal val="visible"/>
                                      </p:to>
                                    </p:set>
                                    <p:animEffect transition="in" filter="wipe(left)">
                                      <p:cBhvr>
                                        <p:cTn id="127" dur="500"/>
                                        <p:tgtEl>
                                          <p:spTgt spid="114"/>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iterate type="lt">
                                    <p:tmPct val="10000"/>
                                  </p:iterate>
                                  <p:childTnLst>
                                    <p:set>
                                      <p:cBhvr>
                                        <p:cTn id="131" dur="1" fill="hold">
                                          <p:stCondLst>
                                            <p:cond delay="0"/>
                                          </p:stCondLst>
                                        </p:cTn>
                                        <p:tgtEl>
                                          <p:spTgt spid="115"/>
                                        </p:tgtEl>
                                        <p:attrNameLst>
                                          <p:attrName>style.visibility</p:attrName>
                                        </p:attrNameLst>
                                      </p:cBhvr>
                                      <p:to>
                                        <p:strVal val="visible"/>
                                      </p:to>
                                    </p:set>
                                    <p:animEffect transition="in" filter="wipe(left)">
                                      <p:cBhvr>
                                        <p:cTn id="132" dur="500"/>
                                        <p:tgtEl>
                                          <p:spTgt spid="115"/>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iterate type="lt">
                                    <p:tmPct val="10000"/>
                                  </p:iterate>
                                  <p:childTnLst>
                                    <p:set>
                                      <p:cBhvr>
                                        <p:cTn id="136" dur="1" fill="hold">
                                          <p:stCondLst>
                                            <p:cond delay="0"/>
                                          </p:stCondLst>
                                        </p:cTn>
                                        <p:tgtEl>
                                          <p:spTgt spid="116"/>
                                        </p:tgtEl>
                                        <p:attrNameLst>
                                          <p:attrName>style.visibility</p:attrName>
                                        </p:attrNameLst>
                                      </p:cBhvr>
                                      <p:to>
                                        <p:strVal val="visible"/>
                                      </p:to>
                                    </p:set>
                                    <p:animEffect transition="in" filter="wipe(left)">
                                      <p:cBhvr>
                                        <p:cTn id="137" dur="500"/>
                                        <p:tgtEl>
                                          <p:spTgt spid="116"/>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iterate type="lt">
                                    <p:tmPct val="10000"/>
                                  </p:iterate>
                                  <p:childTnLst>
                                    <p:set>
                                      <p:cBhvr>
                                        <p:cTn id="141" dur="1" fill="hold">
                                          <p:stCondLst>
                                            <p:cond delay="0"/>
                                          </p:stCondLst>
                                        </p:cTn>
                                        <p:tgtEl>
                                          <p:spTgt spid="117"/>
                                        </p:tgtEl>
                                        <p:attrNameLst>
                                          <p:attrName>style.visibility</p:attrName>
                                        </p:attrNameLst>
                                      </p:cBhvr>
                                      <p:to>
                                        <p:strVal val="visible"/>
                                      </p:to>
                                    </p:set>
                                    <p:animEffect transition="in" filter="wipe(left)">
                                      <p:cBhvr>
                                        <p:cTn id="142" dur="500"/>
                                        <p:tgtEl>
                                          <p:spTgt spid="117"/>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iterate type="lt">
                                    <p:tmPct val="10000"/>
                                  </p:iterate>
                                  <p:childTnLst>
                                    <p:set>
                                      <p:cBhvr>
                                        <p:cTn id="146" dur="1" fill="hold">
                                          <p:stCondLst>
                                            <p:cond delay="0"/>
                                          </p:stCondLst>
                                        </p:cTn>
                                        <p:tgtEl>
                                          <p:spTgt spid="119"/>
                                        </p:tgtEl>
                                        <p:attrNameLst>
                                          <p:attrName>style.visibility</p:attrName>
                                        </p:attrNameLst>
                                      </p:cBhvr>
                                      <p:to>
                                        <p:strVal val="visible"/>
                                      </p:to>
                                    </p:set>
                                    <p:animEffect transition="in" filter="wipe(left)">
                                      <p:cBhvr>
                                        <p:cTn id="147" dur="500"/>
                                        <p:tgtEl>
                                          <p:spTgt spid="119"/>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grpId="0" nodeType="clickEffect">
                                  <p:stCondLst>
                                    <p:cond delay="0"/>
                                  </p:stCondLst>
                                  <p:iterate type="lt">
                                    <p:tmPct val="10000"/>
                                  </p:iterate>
                                  <p:childTnLst>
                                    <p:set>
                                      <p:cBhvr>
                                        <p:cTn id="151" dur="1" fill="hold">
                                          <p:stCondLst>
                                            <p:cond delay="0"/>
                                          </p:stCondLst>
                                        </p:cTn>
                                        <p:tgtEl>
                                          <p:spTgt spid="121"/>
                                        </p:tgtEl>
                                        <p:attrNameLst>
                                          <p:attrName>style.visibility</p:attrName>
                                        </p:attrNameLst>
                                      </p:cBhvr>
                                      <p:to>
                                        <p:strVal val="visible"/>
                                      </p:to>
                                    </p:set>
                                    <p:animEffect transition="in" filter="wipe(left)">
                                      <p:cBhvr>
                                        <p:cTn id="152" dur="500"/>
                                        <p:tgtEl>
                                          <p:spTgt spid="121"/>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iterate type="lt">
                                    <p:tmPct val="10000"/>
                                  </p:iterate>
                                  <p:childTnLst>
                                    <p:set>
                                      <p:cBhvr>
                                        <p:cTn id="156" dur="1" fill="hold">
                                          <p:stCondLst>
                                            <p:cond delay="0"/>
                                          </p:stCondLst>
                                        </p:cTn>
                                        <p:tgtEl>
                                          <p:spTgt spid="122"/>
                                        </p:tgtEl>
                                        <p:attrNameLst>
                                          <p:attrName>style.visibility</p:attrName>
                                        </p:attrNameLst>
                                      </p:cBhvr>
                                      <p:to>
                                        <p:strVal val="visible"/>
                                      </p:to>
                                    </p:set>
                                    <p:animEffect transition="in" filter="wipe(left)">
                                      <p:cBhvr>
                                        <p:cTn id="157" dur="500"/>
                                        <p:tgtEl>
                                          <p:spTgt spid="122"/>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iterate type="lt">
                                    <p:tmPct val="10000"/>
                                  </p:iterate>
                                  <p:childTnLst>
                                    <p:set>
                                      <p:cBhvr>
                                        <p:cTn id="161" dur="1" fill="hold">
                                          <p:stCondLst>
                                            <p:cond delay="0"/>
                                          </p:stCondLst>
                                        </p:cTn>
                                        <p:tgtEl>
                                          <p:spTgt spid="108"/>
                                        </p:tgtEl>
                                        <p:attrNameLst>
                                          <p:attrName>style.visibility</p:attrName>
                                        </p:attrNameLst>
                                      </p:cBhvr>
                                      <p:to>
                                        <p:strVal val="visible"/>
                                      </p:to>
                                    </p:set>
                                    <p:animEffect transition="in" filter="wipe(left)">
                                      <p:cBhvr>
                                        <p:cTn id="162" dur="500"/>
                                        <p:tgtEl>
                                          <p:spTgt spid="108"/>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iterate type="lt">
                                    <p:tmPct val="10000"/>
                                  </p:iterate>
                                  <p:childTnLst>
                                    <p:set>
                                      <p:cBhvr>
                                        <p:cTn id="166" dur="1" fill="hold">
                                          <p:stCondLst>
                                            <p:cond delay="0"/>
                                          </p:stCondLst>
                                        </p:cTn>
                                        <p:tgtEl>
                                          <p:spTgt spid="123"/>
                                        </p:tgtEl>
                                        <p:attrNameLst>
                                          <p:attrName>style.visibility</p:attrName>
                                        </p:attrNameLst>
                                      </p:cBhvr>
                                      <p:to>
                                        <p:strVal val="visible"/>
                                      </p:to>
                                    </p:set>
                                    <p:animEffect transition="in" filter="wipe(left)">
                                      <p:cBhvr>
                                        <p:cTn id="167" dur="500"/>
                                        <p:tgtEl>
                                          <p:spTgt spid="123"/>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grpId="0" nodeType="clickEffect">
                                  <p:stCondLst>
                                    <p:cond delay="0"/>
                                  </p:stCondLst>
                                  <p:iterate type="lt">
                                    <p:tmPct val="10000"/>
                                  </p:iterate>
                                  <p:childTnLst>
                                    <p:set>
                                      <p:cBhvr>
                                        <p:cTn id="171" dur="1" fill="hold">
                                          <p:stCondLst>
                                            <p:cond delay="0"/>
                                          </p:stCondLst>
                                        </p:cTn>
                                        <p:tgtEl>
                                          <p:spTgt spid="124"/>
                                        </p:tgtEl>
                                        <p:attrNameLst>
                                          <p:attrName>style.visibility</p:attrName>
                                        </p:attrNameLst>
                                      </p:cBhvr>
                                      <p:to>
                                        <p:strVal val="visible"/>
                                      </p:to>
                                    </p:set>
                                    <p:animEffect transition="in" filter="wipe(left)">
                                      <p:cBhvr>
                                        <p:cTn id="172" dur="500"/>
                                        <p:tgtEl>
                                          <p:spTgt spid="124"/>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iterate type="lt">
                                    <p:tmPct val="10000"/>
                                  </p:iterate>
                                  <p:childTnLst>
                                    <p:set>
                                      <p:cBhvr>
                                        <p:cTn id="176" dur="1" fill="hold">
                                          <p:stCondLst>
                                            <p:cond delay="0"/>
                                          </p:stCondLst>
                                        </p:cTn>
                                        <p:tgtEl>
                                          <p:spTgt spid="125"/>
                                        </p:tgtEl>
                                        <p:attrNameLst>
                                          <p:attrName>style.visibility</p:attrName>
                                        </p:attrNameLst>
                                      </p:cBhvr>
                                      <p:to>
                                        <p:strVal val="visible"/>
                                      </p:to>
                                    </p:set>
                                    <p:animEffect transition="in" filter="wipe(left)">
                                      <p:cBhvr>
                                        <p:cTn id="177" dur="500"/>
                                        <p:tgtEl>
                                          <p:spTgt spid="125"/>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0" nodeType="clickEffect">
                                  <p:stCondLst>
                                    <p:cond delay="0"/>
                                  </p:stCondLst>
                                  <p:iterate type="lt">
                                    <p:tmPct val="10000"/>
                                  </p:iterate>
                                  <p:childTnLst>
                                    <p:set>
                                      <p:cBhvr>
                                        <p:cTn id="181" dur="1" fill="hold">
                                          <p:stCondLst>
                                            <p:cond delay="0"/>
                                          </p:stCondLst>
                                        </p:cTn>
                                        <p:tgtEl>
                                          <p:spTgt spid="126"/>
                                        </p:tgtEl>
                                        <p:attrNameLst>
                                          <p:attrName>style.visibility</p:attrName>
                                        </p:attrNameLst>
                                      </p:cBhvr>
                                      <p:to>
                                        <p:strVal val="visible"/>
                                      </p:to>
                                    </p:set>
                                    <p:animEffect transition="in" filter="wipe(left)">
                                      <p:cBhvr>
                                        <p:cTn id="182" dur="500"/>
                                        <p:tgtEl>
                                          <p:spTgt spid="126"/>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iterate type="lt">
                                    <p:tmPct val="10000"/>
                                  </p:iterate>
                                  <p:childTnLst>
                                    <p:set>
                                      <p:cBhvr>
                                        <p:cTn id="186" dur="1" fill="hold">
                                          <p:stCondLst>
                                            <p:cond delay="0"/>
                                          </p:stCondLst>
                                        </p:cTn>
                                        <p:tgtEl>
                                          <p:spTgt spid="127"/>
                                        </p:tgtEl>
                                        <p:attrNameLst>
                                          <p:attrName>style.visibility</p:attrName>
                                        </p:attrNameLst>
                                      </p:cBhvr>
                                      <p:to>
                                        <p:strVal val="visible"/>
                                      </p:to>
                                    </p:set>
                                    <p:animEffect transition="in" filter="wipe(left)">
                                      <p:cBhvr>
                                        <p:cTn id="187" dur="500"/>
                                        <p:tgtEl>
                                          <p:spTgt spid="127"/>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8" fill="hold" nodeType="clickEffect">
                                  <p:stCondLst>
                                    <p:cond delay="0"/>
                                  </p:stCondLst>
                                  <p:iterate type="lt">
                                    <p:tmPct val="10000"/>
                                  </p:iterate>
                                  <p:childTnLst>
                                    <p:set>
                                      <p:cBhvr>
                                        <p:cTn id="191" dur="1" fill="hold">
                                          <p:stCondLst>
                                            <p:cond delay="0"/>
                                          </p:stCondLst>
                                        </p:cTn>
                                        <p:tgtEl>
                                          <p:spTgt spid="128"/>
                                        </p:tgtEl>
                                        <p:attrNameLst>
                                          <p:attrName>style.visibility</p:attrName>
                                        </p:attrNameLst>
                                      </p:cBhvr>
                                      <p:to>
                                        <p:strVal val="visible"/>
                                      </p:to>
                                    </p:set>
                                    <p:animEffect transition="in" filter="wipe(left)">
                                      <p:cBhvr>
                                        <p:cTn id="192" dur="500"/>
                                        <p:tgtEl>
                                          <p:spTgt spid="128"/>
                                        </p:tgtEl>
                                      </p:cBhvr>
                                    </p:animEffect>
                                  </p:childTnLst>
                                </p:cTn>
                              </p:par>
                            </p:childTnLst>
                          </p:cTn>
                        </p:par>
                      </p:childTnLst>
                    </p:cTn>
                  </p:par>
                  <p:par>
                    <p:cTn id="193" fill="hold">
                      <p:stCondLst>
                        <p:cond delay="indefinite"/>
                      </p:stCondLst>
                      <p:childTnLst>
                        <p:par>
                          <p:cTn id="194" fill="hold">
                            <p:stCondLst>
                              <p:cond delay="0"/>
                            </p:stCondLst>
                            <p:childTnLst>
                              <p:par>
                                <p:cTn id="195" presetID="22" presetClass="entr" presetSubtype="8" fill="hold" grpId="0" nodeType="clickEffect">
                                  <p:stCondLst>
                                    <p:cond delay="0"/>
                                  </p:stCondLst>
                                  <p:iterate type="lt">
                                    <p:tmPct val="10000"/>
                                  </p:iterate>
                                  <p:childTnLst>
                                    <p:set>
                                      <p:cBhvr>
                                        <p:cTn id="196" dur="1" fill="hold">
                                          <p:stCondLst>
                                            <p:cond delay="0"/>
                                          </p:stCondLst>
                                        </p:cTn>
                                        <p:tgtEl>
                                          <p:spTgt spid="129"/>
                                        </p:tgtEl>
                                        <p:attrNameLst>
                                          <p:attrName>style.visibility</p:attrName>
                                        </p:attrNameLst>
                                      </p:cBhvr>
                                      <p:to>
                                        <p:strVal val="visible"/>
                                      </p:to>
                                    </p:set>
                                    <p:animEffect transition="in" filter="wipe(left)">
                                      <p:cBhvr>
                                        <p:cTn id="197" dur="500"/>
                                        <p:tgtEl>
                                          <p:spTgt spid="129"/>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8" fill="hold" grpId="0" nodeType="clickEffect">
                                  <p:stCondLst>
                                    <p:cond delay="0"/>
                                  </p:stCondLst>
                                  <p:iterate type="lt">
                                    <p:tmPct val="10000"/>
                                  </p:iterate>
                                  <p:childTnLst>
                                    <p:set>
                                      <p:cBhvr>
                                        <p:cTn id="201" dur="1" fill="hold">
                                          <p:stCondLst>
                                            <p:cond delay="0"/>
                                          </p:stCondLst>
                                        </p:cTn>
                                        <p:tgtEl>
                                          <p:spTgt spid="130"/>
                                        </p:tgtEl>
                                        <p:attrNameLst>
                                          <p:attrName>style.visibility</p:attrName>
                                        </p:attrNameLst>
                                      </p:cBhvr>
                                      <p:to>
                                        <p:strVal val="visible"/>
                                      </p:to>
                                    </p:set>
                                    <p:animEffect transition="in" filter="wipe(left)">
                                      <p:cBhvr>
                                        <p:cTn id="202" dur="500"/>
                                        <p:tgtEl>
                                          <p:spTgt spid="130"/>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ntr" presetSubtype="8" fill="hold" grpId="0" nodeType="clickEffect">
                                  <p:stCondLst>
                                    <p:cond delay="0"/>
                                  </p:stCondLst>
                                  <p:iterate type="lt">
                                    <p:tmPct val="10000"/>
                                  </p:iterate>
                                  <p:childTnLst>
                                    <p:set>
                                      <p:cBhvr>
                                        <p:cTn id="206" dur="1" fill="hold">
                                          <p:stCondLst>
                                            <p:cond delay="0"/>
                                          </p:stCondLst>
                                        </p:cTn>
                                        <p:tgtEl>
                                          <p:spTgt spid="131"/>
                                        </p:tgtEl>
                                        <p:attrNameLst>
                                          <p:attrName>style.visibility</p:attrName>
                                        </p:attrNameLst>
                                      </p:cBhvr>
                                      <p:to>
                                        <p:strVal val="visible"/>
                                      </p:to>
                                    </p:set>
                                    <p:animEffect transition="in" filter="wipe(left)">
                                      <p:cBhvr>
                                        <p:cTn id="207" dur="500"/>
                                        <p:tgtEl>
                                          <p:spTgt spid="131"/>
                                        </p:tgtEl>
                                      </p:cBhvr>
                                    </p:animEffect>
                                  </p:childTnLst>
                                </p:cTn>
                              </p:par>
                            </p:childTnLst>
                          </p:cTn>
                        </p:par>
                      </p:childTnLst>
                    </p:cTn>
                  </p:par>
                  <p:par>
                    <p:cTn id="208" fill="hold">
                      <p:stCondLst>
                        <p:cond delay="indefinite"/>
                      </p:stCondLst>
                      <p:childTnLst>
                        <p:par>
                          <p:cTn id="209" fill="hold">
                            <p:stCondLst>
                              <p:cond delay="0"/>
                            </p:stCondLst>
                            <p:childTnLst>
                              <p:par>
                                <p:cTn id="210" presetID="22" presetClass="entr" presetSubtype="8" fill="hold" grpId="0" nodeType="clickEffect">
                                  <p:stCondLst>
                                    <p:cond delay="0"/>
                                  </p:stCondLst>
                                  <p:iterate type="lt">
                                    <p:tmPct val="10000"/>
                                  </p:iterate>
                                  <p:childTnLst>
                                    <p:set>
                                      <p:cBhvr>
                                        <p:cTn id="211" dur="1" fill="hold">
                                          <p:stCondLst>
                                            <p:cond delay="0"/>
                                          </p:stCondLst>
                                        </p:cTn>
                                        <p:tgtEl>
                                          <p:spTgt spid="132"/>
                                        </p:tgtEl>
                                        <p:attrNameLst>
                                          <p:attrName>style.visibility</p:attrName>
                                        </p:attrNameLst>
                                      </p:cBhvr>
                                      <p:to>
                                        <p:strVal val="visible"/>
                                      </p:to>
                                    </p:set>
                                    <p:animEffect transition="in" filter="wipe(left)">
                                      <p:cBhvr>
                                        <p:cTn id="212" dur="500"/>
                                        <p:tgtEl>
                                          <p:spTgt spid="132"/>
                                        </p:tgtEl>
                                      </p:cBhvr>
                                    </p:animEffect>
                                  </p:childTnLst>
                                </p:cTn>
                              </p:par>
                            </p:childTnLst>
                          </p:cTn>
                        </p:par>
                      </p:childTnLst>
                    </p:cTn>
                  </p:par>
                  <p:par>
                    <p:cTn id="213" fill="hold">
                      <p:stCondLst>
                        <p:cond delay="indefinite"/>
                      </p:stCondLst>
                      <p:childTnLst>
                        <p:par>
                          <p:cTn id="214" fill="hold">
                            <p:stCondLst>
                              <p:cond delay="0"/>
                            </p:stCondLst>
                            <p:childTnLst>
                              <p:par>
                                <p:cTn id="215" presetID="22" presetClass="entr" presetSubtype="8" fill="hold" grpId="0" nodeType="clickEffect">
                                  <p:stCondLst>
                                    <p:cond delay="0"/>
                                  </p:stCondLst>
                                  <p:iterate type="lt">
                                    <p:tmPct val="10000"/>
                                  </p:iterate>
                                  <p:childTnLst>
                                    <p:set>
                                      <p:cBhvr>
                                        <p:cTn id="216" dur="1" fill="hold">
                                          <p:stCondLst>
                                            <p:cond delay="0"/>
                                          </p:stCondLst>
                                        </p:cTn>
                                        <p:tgtEl>
                                          <p:spTgt spid="133"/>
                                        </p:tgtEl>
                                        <p:attrNameLst>
                                          <p:attrName>style.visibility</p:attrName>
                                        </p:attrNameLst>
                                      </p:cBhvr>
                                      <p:to>
                                        <p:strVal val="visible"/>
                                      </p:to>
                                    </p:set>
                                    <p:animEffect transition="in" filter="wipe(left)">
                                      <p:cBhvr>
                                        <p:cTn id="217" dur="500"/>
                                        <p:tgtEl>
                                          <p:spTgt spid="133"/>
                                        </p:tgtEl>
                                      </p:cBhvr>
                                    </p:animEffect>
                                  </p:childTnLst>
                                </p:cTn>
                              </p:par>
                            </p:childTnLst>
                          </p:cTn>
                        </p:par>
                      </p:childTnLst>
                    </p:cTn>
                  </p:par>
                  <p:par>
                    <p:cTn id="218" fill="hold">
                      <p:stCondLst>
                        <p:cond delay="indefinite"/>
                      </p:stCondLst>
                      <p:childTnLst>
                        <p:par>
                          <p:cTn id="219" fill="hold">
                            <p:stCondLst>
                              <p:cond delay="0"/>
                            </p:stCondLst>
                            <p:childTnLst>
                              <p:par>
                                <p:cTn id="220" presetID="22" presetClass="entr" presetSubtype="8" fill="hold" grpId="0" nodeType="clickEffect">
                                  <p:stCondLst>
                                    <p:cond delay="0"/>
                                  </p:stCondLst>
                                  <p:iterate type="lt">
                                    <p:tmPct val="10000"/>
                                  </p:iterate>
                                  <p:childTnLst>
                                    <p:set>
                                      <p:cBhvr>
                                        <p:cTn id="221" dur="1" fill="hold">
                                          <p:stCondLst>
                                            <p:cond delay="0"/>
                                          </p:stCondLst>
                                        </p:cTn>
                                        <p:tgtEl>
                                          <p:spTgt spid="134"/>
                                        </p:tgtEl>
                                        <p:attrNameLst>
                                          <p:attrName>style.visibility</p:attrName>
                                        </p:attrNameLst>
                                      </p:cBhvr>
                                      <p:to>
                                        <p:strVal val="visible"/>
                                      </p:to>
                                    </p:set>
                                    <p:animEffect transition="in" filter="wipe(left)">
                                      <p:cBhvr>
                                        <p:cTn id="222" dur="500"/>
                                        <p:tgtEl>
                                          <p:spTgt spid="134"/>
                                        </p:tgtEl>
                                      </p:cBhvr>
                                    </p:animEffect>
                                  </p:childTnLst>
                                </p:cTn>
                              </p:par>
                            </p:childTnLst>
                          </p:cTn>
                        </p:par>
                      </p:childTnLst>
                    </p:cTn>
                  </p:par>
                  <p:par>
                    <p:cTn id="223" fill="hold">
                      <p:stCondLst>
                        <p:cond delay="indefinite"/>
                      </p:stCondLst>
                      <p:childTnLst>
                        <p:par>
                          <p:cTn id="224" fill="hold">
                            <p:stCondLst>
                              <p:cond delay="0"/>
                            </p:stCondLst>
                            <p:childTnLst>
                              <p:par>
                                <p:cTn id="225" presetID="22" presetClass="entr" presetSubtype="8" fill="hold" grpId="0" nodeType="clickEffect">
                                  <p:stCondLst>
                                    <p:cond delay="0"/>
                                  </p:stCondLst>
                                  <p:iterate type="lt">
                                    <p:tmPct val="10000"/>
                                  </p:iterate>
                                  <p:childTnLst>
                                    <p:set>
                                      <p:cBhvr>
                                        <p:cTn id="226" dur="1" fill="hold">
                                          <p:stCondLst>
                                            <p:cond delay="0"/>
                                          </p:stCondLst>
                                        </p:cTn>
                                        <p:tgtEl>
                                          <p:spTgt spid="135"/>
                                        </p:tgtEl>
                                        <p:attrNameLst>
                                          <p:attrName>style.visibility</p:attrName>
                                        </p:attrNameLst>
                                      </p:cBhvr>
                                      <p:to>
                                        <p:strVal val="visible"/>
                                      </p:to>
                                    </p:set>
                                    <p:animEffect transition="in" filter="wipe(left)">
                                      <p:cBhvr>
                                        <p:cTn id="227" dur="500"/>
                                        <p:tgtEl>
                                          <p:spTgt spid="135"/>
                                        </p:tgtEl>
                                      </p:cBhvr>
                                    </p:animEffect>
                                  </p:childTnLst>
                                </p:cTn>
                              </p:par>
                            </p:childTnLst>
                          </p:cTn>
                        </p:par>
                      </p:childTnLst>
                    </p:cTn>
                  </p:par>
                  <p:par>
                    <p:cTn id="228" fill="hold">
                      <p:stCondLst>
                        <p:cond delay="indefinite"/>
                      </p:stCondLst>
                      <p:childTnLst>
                        <p:par>
                          <p:cTn id="229" fill="hold">
                            <p:stCondLst>
                              <p:cond delay="0"/>
                            </p:stCondLst>
                            <p:childTnLst>
                              <p:par>
                                <p:cTn id="230" presetID="22" presetClass="entr" presetSubtype="8" fill="hold" grpId="0" nodeType="clickEffect">
                                  <p:stCondLst>
                                    <p:cond delay="0"/>
                                  </p:stCondLst>
                                  <p:iterate type="lt">
                                    <p:tmPct val="10000"/>
                                  </p:iterate>
                                  <p:childTnLst>
                                    <p:set>
                                      <p:cBhvr>
                                        <p:cTn id="231" dur="1" fill="hold">
                                          <p:stCondLst>
                                            <p:cond delay="0"/>
                                          </p:stCondLst>
                                        </p:cTn>
                                        <p:tgtEl>
                                          <p:spTgt spid="136"/>
                                        </p:tgtEl>
                                        <p:attrNameLst>
                                          <p:attrName>style.visibility</p:attrName>
                                        </p:attrNameLst>
                                      </p:cBhvr>
                                      <p:to>
                                        <p:strVal val="visible"/>
                                      </p:to>
                                    </p:set>
                                    <p:animEffect transition="in" filter="wipe(left)">
                                      <p:cBhvr>
                                        <p:cTn id="232" dur="500"/>
                                        <p:tgtEl>
                                          <p:spTgt spid="136"/>
                                        </p:tgtEl>
                                      </p:cBhvr>
                                    </p:animEffect>
                                  </p:childTnLst>
                                </p:cTn>
                              </p:par>
                            </p:childTnLst>
                          </p:cTn>
                        </p:par>
                      </p:childTnLst>
                    </p:cTn>
                  </p:par>
                  <p:par>
                    <p:cTn id="233" fill="hold">
                      <p:stCondLst>
                        <p:cond delay="indefinite"/>
                      </p:stCondLst>
                      <p:childTnLst>
                        <p:par>
                          <p:cTn id="234" fill="hold">
                            <p:stCondLst>
                              <p:cond delay="0"/>
                            </p:stCondLst>
                            <p:childTnLst>
                              <p:par>
                                <p:cTn id="235" presetID="22" presetClass="entr" presetSubtype="8" fill="hold" nodeType="clickEffect">
                                  <p:stCondLst>
                                    <p:cond delay="0"/>
                                  </p:stCondLst>
                                  <p:iterate type="lt">
                                    <p:tmPct val="10000"/>
                                  </p:iterate>
                                  <p:childTnLst>
                                    <p:set>
                                      <p:cBhvr>
                                        <p:cTn id="236" dur="1" fill="hold">
                                          <p:stCondLst>
                                            <p:cond delay="0"/>
                                          </p:stCondLst>
                                        </p:cTn>
                                        <p:tgtEl>
                                          <p:spTgt spid="137"/>
                                        </p:tgtEl>
                                        <p:attrNameLst>
                                          <p:attrName>style.visibility</p:attrName>
                                        </p:attrNameLst>
                                      </p:cBhvr>
                                      <p:to>
                                        <p:strVal val="visible"/>
                                      </p:to>
                                    </p:set>
                                    <p:animEffect transition="in" filter="wipe(left)">
                                      <p:cBhvr>
                                        <p:cTn id="237" dur="500"/>
                                        <p:tgtEl>
                                          <p:spTgt spid="137"/>
                                        </p:tgtEl>
                                      </p:cBhvr>
                                    </p:animEffect>
                                  </p:childTnLst>
                                </p:cTn>
                              </p:par>
                            </p:childTnLst>
                          </p:cTn>
                        </p:par>
                      </p:childTnLst>
                    </p:cTn>
                  </p:par>
                  <p:par>
                    <p:cTn id="238" fill="hold">
                      <p:stCondLst>
                        <p:cond delay="indefinite"/>
                      </p:stCondLst>
                      <p:childTnLst>
                        <p:par>
                          <p:cTn id="239" fill="hold">
                            <p:stCondLst>
                              <p:cond delay="0"/>
                            </p:stCondLst>
                            <p:childTnLst>
                              <p:par>
                                <p:cTn id="240" presetID="22" presetClass="entr" presetSubtype="8" fill="hold" grpId="0" nodeType="clickEffect">
                                  <p:stCondLst>
                                    <p:cond delay="0"/>
                                  </p:stCondLst>
                                  <p:iterate type="lt">
                                    <p:tmPct val="10000"/>
                                  </p:iterate>
                                  <p:childTnLst>
                                    <p:set>
                                      <p:cBhvr>
                                        <p:cTn id="241" dur="1" fill="hold">
                                          <p:stCondLst>
                                            <p:cond delay="0"/>
                                          </p:stCondLst>
                                        </p:cTn>
                                        <p:tgtEl>
                                          <p:spTgt spid="138"/>
                                        </p:tgtEl>
                                        <p:attrNameLst>
                                          <p:attrName>style.visibility</p:attrName>
                                        </p:attrNameLst>
                                      </p:cBhvr>
                                      <p:to>
                                        <p:strVal val="visible"/>
                                      </p:to>
                                    </p:set>
                                    <p:animEffect transition="in" filter="wipe(left)">
                                      <p:cBhvr>
                                        <p:cTn id="242" dur="500"/>
                                        <p:tgtEl>
                                          <p:spTgt spid="138"/>
                                        </p:tgtEl>
                                      </p:cBhvr>
                                    </p:animEffect>
                                  </p:childTnLst>
                                </p:cTn>
                              </p:par>
                            </p:childTnLst>
                          </p:cTn>
                        </p:par>
                      </p:childTnLst>
                    </p:cTn>
                  </p:par>
                  <p:par>
                    <p:cTn id="243" fill="hold">
                      <p:stCondLst>
                        <p:cond delay="indefinite"/>
                      </p:stCondLst>
                      <p:childTnLst>
                        <p:par>
                          <p:cTn id="244" fill="hold">
                            <p:stCondLst>
                              <p:cond delay="0"/>
                            </p:stCondLst>
                            <p:childTnLst>
                              <p:par>
                                <p:cTn id="245" presetID="22" presetClass="entr" presetSubtype="8" fill="hold" grpId="0" nodeType="clickEffect">
                                  <p:stCondLst>
                                    <p:cond delay="0"/>
                                  </p:stCondLst>
                                  <p:iterate type="lt">
                                    <p:tmPct val="10000"/>
                                  </p:iterate>
                                  <p:childTnLst>
                                    <p:set>
                                      <p:cBhvr>
                                        <p:cTn id="246" dur="1" fill="hold">
                                          <p:stCondLst>
                                            <p:cond delay="0"/>
                                          </p:stCondLst>
                                        </p:cTn>
                                        <p:tgtEl>
                                          <p:spTgt spid="139"/>
                                        </p:tgtEl>
                                        <p:attrNameLst>
                                          <p:attrName>style.visibility</p:attrName>
                                        </p:attrNameLst>
                                      </p:cBhvr>
                                      <p:to>
                                        <p:strVal val="visible"/>
                                      </p:to>
                                    </p:set>
                                    <p:animEffect transition="in" filter="wipe(left)">
                                      <p:cBhvr>
                                        <p:cTn id="247" dur="500"/>
                                        <p:tgtEl>
                                          <p:spTgt spid="139"/>
                                        </p:tgtEl>
                                      </p:cBhvr>
                                    </p:animEffect>
                                  </p:childTnLst>
                                </p:cTn>
                              </p:par>
                            </p:childTnLst>
                          </p:cTn>
                        </p:par>
                      </p:childTnLst>
                    </p:cTn>
                  </p:par>
                  <p:par>
                    <p:cTn id="248" fill="hold">
                      <p:stCondLst>
                        <p:cond delay="indefinite"/>
                      </p:stCondLst>
                      <p:childTnLst>
                        <p:par>
                          <p:cTn id="249" fill="hold">
                            <p:stCondLst>
                              <p:cond delay="0"/>
                            </p:stCondLst>
                            <p:childTnLst>
                              <p:par>
                                <p:cTn id="250" presetID="22" presetClass="entr" presetSubtype="8" fill="hold" grpId="0" nodeType="clickEffect">
                                  <p:stCondLst>
                                    <p:cond delay="0"/>
                                  </p:stCondLst>
                                  <p:iterate type="lt">
                                    <p:tmPct val="10000"/>
                                  </p:iterate>
                                  <p:childTnLst>
                                    <p:set>
                                      <p:cBhvr>
                                        <p:cTn id="251" dur="1" fill="hold">
                                          <p:stCondLst>
                                            <p:cond delay="0"/>
                                          </p:stCondLst>
                                        </p:cTn>
                                        <p:tgtEl>
                                          <p:spTgt spid="140"/>
                                        </p:tgtEl>
                                        <p:attrNameLst>
                                          <p:attrName>style.visibility</p:attrName>
                                        </p:attrNameLst>
                                      </p:cBhvr>
                                      <p:to>
                                        <p:strVal val="visible"/>
                                      </p:to>
                                    </p:set>
                                    <p:animEffect transition="in" filter="wipe(left)">
                                      <p:cBhvr>
                                        <p:cTn id="252" dur="500"/>
                                        <p:tgtEl>
                                          <p:spTgt spid="140"/>
                                        </p:tgtEl>
                                      </p:cBhvr>
                                    </p:animEffect>
                                  </p:childTnLst>
                                </p:cTn>
                              </p:par>
                            </p:childTnLst>
                          </p:cTn>
                        </p:par>
                      </p:childTnLst>
                    </p:cTn>
                  </p:par>
                  <p:par>
                    <p:cTn id="253" fill="hold">
                      <p:stCondLst>
                        <p:cond delay="indefinite"/>
                      </p:stCondLst>
                      <p:childTnLst>
                        <p:par>
                          <p:cTn id="254" fill="hold">
                            <p:stCondLst>
                              <p:cond delay="0"/>
                            </p:stCondLst>
                            <p:childTnLst>
                              <p:par>
                                <p:cTn id="255" presetID="22" presetClass="entr" presetSubtype="8" fill="hold" grpId="0" nodeType="clickEffect">
                                  <p:stCondLst>
                                    <p:cond delay="0"/>
                                  </p:stCondLst>
                                  <p:iterate type="lt">
                                    <p:tmPct val="10000"/>
                                  </p:iterate>
                                  <p:childTnLst>
                                    <p:set>
                                      <p:cBhvr>
                                        <p:cTn id="256" dur="1" fill="hold">
                                          <p:stCondLst>
                                            <p:cond delay="0"/>
                                          </p:stCondLst>
                                        </p:cTn>
                                        <p:tgtEl>
                                          <p:spTgt spid="141"/>
                                        </p:tgtEl>
                                        <p:attrNameLst>
                                          <p:attrName>style.visibility</p:attrName>
                                        </p:attrNameLst>
                                      </p:cBhvr>
                                      <p:to>
                                        <p:strVal val="visible"/>
                                      </p:to>
                                    </p:set>
                                    <p:animEffect transition="in" filter="wipe(left)">
                                      <p:cBhvr>
                                        <p:cTn id="257" dur="500"/>
                                        <p:tgtEl>
                                          <p:spTgt spid="141"/>
                                        </p:tgtEl>
                                      </p:cBhvr>
                                    </p:animEffect>
                                  </p:childTnLst>
                                </p:cTn>
                              </p:par>
                            </p:childTnLst>
                          </p:cTn>
                        </p:par>
                      </p:childTnLst>
                    </p:cTn>
                  </p:par>
                  <p:par>
                    <p:cTn id="258" fill="hold">
                      <p:stCondLst>
                        <p:cond delay="indefinite"/>
                      </p:stCondLst>
                      <p:childTnLst>
                        <p:par>
                          <p:cTn id="259" fill="hold">
                            <p:stCondLst>
                              <p:cond delay="0"/>
                            </p:stCondLst>
                            <p:childTnLst>
                              <p:par>
                                <p:cTn id="260" presetID="22" presetClass="entr" presetSubtype="8" fill="hold" grpId="0" nodeType="clickEffect">
                                  <p:stCondLst>
                                    <p:cond delay="0"/>
                                  </p:stCondLst>
                                  <p:iterate type="lt">
                                    <p:tmPct val="10000"/>
                                  </p:iterate>
                                  <p:childTnLst>
                                    <p:set>
                                      <p:cBhvr>
                                        <p:cTn id="261" dur="1" fill="hold">
                                          <p:stCondLst>
                                            <p:cond delay="0"/>
                                          </p:stCondLst>
                                        </p:cTn>
                                        <p:tgtEl>
                                          <p:spTgt spid="142"/>
                                        </p:tgtEl>
                                        <p:attrNameLst>
                                          <p:attrName>style.visibility</p:attrName>
                                        </p:attrNameLst>
                                      </p:cBhvr>
                                      <p:to>
                                        <p:strVal val="visible"/>
                                      </p:to>
                                    </p:set>
                                    <p:animEffect transition="in" filter="wipe(left)">
                                      <p:cBhvr>
                                        <p:cTn id="262" dur="500"/>
                                        <p:tgtEl>
                                          <p:spTgt spid="142"/>
                                        </p:tgtEl>
                                      </p:cBhvr>
                                    </p:animEffect>
                                  </p:childTnLst>
                                </p:cTn>
                              </p:par>
                            </p:childTnLst>
                          </p:cTn>
                        </p:par>
                      </p:childTnLst>
                    </p:cTn>
                  </p:par>
                  <p:par>
                    <p:cTn id="263" fill="hold">
                      <p:stCondLst>
                        <p:cond delay="indefinite"/>
                      </p:stCondLst>
                      <p:childTnLst>
                        <p:par>
                          <p:cTn id="264" fill="hold">
                            <p:stCondLst>
                              <p:cond delay="0"/>
                            </p:stCondLst>
                            <p:childTnLst>
                              <p:par>
                                <p:cTn id="265" presetID="22" presetClass="entr" presetSubtype="8" fill="hold" grpId="0" nodeType="clickEffect">
                                  <p:stCondLst>
                                    <p:cond delay="0"/>
                                  </p:stCondLst>
                                  <p:iterate type="lt">
                                    <p:tmPct val="10000"/>
                                  </p:iterate>
                                  <p:childTnLst>
                                    <p:set>
                                      <p:cBhvr>
                                        <p:cTn id="266" dur="1" fill="hold">
                                          <p:stCondLst>
                                            <p:cond delay="0"/>
                                          </p:stCondLst>
                                        </p:cTn>
                                        <p:tgtEl>
                                          <p:spTgt spid="143"/>
                                        </p:tgtEl>
                                        <p:attrNameLst>
                                          <p:attrName>style.visibility</p:attrName>
                                        </p:attrNameLst>
                                      </p:cBhvr>
                                      <p:to>
                                        <p:strVal val="visible"/>
                                      </p:to>
                                    </p:set>
                                    <p:animEffect transition="in" filter="wipe(left)">
                                      <p:cBhvr>
                                        <p:cTn id="267" dur="500"/>
                                        <p:tgtEl>
                                          <p:spTgt spid="143"/>
                                        </p:tgtEl>
                                      </p:cBhvr>
                                    </p:animEffect>
                                  </p:childTnLst>
                                </p:cTn>
                              </p:par>
                            </p:childTnLst>
                          </p:cTn>
                        </p:par>
                      </p:childTnLst>
                    </p:cTn>
                  </p:par>
                  <p:par>
                    <p:cTn id="268" fill="hold">
                      <p:stCondLst>
                        <p:cond delay="indefinite"/>
                      </p:stCondLst>
                      <p:childTnLst>
                        <p:par>
                          <p:cTn id="269" fill="hold">
                            <p:stCondLst>
                              <p:cond delay="0"/>
                            </p:stCondLst>
                            <p:childTnLst>
                              <p:par>
                                <p:cTn id="270" presetID="22" presetClass="entr" presetSubtype="8" fill="hold" grpId="0" nodeType="clickEffect">
                                  <p:stCondLst>
                                    <p:cond delay="0"/>
                                  </p:stCondLst>
                                  <p:iterate type="lt">
                                    <p:tmPct val="10000"/>
                                  </p:iterate>
                                  <p:childTnLst>
                                    <p:set>
                                      <p:cBhvr>
                                        <p:cTn id="271" dur="1" fill="hold">
                                          <p:stCondLst>
                                            <p:cond delay="0"/>
                                          </p:stCondLst>
                                        </p:cTn>
                                        <p:tgtEl>
                                          <p:spTgt spid="144"/>
                                        </p:tgtEl>
                                        <p:attrNameLst>
                                          <p:attrName>style.visibility</p:attrName>
                                        </p:attrNameLst>
                                      </p:cBhvr>
                                      <p:to>
                                        <p:strVal val="visible"/>
                                      </p:to>
                                    </p:set>
                                    <p:animEffect transition="in" filter="wipe(left)">
                                      <p:cBhvr>
                                        <p:cTn id="272" dur="500"/>
                                        <p:tgtEl>
                                          <p:spTgt spid="144"/>
                                        </p:tgtEl>
                                      </p:cBhvr>
                                    </p:animEffect>
                                  </p:childTnLst>
                                </p:cTn>
                              </p:par>
                            </p:childTnLst>
                          </p:cTn>
                        </p:par>
                      </p:childTnLst>
                    </p:cTn>
                  </p:par>
                  <p:par>
                    <p:cTn id="273" fill="hold">
                      <p:stCondLst>
                        <p:cond delay="indefinite"/>
                      </p:stCondLst>
                      <p:childTnLst>
                        <p:par>
                          <p:cTn id="274" fill="hold">
                            <p:stCondLst>
                              <p:cond delay="0"/>
                            </p:stCondLst>
                            <p:childTnLst>
                              <p:par>
                                <p:cTn id="275" presetID="22" presetClass="entr" presetSubtype="8" fill="hold" grpId="0" nodeType="clickEffect">
                                  <p:stCondLst>
                                    <p:cond delay="0"/>
                                  </p:stCondLst>
                                  <p:iterate type="lt">
                                    <p:tmPct val="10000"/>
                                  </p:iterate>
                                  <p:childTnLst>
                                    <p:set>
                                      <p:cBhvr>
                                        <p:cTn id="276" dur="1" fill="hold">
                                          <p:stCondLst>
                                            <p:cond delay="0"/>
                                          </p:stCondLst>
                                        </p:cTn>
                                        <p:tgtEl>
                                          <p:spTgt spid="145"/>
                                        </p:tgtEl>
                                        <p:attrNameLst>
                                          <p:attrName>style.visibility</p:attrName>
                                        </p:attrNameLst>
                                      </p:cBhvr>
                                      <p:to>
                                        <p:strVal val="visible"/>
                                      </p:to>
                                    </p:set>
                                    <p:animEffect transition="in" filter="wipe(left)">
                                      <p:cBhvr>
                                        <p:cTn id="277" dur="500"/>
                                        <p:tgtEl>
                                          <p:spTgt spid="145"/>
                                        </p:tgtEl>
                                      </p:cBhvr>
                                    </p:animEffect>
                                  </p:childTnLst>
                                </p:cTn>
                              </p:par>
                            </p:childTnLst>
                          </p:cTn>
                        </p:par>
                      </p:childTnLst>
                    </p:cTn>
                  </p:par>
                  <p:par>
                    <p:cTn id="278" fill="hold">
                      <p:stCondLst>
                        <p:cond delay="indefinite"/>
                      </p:stCondLst>
                      <p:childTnLst>
                        <p:par>
                          <p:cTn id="279" fill="hold">
                            <p:stCondLst>
                              <p:cond delay="0"/>
                            </p:stCondLst>
                            <p:childTnLst>
                              <p:par>
                                <p:cTn id="280" presetID="22" presetClass="entr" presetSubtype="8" fill="hold" nodeType="clickEffect">
                                  <p:stCondLst>
                                    <p:cond delay="0"/>
                                  </p:stCondLst>
                                  <p:iterate type="lt">
                                    <p:tmPct val="10000"/>
                                  </p:iterate>
                                  <p:childTnLst>
                                    <p:set>
                                      <p:cBhvr>
                                        <p:cTn id="281" dur="1" fill="hold">
                                          <p:stCondLst>
                                            <p:cond delay="0"/>
                                          </p:stCondLst>
                                        </p:cTn>
                                        <p:tgtEl>
                                          <p:spTgt spid="146"/>
                                        </p:tgtEl>
                                        <p:attrNameLst>
                                          <p:attrName>style.visibility</p:attrName>
                                        </p:attrNameLst>
                                      </p:cBhvr>
                                      <p:to>
                                        <p:strVal val="visible"/>
                                      </p:to>
                                    </p:set>
                                    <p:animEffect transition="in" filter="wipe(left)">
                                      <p:cBhvr>
                                        <p:cTn id="282" dur="500"/>
                                        <p:tgtEl>
                                          <p:spTgt spid="146"/>
                                        </p:tgtEl>
                                      </p:cBhvr>
                                    </p:animEffect>
                                  </p:childTnLst>
                                </p:cTn>
                              </p:par>
                            </p:childTnLst>
                          </p:cTn>
                        </p:par>
                      </p:childTnLst>
                    </p:cTn>
                  </p:par>
                  <p:par>
                    <p:cTn id="283" fill="hold">
                      <p:stCondLst>
                        <p:cond delay="indefinite"/>
                      </p:stCondLst>
                      <p:childTnLst>
                        <p:par>
                          <p:cTn id="284" fill="hold">
                            <p:stCondLst>
                              <p:cond delay="0"/>
                            </p:stCondLst>
                            <p:childTnLst>
                              <p:par>
                                <p:cTn id="285" presetID="22" presetClass="entr" presetSubtype="8" fill="hold" grpId="0" nodeType="clickEffect">
                                  <p:stCondLst>
                                    <p:cond delay="0"/>
                                  </p:stCondLst>
                                  <p:iterate type="lt">
                                    <p:tmPct val="10000"/>
                                  </p:iterate>
                                  <p:childTnLst>
                                    <p:set>
                                      <p:cBhvr>
                                        <p:cTn id="286" dur="1" fill="hold">
                                          <p:stCondLst>
                                            <p:cond delay="0"/>
                                          </p:stCondLst>
                                        </p:cTn>
                                        <p:tgtEl>
                                          <p:spTgt spid="147"/>
                                        </p:tgtEl>
                                        <p:attrNameLst>
                                          <p:attrName>style.visibility</p:attrName>
                                        </p:attrNameLst>
                                      </p:cBhvr>
                                      <p:to>
                                        <p:strVal val="visible"/>
                                      </p:to>
                                    </p:set>
                                    <p:animEffect transition="in" filter="wipe(left)">
                                      <p:cBhvr>
                                        <p:cTn id="287" dur="500"/>
                                        <p:tgtEl>
                                          <p:spTgt spid="147"/>
                                        </p:tgtEl>
                                      </p:cBhvr>
                                    </p:animEffect>
                                  </p:childTnLst>
                                </p:cTn>
                              </p:par>
                            </p:childTnLst>
                          </p:cTn>
                        </p:par>
                      </p:childTnLst>
                    </p:cTn>
                  </p:par>
                  <p:par>
                    <p:cTn id="288" fill="hold">
                      <p:stCondLst>
                        <p:cond delay="indefinite"/>
                      </p:stCondLst>
                      <p:childTnLst>
                        <p:par>
                          <p:cTn id="289" fill="hold">
                            <p:stCondLst>
                              <p:cond delay="0"/>
                            </p:stCondLst>
                            <p:childTnLst>
                              <p:par>
                                <p:cTn id="290" presetID="22" presetClass="entr" presetSubtype="8" fill="hold" grpId="0" nodeType="clickEffect">
                                  <p:stCondLst>
                                    <p:cond delay="0"/>
                                  </p:stCondLst>
                                  <p:iterate type="lt">
                                    <p:tmPct val="10000"/>
                                  </p:iterate>
                                  <p:childTnLst>
                                    <p:set>
                                      <p:cBhvr>
                                        <p:cTn id="291" dur="1" fill="hold">
                                          <p:stCondLst>
                                            <p:cond delay="0"/>
                                          </p:stCondLst>
                                        </p:cTn>
                                        <p:tgtEl>
                                          <p:spTgt spid="148"/>
                                        </p:tgtEl>
                                        <p:attrNameLst>
                                          <p:attrName>style.visibility</p:attrName>
                                        </p:attrNameLst>
                                      </p:cBhvr>
                                      <p:to>
                                        <p:strVal val="visible"/>
                                      </p:to>
                                    </p:set>
                                    <p:animEffect transition="in" filter="wipe(left)">
                                      <p:cBhvr>
                                        <p:cTn id="292" dur="500"/>
                                        <p:tgtEl>
                                          <p:spTgt spid="148"/>
                                        </p:tgtEl>
                                      </p:cBhvr>
                                    </p:animEffect>
                                  </p:childTnLst>
                                </p:cTn>
                              </p:par>
                            </p:childTnLst>
                          </p:cTn>
                        </p:par>
                      </p:childTnLst>
                    </p:cTn>
                  </p:par>
                  <p:par>
                    <p:cTn id="293" fill="hold">
                      <p:stCondLst>
                        <p:cond delay="indefinite"/>
                      </p:stCondLst>
                      <p:childTnLst>
                        <p:par>
                          <p:cTn id="294" fill="hold">
                            <p:stCondLst>
                              <p:cond delay="0"/>
                            </p:stCondLst>
                            <p:childTnLst>
                              <p:par>
                                <p:cTn id="295" presetID="22" presetClass="entr" presetSubtype="8" fill="hold" nodeType="clickEffect">
                                  <p:stCondLst>
                                    <p:cond delay="0"/>
                                  </p:stCondLst>
                                  <p:childTnLst>
                                    <p:set>
                                      <p:cBhvr>
                                        <p:cTn id="296" dur="1" fill="hold">
                                          <p:stCondLst>
                                            <p:cond delay="0"/>
                                          </p:stCondLst>
                                        </p:cTn>
                                        <p:tgtEl>
                                          <p:spTgt spid="215"/>
                                        </p:tgtEl>
                                        <p:attrNameLst>
                                          <p:attrName>style.visibility</p:attrName>
                                        </p:attrNameLst>
                                      </p:cBhvr>
                                      <p:to>
                                        <p:strVal val="visible"/>
                                      </p:to>
                                    </p:set>
                                    <p:animEffect transition="in" filter="wipe(left)">
                                      <p:cBhvr>
                                        <p:cTn id="297"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105" grpId="0"/>
      <p:bldP spid="106" grpId="0"/>
      <p:bldP spid="107" grpId="0"/>
      <p:bldP spid="108" grpId="0"/>
      <p:bldP spid="114" grpId="0"/>
      <p:bldP spid="115" grpId="0"/>
      <p:bldP spid="116" grpId="0"/>
      <p:bldP spid="117" grpId="0"/>
      <p:bldP spid="121" grpId="0"/>
      <p:bldP spid="122" grpId="0"/>
      <p:bldP spid="123" grpId="0"/>
      <p:bldP spid="124" grpId="0"/>
      <p:bldP spid="125" grpId="0"/>
      <p:bldP spid="126" grpId="0"/>
      <p:bldP spid="127" grpId="0"/>
      <p:bldP spid="129" grpId="0"/>
      <p:bldP spid="130" grpId="0"/>
      <p:bldP spid="131" grpId="0"/>
      <p:bldP spid="132" grpId="0"/>
      <p:bldP spid="133" grpId="0"/>
      <p:bldP spid="134" grpId="0"/>
      <p:bldP spid="135" grpId="0"/>
      <p:bldP spid="136" grpId="0"/>
      <p:bldP spid="138" grpId="0"/>
      <p:bldP spid="139" grpId="0"/>
      <p:bldP spid="140" grpId="0"/>
      <p:bldP spid="141" grpId="0"/>
      <p:bldP spid="142" grpId="0"/>
      <p:bldP spid="143" grpId="0"/>
      <p:bldP spid="144" grpId="0"/>
      <p:bldP spid="145" grpId="0"/>
      <p:bldP spid="147" grpId="0"/>
      <p:bldP spid="1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30400" y="2616201"/>
            <a:ext cx="8311552" cy="1077218"/>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0000"/>
                </a:solidFill>
                <a:effectLst/>
                <a:uLnTx/>
                <a:uFillTx/>
                <a:latin typeface="Calibri Light" panose="020F0302020204030204"/>
                <a:ea typeface="+mn-ea"/>
                <a:cs typeface="Times New Roman" pitchFamily="18" charset="0"/>
              </a:rPr>
              <a:t>SCIENTIFIC NOTATION</a:t>
            </a:r>
            <a:endParaRPr kumimoji="0" lang="en-US" sz="6400" b="1" i="0" u="none" strike="noStrike" kern="1200" cap="none" spc="67" normalizeH="0" baseline="0" noProof="0" dirty="0">
              <a:ln w="11430"/>
              <a:solidFill>
                <a:srgbClr val="FF0000"/>
              </a:solidFill>
              <a:effectLst>
                <a:outerShdw blurRad="76200" dist="50800" dir="5400000" algn="tl" rotWithShape="0">
                  <a:srgbClr val="000000">
                    <a:alpha val="65000"/>
                  </a:srgbClr>
                </a:outerShdw>
              </a:effectLst>
              <a:uLnTx/>
              <a:uFillTx/>
              <a:latin typeface="Calibri Light" panose="020F0302020204030204"/>
              <a:ea typeface="+mn-ea"/>
              <a:cs typeface="+mn-cs"/>
            </a:endParaRP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78C0CDC4-3C1A-4FA3-A0A1-5551992AFCB0}"/>
              </a:ext>
            </a:extLst>
          </p:cNvPr>
          <p:cNvPicPr>
            <a:picLocks noChangeAspect="1"/>
          </p:cNvPicPr>
          <p:nvPr/>
        </p:nvPicPr>
        <p:blipFill>
          <a:blip r:embed="rId5"/>
          <a:stretch>
            <a:fillRect/>
          </a:stretch>
        </p:blipFill>
        <p:spPr>
          <a:xfrm>
            <a:off x="2720446" y="0"/>
            <a:ext cx="6751107" cy="6858000"/>
          </a:xfrm>
          <a:prstGeom prst="rect">
            <a:avLst/>
          </a:prstGeom>
        </p:spPr>
      </p:pic>
    </p:spTree>
    <p:extLst>
      <p:ext uri="{BB962C8B-B14F-4D97-AF65-F5344CB8AC3E}">
        <p14:creationId xmlns:p14="http://schemas.microsoft.com/office/powerpoint/2010/main" val="330320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798698" y="931043"/>
            <a:ext cx="4131259"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Scientific Notation:</a:t>
            </a:r>
          </a:p>
        </p:txBody>
      </p:sp>
      <p:sp>
        <p:nvSpPr>
          <p:cNvPr id="10" name="TextBox 9"/>
          <p:cNvSpPr txBox="1"/>
          <p:nvPr/>
        </p:nvSpPr>
        <p:spPr>
          <a:xfrm>
            <a:off x="678963" y="1655383"/>
            <a:ext cx="11021159" cy="913199"/>
          </a:xfrm>
          <a:prstGeom prst="rect">
            <a:avLst/>
          </a:prstGeom>
          <a:noFill/>
        </p:spPr>
        <p:txBody>
          <a:bodyPr wrap="none" rtlCol="0">
            <a:spAutoFit/>
          </a:bodyPr>
          <a:lstStyle/>
          <a:p>
            <a:pPr marL="461767" marR="0" lvl="0" indent="-461767"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Scientific notations are used when one has to deal with extremely large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numbers or smallest numbers.</a:t>
            </a:r>
          </a:p>
        </p:txBody>
      </p:sp>
      <p:sp>
        <p:nvSpPr>
          <p:cNvPr id="11" name="TextBox 10"/>
          <p:cNvSpPr txBox="1"/>
          <p:nvPr/>
        </p:nvSpPr>
        <p:spPr>
          <a:xfrm>
            <a:off x="686178" y="2592769"/>
            <a:ext cx="3606757" cy="502766"/>
          </a:xfrm>
          <a:prstGeom prst="rect">
            <a:avLst/>
          </a:prstGeom>
          <a:noFill/>
        </p:spPr>
        <p:txBody>
          <a:bodyPr wrap="none" rtlCol="0">
            <a:spAutoFit/>
          </a:bodyPr>
          <a:lstStyle/>
          <a:p>
            <a:pPr marL="461767" marR="0" lvl="0" indent="-461767"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Scientific notations.</a:t>
            </a:r>
          </a:p>
        </p:txBody>
      </p:sp>
      <p:sp>
        <p:nvSpPr>
          <p:cNvPr id="12" name="TextBox 11"/>
          <p:cNvSpPr txBox="1"/>
          <p:nvPr/>
        </p:nvSpPr>
        <p:spPr>
          <a:xfrm>
            <a:off x="4081092" y="2592769"/>
            <a:ext cx="46519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14" name="TextBox 13"/>
          <p:cNvSpPr txBox="1"/>
          <p:nvPr/>
        </p:nvSpPr>
        <p:spPr>
          <a:xfrm>
            <a:off x="333440" y="3022600"/>
            <a:ext cx="3256276"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where N(digit term)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sym typeface="Symbol"/>
            </a:endParaRPr>
          </a:p>
        </p:txBody>
      </p:sp>
      <p:sp>
        <p:nvSpPr>
          <p:cNvPr id="15" name="TextBox 14"/>
          <p:cNvSpPr txBox="1"/>
          <p:nvPr/>
        </p:nvSpPr>
        <p:spPr>
          <a:xfrm>
            <a:off x="4516269" y="2592769"/>
            <a:ext cx="1309974"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N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n</a:t>
            </a:r>
          </a:p>
        </p:txBody>
      </p:sp>
      <p:sp>
        <p:nvSpPr>
          <p:cNvPr id="16" name="TextBox 15"/>
          <p:cNvSpPr txBox="1"/>
          <p:nvPr/>
        </p:nvSpPr>
        <p:spPr>
          <a:xfrm>
            <a:off x="3232987" y="3022601"/>
            <a:ext cx="5301413"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 varies between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1.000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MT Extra"/>
              </a:rPr>
              <a:t> &amp; 9.999</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17" name="TextBox 16"/>
          <p:cNvSpPr txBox="1"/>
          <p:nvPr/>
        </p:nvSpPr>
        <p:spPr>
          <a:xfrm>
            <a:off x="3359418" y="3327400"/>
            <a:ext cx="4133119" cy="66678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Exponent  having  </a:t>
            </a:r>
            <a:r>
              <a:rPr kumimoji="0" lang="en-US" sz="3733" b="1" i="0" u="none" strike="noStrike" kern="1200" cap="none" spc="0" normalizeH="0" baseline="0" noProof="0" dirty="0">
                <a:ln>
                  <a:noFill/>
                </a:ln>
                <a:solidFill>
                  <a:srgbClr val="FF00FF"/>
                </a:solidFill>
                <a:effectLst/>
                <a:uLnTx/>
                <a:uFillTx/>
                <a:latin typeface="Times New Roman" pitchFamily="18" charset="0"/>
                <a:ea typeface="Cambria Math" pitchFamily="18" charset="0"/>
                <a:cs typeface="Times New Roman" pitchFamily="18" charset="0"/>
                <a:sym typeface="Symbol"/>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or </a:t>
            </a:r>
            <a:r>
              <a:rPr kumimoji="0" lang="en-US" sz="2667" b="1" i="0" u="none" strike="noStrike" kern="1200" cap="none" spc="0" normalizeH="0" baseline="0" noProof="0" dirty="0">
                <a:ln>
                  <a:noFill/>
                </a:ln>
                <a:solidFill>
                  <a:srgbClr val="FF0000"/>
                </a:solidFill>
                <a:effectLst/>
                <a:uLnTx/>
                <a:uFillTx/>
                <a:latin typeface="Times New Roman" pitchFamily="18" charset="0"/>
                <a:ea typeface="Cambria Math" pitchFamily="18" charset="0"/>
                <a:cs typeface="Times New Roman" pitchFamily="18" charset="0"/>
                <a:sym typeface="Symbol"/>
              </a:rPr>
              <a:t> </a:t>
            </a:r>
            <a:r>
              <a:rPr kumimoji="0" lang="en-US" sz="3733" b="1" i="0" u="none" strike="noStrike" kern="1200" cap="none" spc="0" normalizeH="0" baseline="0" noProof="0" dirty="0">
                <a:ln>
                  <a:noFill/>
                </a:ln>
                <a:solidFill>
                  <a:srgbClr val="FF0000"/>
                </a:solidFill>
                <a:effectLst/>
                <a:uLnTx/>
                <a:uFillTx/>
                <a:latin typeface="Times New Roman" pitchFamily="18" charset="0"/>
                <a:ea typeface="Cambria Math" pitchFamily="18" charset="0"/>
                <a:cs typeface="Times New Roman" pitchFamily="18" charset="0"/>
                <a:sym typeface="Symbol"/>
              </a:rPr>
              <a:t>-</a:t>
            </a:r>
          </a:p>
        </p:txBody>
      </p:sp>
      <p:sp>
        <p:nvSpPr>
          <p:cNvPr id="19" name="TextBox 18"/>
          <p:cNvSpPr txBox="1"/>
          <p:nvPr/>
        </p:nvSpPr>
        <p:spPr>
          <a:xfrm>
            <a:off x="2273061" y="3429000"/>
            <a:ext cx="46038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n</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sym typeface="Symbol"/>
            </a:endParaRPr>
          </a:p>
        </p:txBody>
      </p:sp>
      <p:sp>
        <p:nvSpPr>
          <p:cNvPr id="20" name="TextBox 19"/>
          <p:cNvSpPr txBox="1"/>
          <p:nvPr/>
        </p:nvSpPr>
        <p:spPr>
          <a:xfrm>
            <a:off x="2916141" y="3429000"/>
            <a:ext cx="46519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22" name="TextBox 21"/>
          <p:cNvSpPr txBox="1"/>
          <p:nvPr/>
        </p:nvSpPr>
        <p:spPr>
          <a:xfrm>
            <a:off x="720248" y="4243175"/>
            <a:ext cx="5753498"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Speed of light is 30,00,00,000 ms</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-1</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23" name="TextBox 22"/>
          <p:cNvSpPr txBox="1"/>
          <p:nvPr/>
        </p:nvSpPr>
        <p:spPr>
          <a:xfrm>
            <a:off x="719715" y="5029120"/>
            <a:ext cx="3140603"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Scientific notations.</a:t>
            </a:r>
          </a:p>
        </p:txBody>
      </p:sp>
      <p:sp>
        <p:nvSpPr>
          <p:cNvPr id="24" name="TextBox 23"/>
          <p:cNvSpPr txBox="1"/>
          <p:nvPr/>
        </p:nvSpPr>
        <p:spPr>
          <a:xfrm>
            <a:off x="3570008" y="5025508"/>
            <a:ext cx="46519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26" name="TextBox 25"/>
          <p:cNvSpPr txBox="1"/>
          <p:nvPr/>
        </p:nvSpPr>
        <p:spPr>
          <a:xfrm>
            <a:off x="4108057" y="5025508"/>
            <a:ext cx="1972015"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3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8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ms</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-1</a:t>
            </a:r>
          </a:p>
        </p:txBody>
      </p:sp>
      <p:pic>
        <p:nvPicPr>
          <p:cNvPr id="18" name="Picture 17"/>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414B563A-EB7A-4AAA-BCFA-2E79111FCC6A}"/>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873F7DD3-CB64-4E24-9398-F87301A18E80}"/>
                  </a:ext>
                </a:extLst>
              </p14:cNvPr>
              <p14:cNvContentPartPr/>
              <p14:nvPr/>
            </p14:nvContentPartPr>
            <p14:xfrm>
              <a:off x="3342240" y="720360"/>
              <a:ext cx="7971120" cy="4914720"/>
            </p14:xfrm>
          </p:contentPart>
        </mc:Choice>
        <mc:Fallback>
          <p:pic>
            <p:nvPicPr>
              <p:cNvPr id="3" name="Ink 2">
                <a:extLst>
                  <a:ext uri="{FF2B5EF4-FFF2-40B4-BE49-F238E27FC236}">
                    <a16:creationId xmlns:a16="http://schemas.microsoft.com/office/drawing/2014/main" id="{873F7DD3-CB64-4E24-9398-F87301A18E80}"/>
                  </a:ext>
                </a:extLst>
              </p:cNvPr>
              <p:cNvPicPr/>
              <p:nvPr/>
            </p:nvPicPr>
            <p:blipFill>
              <a:blip r:embed="rId6"/>
              <a:stretch>
                <a:fillRect/>
              </a:stretch>
            </p:blipFill>
            <p:spPr>
              <a:xfrm>
                <a:off x="3332880" y="711000"/>
                <a:ext cx="7989840" cy="4933440"/>
              </a:xfrm>
              <a:prstGeom prst="rect">
                <a:avLst/>
              </a:prstGeom>
            </p:spPr>
          </p:pic>
        </mc:Fallback>
      </mc:AlternateContent>
    </p:spTree>
    <p:extLst>
      <p:ext uri="{BB962C8B-B14F-4D97-AF65-F5344CB8AC3E}">
        <p14:creationId xmlns:p14="http://schemas.microsoft.com/office/powerpoint/2010/main" val="347329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wipe(left)">
                                      <p:cBhvr>
                                        <p:cTn id="12" dur="500"/>
                                        <p:tgtEl>
                                          <p:spTgt spid="10">
                                            <p:txEl>
                                              <p:pRg st="0" end="0"/>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
                                            <p:txEl>
                                              <p:pRg st="1" end="1"/>
                                            </p:txEl>
                                          </p:spTgt>
                                        </p:tgtEl>
                                        <p:attrNameLst>
                                          <p:attrName>style.visibility</p:attrName>
                                        </p:attrNameLst>
                                      </p:cBhvr>
                                      <p:to>
                                        <p:strVal val="visible"/>
                                      </p:to>
                                    </p:set>
                                    <p:animEffect transition="in" filter="wipe(left)">
                                      <p:cBhvr>
                                        <p:cTn id="16" dur="500"/>
                                        <p:tgtEl>
                                          <p:spTgt spid="1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left)">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left)">
                                      <p:cBhvr>
                                        <p:cTn id="58" dur="500"/>
                                        <p:tgtEl>
                                          <p:spTgt spid="23"/>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left)">
                                      <p:cBhvr>
                                        <p:cTn id="61" dur="500"/>
                                        <p:tgtEl>
                                          <p:spTgt spid="24"/>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left)">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build="p"/>
      <p:bldP spid="11" grpId="0"/>
      <p:bldP spid="12" grpId="0"/>
      <p:bldP spid="14" grpId="0"/>
      <p:bldP spid="15" grpId="0"/>
      <p:bldP spid="16" grpId="0"/>
      <p:bldP spid="17" grpId="0"/>
      <p:bldP spid="19" grpId="0"/>
      <p:bldP spid="20" grpId="0"/>
      <p:bldP spid="22" grpId="0"/>
      <p:bldP spid="23" grpId="0"/>
      <p:bldP spid="24" grpId="0"/>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17233" y="931043"/>
            <a:ext cx="5700600"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Uses of Scientific Notation:</a:t>
            </a:r>
          </a:p>
        </p:txBody>
      </p:sp>
      <p:sp>
        <p:nvSpPr>
          <p:cNvPr id="9" name="TextBox 8"/>
          <p:cNvSpPr txBox="1"/>
          <p:nvPr/>
        </p:nvSpPr>
        <p:spPr>
          <a:xfrm>
            <a:off x="698696" y="1710629"/>
            <a:ext cx="7696338"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Is used in the every mathematical conversions, like:</a:t>
            </a:r>
          </a:p>
        </p:txBody>
      </p:sp>
      <p:sp>
        <p:nvSpPr>
          <p:cNvPr id="10" name="TextBox 9"/>
          <p:cNvSpPr txBox="1"/>
          <p:nvPr/>
        </p:nvSpPr>
        <p:spPr>
          <a:xfrm>
            <a:off x="717233" y="2341853"/>
            <a:ext cx="2791791" cy="502766"/>
          </a:xfrm>
          <a:prstGeom prst="rect">
            <a:avLst/>
          </a:prstGeom>
          <a:noFill/>
        </p:spPr>
        <p:style>
          <a:lnRef idx="1">
            <a:schemeClr val="accent6"/>
          </a:lnRef>
          <a:fillRef idx="2">
            <a:schemeClr val="accent6"/>
          </a:fillRef>
          <a:effectRef idx="1">
            <a:schemeClr val="accent6"/>
          </a:effectRef>
          <a:fontRef idx="minor">
            <a:schemeClr val="dk1"/>
          </a:fontRef>
        </p:style>
        <p:txBody>
          <a:bodyPr wrap="square" rtlCol="0">
            <a:spAutoFit/>
          </a:bodyPr>
          <a:lstStyle/>
          <a:p>
            <a:pPr marL="457189" marR="0" lvl="0" indent="-457189"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Addition</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1" name="TextBox 10"/>
          <p:cNvSpPr txBox="1"/>
          <p:nvPr/>
        </p:nvSpPr>
        <p:spPr>
          <a:xfrm>
            <a:off x="717234" y="3079369"/>
            <a:ext cx="2791791" cy="502766"/>
          </a:xfrm>
          <a:prstGeom prst="rect">
            <a:avLst/>
          </a:prstGeom>
          <a:noFill/>
        </p:spPr>
        <p:style>
          <a:lnRef idx="1">
            <a:schemeClr val="accent5"/>
          </a:lnRef>
          <a:fillRef idx="2">
            <a:schemeClr val="accent5"/>
          </a:fillRef>
          <a:effectRef idx="1">
            <a:schemeClr val="accent5"/>
          </a:effectRef>
          <a:fontRef idx="minor">
            <a:schemeClr val="dk1"/>
          </a:fontRef>
        </p:style>
        <p:txBody>
          <a:bodyPr wrap="square" rtlCol="0">
            <a:spAutoFit/>
          </a:bodyPr>
          <a:lstStyle/>
          <a:p>
            <a:pPr marL="457189" marR="0" lvl="0" indent="-457189"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Subtraction</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2" name="TextBox 11"/>
          <p:cNvSpPr txBox="1"/>
          <p:nvPr/>
        </p:nvSpPr>
        <p:spPr>
          <a:xfrm>
            <a:off x="717234" y="3809920"/>
            <a:ext cx="2736647" cy="502766"/>
          </a:xfrm>
          <a:prstGeom prst="rect">
            <a:avLst/>
          </a:prstGeom>
          <a:noFill/>
        </p:spPr>
        <p:style>
          <a:lnRef idx="1">
            <a:schemeClr val="accent4"/>
          </a:lnRef>
          <a:fillRef idx="2">
            <a:schemeClr val="accent4"/>
          </a:fillRef>
          <a:effectRef idx="1">
            <a:schemeClr val="accent4"/>
          </a:effectRef>
          <a:fontRef idx="minor">
            <a:schemeClr val="dk1"/>
          </a:fontRef>
        </p:style>
        <p:txBody>
          <a:bodyPr wrap="none" rtlCol="0">
            <a:spAutoFit/>
          </a:bodyPr>
          <a:lstStyle/>
          <a:p>
            <a:pPr marL="457189" marR="0" lvl="0" indent="-457189"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Multiplication</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3" name="TextBox 12"/>
          <p:cNvSpPr txBox="1"/>
          <p:nvPr/>
        </p:nvSpPr>
        <p:spPr>
          <a:xfrm>
            <a:off x="717234" y="4521120"/>
            <a:ext cx="2791791" cy="502766"/>
          </a:xfrm>
          <a:prstGeom prst="rect">
            <a:avLst/>
          </a:prstGeom>
          <a:noFill/>
        </p:spPr>
        <p:style>
          <a:lnRef idx="1">
            <a:schemeClr val="accent2"/>
          </a:lnRef>
          <a:fillRef idx="2">
            <a:schemeClr val="accent2"/>
          </a:fillRef>
          <a:effectRef idx="1">
            <a:schemeClr val="accent2"/>
          </a:effectRef>
          <a:fontRef idx="minor">
            <a:schemeClr val="dk1"/>
          </a:fontRef>
        </p:style>
        <p:txBody>
          <a:bodyPr wrap="square" rtlCol="0">
            <a:spAutoFit/>
          </a:bodyPr>
          <a:lstStyle/>
          <a:p>
            <a:pPr marL="457189" marR="0" lvl="0" indent="-457189" algn="l"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sz="2667" b="1" i="0" u="none" strike="noStrike" kern="1200" cap="none" spc="0" normalizeH="0" baseline="0" noProof="0" dirty="0">
                <a:ln>
                  <a:noFill/>
                </a:ln>
                <a:solidFill>
                  <a:prstClr val="white"/>
                </a:solidFill>
                <a:effectLst/>
                <a:uLnTx/>
                <a:uFillTx/>
                <a:latin typeface="Cambria Math" pitchFamily="18" charset="0"/>
                <a:ea typeface="Cambria Math" pitchFamily="18" charset="0"/>
                <a:cs typeface="+mn-cs"/>
              </a:rPr>
              <a:t>Division</a:t>
            </a:r>
            <a:endParaRPr kumimoji="0" lang="en-US" sz="2667"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4" name="Picture 1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sp>
        <p:nvSpPr>
          <p:cNvPr id="2" name="AutoShape 2" descr="image(138).png">
            <a:extLst>
              <a:ext uri="{FF2B5EF4-FFF2-40B4-BE49-F238E27FC236}">
                <a16:creationId xmlns:a16="http://schemas.microsoft.com/office/drawing/2014/main" id="{858A46DD-8C24-4118-8D3D-6558BD09349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F2FFED4C-C42A-48DA-B942-177E1901160F}"/>
              </a:ext>
            </a:extLst>
          </p:cNvPr>
          <p:cNvPicPr>
            <a:picLocks noChangeAspect="1"/>
          </p:cNvPicPr>
          <p:nvPr/>
        </p:nvPicPr>
        <p:blipFill>
          <a:blip r:embed="rId4"/>
          <a:stretch>
            <a:fillRect/>
          </a:stretch>
        </p:blipFill>
        <p:spPr>
          <a:xfrm>
            <a:off x="2720446" y="0"/>
            <a:ext cx="6751107" cy="6858000"/>
          </a:xfrm>
          <a:prstGeom prst="rect">
            <a:avLst/>
          </a:prstGeom>
        </p:spPr>
      </p:pic>
    </p:spTree>
    <p:extLst>
      <p:ext uri="{BB962C8B-B14F-4D97-AF65-F5344CB8AC3E}">
        <p14:creationId xmlns:p14="http://schemas.microsoft.com/office/powerpoint/2010/main" val="2523702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animBg="1"/>
      <p:bldP spid="12"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98499" y="962575"/>
            <a:ext cx="5295901" cy="66678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Addition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&amp; </a:t>
            </a: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subtraction</a:t>
            </a:r>
          </a:p>
        </p:txBody>
      </p:sp>
      <p:sp>
        <p:nvSpPr>
          <p:cNvPr id="9" name="TextBox 8"/>
          <p:cNvSpPr txBox="1"/>
          <p:nvPr/>
        </p:nvSpPr>
        <p:spPr>
          <a:xfrm>
            <a:off x="998781" y="1692509"/>
            <a:ext cx="243528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Has two steps , </a:t>
            </a:r>
          </a:p>
        </p:txBody>
      </p:sp>
      <p:sp>
        <p:nvSpPr>
          <p:cNvPr id="10" name="TextBox 9"/>
          <p:cNvSpPr txBox="1"/>
          <p:nvPr/>
        </p:nvSpPr>
        <p:spPr>
          <a:xfrm>
            <a:off x="609600" y="2095483"/>
            <a:ext cx="11277600" cy="913199"/>
          </a:xfrm>
          <a:prstGeom prst="rect">
            <a:avLst/>
          </a:prstGeom>
          <a:noFill/>
        </p:spPr>
        <p:txBody>
          <a:bodyPr wrap="square" rtlCol="0">
            <a:spAutoFit/>
          </a:bodyPr>
          <a:lstStyle/>
          <a:p>
            <a:pPr marL="609585" marR="0" lvl="0" indent="-609585"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First the numbers are written in such a way that they have same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exponent.</a:t>
            </a:r>
          </a:p>
        </p:txBody>
      </p:sp>
      <p:sp>
        <p:nvSpPr>
          <p:cNvPr id="11" name="TextBox 10"/>
          <p:cNvSpPr txBox="1"/>
          <p:nvPr/>
        </p:nvSpPr>
        <p:spPr>
          <a:xfrm>
            <a:off x="588578" y="2955246"/>
            <a:ext cx="11004332" cy="502766"/>
          </a:xfrm>
          <a:prstGeom prst="rect">
            <a:avLst/>
          </a:prstGeom>
          <a:noFill/>
        </p:spPr>
        <p:txBody>
          <a:bodyPr wrap="square" rtlCol="0">
            <a:spAutoFit/>
          </a:bodyPr>
          <a:lstStyle/>
          <a:p>
            <a:pPr marL="609585" marR="0" lvl="0" indent="-609585" algn="just" defTabSz="914400" rtl="0" eaLnBrk="1" fontAlgn="auto" latinLnBrk="0" hangingPunct="1">
              <a:lnSpc>
                <a:spcPct val="100000"/>
              </a:lnSpc>
              <a:spcBef>
                <a:spcPts val="0"/>
              </a:spcBef>
              <a:spcAft>
                <a:spcPts val="0"/>
              </a:spcAft>
              <a:buClrTx/>
              <a:buSzTx/>
              <a:buFontTx/>
              <a:buAutoNum type="arabicPeriod" startAt="2"/>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coefficients are added or subtracted as the case may be. </a:t>
            </a:r>
          </a:p>
        </p:txBody>
      </p:sp>
      <p:sp>
        <p:nvSpPr>
          <p:cNvPr id="12" name="TextBox 11"/>
          <p:cNvSpPr txBox="1"/>
          <p:nvPr/>
        </p:nvSpPr>
        <p:spPr>
          <a:xfrm>
            <a:off x="634447" y="3632200"/>
            <a:ext cx="7439537" cy="502766"/>
          </a:xfrm>
          <a:prstGeom prst="rect">
            <a:avLst/>
          </a:prstGeom>
          <a:noFill/>
        </p:spPr>
        <p:txBody>
          <a:bodyPr wrap="none" rtlCol="0">
            <a:spAutoFit/>
          </a:bodyPr>
          <a:lstStyle/>
          <a:p>
            <a:pPr marL="395027" marR="0" lvl="0" indent="-395027"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srgbClr val="FF0000"/>
                </a:solidFill>
                <a:effectLst/>
                <a:uLnTx/>
                <a:uFillTx/>
                <a:latin typeface="Times New Roman" pitchFamily="18" charset="0"/>
                <a:ea typeface="Cambria Math" pitchFamily="18" charset="0"/>
                <a:cs typeface="Times New Roman" pitchFamily="18" charset="0"/>
              </a:rPr>
              <a:t>Example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addition of 6.625x10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4</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and 8.95x10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3</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p>
        </p:txBody>
      </p:sp>
      <p:sp>
        <p:nvSpPr>
          <p:cNvPr id="14" name="TextBox 13"/>
          <p:cNvSpPr txBox="1"/>
          <p:nvPr/>
        </p:nvSpPr>
        <p:spPr>
          <a:xfrm>
            <a:off x="1420777" y="4118549"/>
            <a:ext cx="3432350"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6.25x10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4</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+ 0.895x10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4</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p>
        </p:txBody>
      </p:sp>
      <p:sp>
        <p:nvSpPr>
          <p:cNvPr id="15" name="TextBox 14"/>
          <p:cNvSpPr txBox="1"/>
          <p:nvPr/>
        </p:nvSpPr>
        <p:spPr>
          <a:xfrm>
            <a:off x="945445" y="4118549"/>
            <a:ext cx="692818"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17" name="TextBox 16"/>
          <p:cNvSpPr txBox="1"/>
          <p:nvPr/>
        </p:nvSpPr>
        <p:spPr>
          <a:xfrm>
            <a:off x="998484" y="4652069"/>
            <a:ext cx="46519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FF00FF"/>
                </a:solidFill>
                <a:effectLst/>
                <a:uLnTx/>
                <a:uFillTx/>
                <a:latin typeface="Times New Roman" pitchFamily="18" charset="0"/>
                <a:ea typeface="+mn-ea"/>
                <a:cs typeface="Times New Roman" pitchFamily="18" charset="0"/>
              </a:rPr>
              <a:t> =</a:t>
            </a:r>
          </a:p>
        </p:txBody>
      </p:sp>
      <p:sp>
        <p:nvSpPr>
          <p:cNvPr id="18" name="TextBox 17"/>
          <p:cNvSpPr txBox="1"/>
          <p:nvPr/>
        </p:nvSpPr>
        <p:spPr>
          <a:xfrm>
            <a:off x="1362038" y="4652069"/>
            <a:ext cx="166904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FF00FF"/>
                </a:solidFill>
                <a:effectLst/>
                <a:uLnTx/>
                <a:uFillTx/>
                <a:latin typeface="Times New Roman" pitchFamily="18" charset="0"/>
                <a:ea typeface="+mn-ea"/>
                <a:cs typeface="Times New Roman" pitchFamily="18" charset="0"/>
              </a:rPr>
              <a:t> 7.545x10</a:t>
            </a:r>
            <a:r>
              <a:rPr kumimoji="0" lang="en-US" sz="2667" b="1" i="0" u="none" strike="noStrike" kern="1200" cap="none" spc="0" normalizeH="0" baseline="30000" noProof="0" dirty="0">
                <a:ln>
                  <a:noFill/>
                </a:ln>
                <a:solidFill>
                  <a:srgbClr val="FF00FF"/>
                </a:solidFill>
                <a:effectLst/>
                <a:uLnTx/>
                <a:uFillTx/>
                <a:latin typeface="Times New Roman" pitchFamily="18" charset="0"/>
                <a:ea typeface="+mn-ea"/>
                <a:cs typeface="Times New Roman" pitchFamily="18" charset="0"/>
              </a:rPr>
              <a:t>4</a:t>
            </a:r>
            <a:endParaRPr kumimoji="0" lang="en-US" sz="2667" b="1" i="0" u="none" strike="noStrike" kern="1200" cap="none" spc="0" normalizeH="0" baseline="0" noProof="0" dirty="0">
              <a:ln>
                <a:noFill/>
              </a:ln>
              <a:solidFill>
                <a:srgbClr val="FF00FF"/>
              </a:solidFill>
              <a:effectLst/>
              <a:uLnTx/>
              <a:uFillTx/>
              <a:latin typeface="Times New Roman" pitchFamily="18" charset="0"/>
              <a:ea typeface="+mn-ea"/>
              <a:cs typeface="Times New Roman" pitchFamily="18" charset="0"/>
            </a:endParaRPr>
          </a:p>
        </p:txBody>
      </p:sp>
      <p:grpSp>
        <p:nvGrpSpPr>
          <p:cNvPr id="3" name="Group 2"/>
          <p:cNvGrpSpPr/>
          <p:nvPr/>
        </p:nvGrpSpPr>
        <p:grpSpPr>
          <a:xfrm>
            <a:off x="7437500" y="894037"/>
            <a:ext cx="4127304" cy="2613105"/>
            <a:chOff x="5715000" y="964491"/>
            <a:chExt cx="3095478" cy="1959829"/>
          </a:xfrm>
        </p:grpSpPr>
        <p:sp>
          <p:nvSpPr>
            <p:cNvPr id="2" name="Cloud 1"/>
            <p:cNvSpPr/>
            <p:nvPr/>
          </p:nvSpPr>
          <p:spPr>
            <a:xfrm>
              <a:off x="5715000" y="964491"/>
              <a:ext cx="2971800" cy="1959829"/>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Box 19"/>
            <p:cNvSpPr txBox="1"/>
            <p:nvPr/>
          </p:nvSpPr>
          <p:spPr>
            <a:xfrm>
              <a:off x="5736079" y="1556087"/>
              <a:ext cx="3074399" cy="99272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Since we have to  change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both the values  to  same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exponent</a:t>
              </a:r>
            </a:p>
          </p:txBody>
        </p:sp>
      </p:grpSp>
      <p:pic>
        <p:nvPicPr>
          <p:cNvPr id="16" name="Picture 1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4" name="Picture 3">
            <a:extLst>
              <a:ext uri="{FF2B5EF4-FFF2-40B4-BE49-F238E27FC236}">
                <a16:creationId xmlns:a16="http://schemas.microsoft.com/office/drawing/2014/main" id="{029C9A58-B82F-46F7-B9BF-8D6A5DB1DA6B}"/>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6146D2EC-8CD9-44EC-ABF4-E16C12A80BD7}"/>
                  </a:ext>
                </a:extLst>
              </p14:cNvPr>
              <p14:cNvContentPartPr/>
              <p14:nvPr/>
            </p14:nvContentPartPr>
            <p14:xfrm>
              <a:off x="3440520" y="3515400"/>
              <a:ext cx="5143680" cy="1165680"/>
            </p14:xfrm>
          </p:contentPart>
        </mc:Choice>
        <mc:Fallback>
          <p:pic>
            <p:nvPicPr>
              <p:cNvPr id="5" name="Ink 4">
                <a:extLst>
                  <a:ext uri="{FF2B5EF4-FFF2-40B4-BE49-F238E27FC236}">
                    <a16:creationId xmlns:a16="http://schemas.microsoft.com/office/drawing/2014/main" id="{6146D2EC-8CD9-44EC-ABF4-E16C12A80BD7}"/>
                  </a:ext>
                </a:extLst>
              </p:cNvPr>
              <p:cNvPicPr/>
              <p:nvPr/>
            </p:nvPicPr>
            <p:blipFill>
              <a:blip r:embed="rId6"/>
              <a:stretch>
                <a:fillRect/>
              </a:stretch>
            </p:blipFill>
            <p:spPr>
              <a:xfrm>
                <a:off x="3431160" y="3506040"/>
                <a:ext cx="5162400" cy="1184400"/>
              </a:xfrm>
              <a:prstGeom prst="rect">
                <a:avLst/>
              </a:prstGeom>
            </p:spPr>
          </p:pic>
        </mc:Fallback>
      </mc:AlternateContent>
    </p:spTree>
    <p:extLst>
      <p:ext uri="{BB962C8B-B14F-4D97-AF65-F5344CB8AC3E}">
        <p14:creationId xmlns:p14="http://schemas.microsoft.com/office/powerpoint/2010/main" val="379667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wipe(left)">
                                      <p:cBhvr>
                                        <p:cTn id="17" dur="500"/>
                                        <p:tgtEl>
                                          <p:spTgt spid="10">
                                            <p:txEl>
                                              <p:pRg st="0" end="0"/>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Effect transition="in" filter="wipe(left)">
                                      <p:cBhvr>
                                        <p:cTn id="21" dur="500"/>
                                        <p:tgtEl>
                                          <p:spTgt spid="10">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
                                            <p:txEl>
                                              <p:pRg st="0" end="0"/>
                                            </p:txEl>
                                          </p:spTgt>
                                        </p:tgtEl>
                                        <p:attrNameLst>
                                          <p:attrName>style.visibility</p:attrName>
                                        </p:attrNameLst>
                                      </p:cBhvr>
                                      <p:to>
                                        <p:strVal val="visible"/>
                                      </p:to>
                                    </p:set>
                                    <p:animEffect transition="in" filter="wipe(left)">
                                      <p:cBhvr>
                                        <p:cTn id="26" dur="500"/>
                                        <p:tgtEl>
                                          <p:spTgt spid="11">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left)">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build="p"/>
      <p:bldP spid="11" grpId="0" build="p"/>
      <p:bldP spid="12" grpId="0"/>
      <p:bldP spid="14" grpId="0"/>
      <p:bldP spid="15" grpId="0"/>
      <p:bldP spid="17" grpId="0"/>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802704" y="1751192"/>
            <a:ext cx="1762021"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FF00FF"/>
                </a:solidFill>
                <a:effectLst/>
                <a:uLnTx/>
                <a:uFillTx/>
                <a:latin typeface="Times New Roman" pitchFamily="18" charset="0"/>
                <a:ea typeface="Cambria Math" pitchFamily="18" charset="0"/>
                <a:cs typeface="Times New Roman" pitchFamily="18" charset="0"/>
              </a:rPr>
              <a:t>Example :</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p>
        </p:txBody>
      </p:sp>
      <p:sp>
        <p:nvSpPr>
          <p:cNvPr id="10" name="TextBox 9"/>
          <p:cNvSpPr txBox="1"/>
          <p:nvPr/>
        </p:nvSpPr>
        <p:spPr>
          <a:xfrm>
            <a:off x="800565" y="2278089"/>
            <a:ext cx="2287806"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Subtraction of</a:t>
            </a:r>
          </a:p>
        </p:txBody>
      </p:sp>
      <p:sp>
        <p:nvSpPr>
          <p:cNvPr id="12" name="TextBox 11"/>
          <p:cNvSpPr txBox="1"/>
          <p:nvPr/>
        </p:nvSpPr>
        <p:spPr>
          <a:xfrm>
            <a:off x="1174399" y="2682960"/>
            <a:ext cx="1872629"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FF00FF"/>
                </a:solidFill>
                <a:effectLst/>
                <a:uLnTx/>
                <a:uFillTx/>
                <a:latin typeface="Times New Roman" pitchFamily="18" charset="0"/>
                <a:ea typeface="+mn-ea"/>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(2.5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sym typeface="Symbol"/>
              </a:rPr>
              <a:t>-2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3" name="TextBox 12"/>
          <p:cNvSpPr txBox="1"/>
          <p:nvPr/>
        </p:nvSpPr>
        <p:spPr>
          <a:xfrm>
            <a:off x="3616641" y="2682960"/>
            <a:ext cx="1673856"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0.48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sym typeface="Symbol"/>
              </a:rPr>
              <a:t>-2</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4" name="TextBox 13"/>
          <p:cNvSpPr txBox="1"/>
          <p:nvPr/>
        </p:nvSpPr>
        <p:spPr>
          <a:xfrm>
            <a:off x="3057488" y="2682960"/>
            <a:ext cx="356188"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15" name="TextBox 14"/>
          <p:cNvSpPr txBox="1"/>
          <p:nvPr/>
        </p:nvSpPr>
        <p:spPr>
          <a:xfrm>
            <a:off x="803237" y="2682960"/>
            <a:ext cx="38023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16" name="TextBox 15"/>
          <p:cNvSpPr txBox="1"/>
          <p:nvPr/>
        </p:nvSpPr>
        <p:spPr>
          <a:xfrm>
            <a:off x="1177030" y="3204779"/>
            <a:ext cx="1951175"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FF00FF"/>
                </a:solidFill>
                <a:effectLst/>
                <a:uLnTx/>
                <a:uFillTx/>
                <a:latin typeface="Times New Roman" pitchFamily="18" charset="0"/>
                <a:ea typeface="+mn-ea"/>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(2.5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 0.48 )</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7" name="TextBox 16"/>
          <p:cNvSpPr txBox="1"/>
          <p:nvPr/>
        </p:nvSpPr>
        <p:spPr>
          <a:xfrm>
            <a:off x="3451102" y="3204779"/>
            <a:ext cx="716863"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sym typeface="Symbol"/>
              </a:rPr>
              <a:t>-2</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8" name="TextBox 17"/>
          <p:cNvSpPr txBox="1"/>
          <p:nvPr/>
        </p:nvSpPr>
        <p:spPr>
          <a:xfrm>
            <a:off x="3052104" y="3204779"/>
            <a:ext cx="372218"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19" name="TextBox 18"/>
          <p:cNvSpPr txBox="1"/>
          <p:nvPr/>
        </p:nvSpPr>
        <p:spPr>
          <a:xfrm>
            <a:off x="803237" y="3204779"/>
            <a:ext cx="38023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20" name="TextBox 19"/>
          <p:cNvSpPr txBox="1"/>
          <p:nvPr/>
        </p:nvSpPr>
        <p:spPr>
          <a:xfrm>
            <a:off x="803237" y="3685229"/>
            <a:ext cx="38023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21" name="TextBox 20"/>
          <p:cNvSpPr txBox="1"/>
          <p:nvPr/>
        </p:nvSpPr>
        <p:spPr>
          <a:xfrm>
            <a:off x="1177030" y="3685229"/>
            <a:ext cx="1758815"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FF00FF"/>
                </a:solidFill>
                <a:effectLst/>
                <a:uLnTx/>
                <a:uFillTx/>
                <a:latin typeface="Times New Roman" pitchFamily="18" charset="0"/>
                <a:ea typeface="+mn-ea"/>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2.02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sym typeface="Symbol"/>
              </a:rPr>
              <a:t>-2</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grpSp>
        <p:nvGrpSpPr>
          <p:cNvPr id="3" name="Group 2"/>
          <p:cNvGrpSpPr/>
          <p:nvPr/>
        </p:nvGrpSpPr>
        <p:grpSpPr>
          <a:xfrm>
            <a:off x="5994400" y="787401"/>
            <a:ext cx="5080000" cy="2427068"/>
            <a:chOff x="3810000" y="1513449"/>
            <a:chExt cx="3810000" cy="1820301"/>
          </a:xfrm>
        </p:grpSpPr>
        <p:sp>
          <p:nvSpPr>
            <p:cNvPr id="2" name="Cloud 1"/>
            <p:cNvSpPr/>
            <p:nvPr/>
          </p:nvSpPr>
          <p:spPr>
            <a:xfrm>
              <a:off x="3810000" y="1513449"/>
              <a:ext cx="3810000" cy="1820301"/>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Box 23"/>
            <p:cNvSpPr txBox="1"/>
            <p:nvPr/>
          </p:nvSpPr>
          <p:spPr>
            <a:xfrm>
              <a:off x="4288279" y="1924347"/>
              <a:ext cx="3074399" cy="99272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Since we have to  change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both the values  to  same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exponent</a:t>
              </a:r>
            </a:p>
          </p:txBody>
        </p:sp>
      </p:grpSp>
      <p:pic>
        <p:nvPicPr>
          <p:cNvPr id="22" name="Picture 21"/>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4" name="Picture 3">
            <a:extLst>
              <a:ext uri="{FF2B5EF4-FFF2-40B4-BE49-F238E27FC236}">
                <a16:creationId xmlns:a16="http://schemas.microsoft.com/office/drawing/2014/main" id="{980A7956-8F83-4B12-B2DE-FCCE2DC783CA}"/>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F345D3D3-85DD-4031-A56F-85045460C9AB}"/>
                  </a:ext>
                </a:extLst>
              </p14:cNvPr>
              <p14:cNvContentPartPr/>
              <p14:nvPr/>
            </p14:nvContentPartPr>
            <p14:xfrm>
              <a:off x="2135880" y="3578400"/>
              <a:ext cx="963720" cy="700920"/>
            </p14:xfrm>
          </p:contentPart>
        </mc:Choice>
        <mc:Fallback>
          <p:pic>
            <p:nvPicPr>
              <p:cNvPr id="5" name="Ink 4">
                <a:extLst>
                  <a:ext uri="{FF2B5EF4-FFF2-40B4-BE49-F238E27FC236}">
                    <a16:creationId xmlns:a16="http://schemas.microsoft.com/office/drawing/2014/main" id="{F345D3D3-85DD-4031-A56F-85045460C9AB}"/>
                  </a:ext>
                </a:extLst>
              </p:cNvPr>
              <p:cNvPicPr/>
              <p:nvPr/>
            </p:nvPicPr>
            <p:blipFill>
              <a:blip r:embed="rId6"/>
              <a:stretch>
                <a:fillRect/>
              </a:stretch>
            </p:blipFill>
            <p:spPr>
              <a:xfrm>
                <a:off x="2126520" y="3569040"/>
                <a:ext cx="982440" cy="719640"/>
              </a:xfrm>
              <a:prstGeom prst="rect">
                <a:avLst/>
              </a:prstGeom>
            </p:spPr>
          </p:pic>
        </mc:Fallback>
      </mc:AlternateContent>
    </p:spTree>
    <p:extLst>
      <p:ext uri="{BB962C8B-B14F-4D97-AF65-F5344CB8AC3E}">
        <p14:creationId xmlns:p14="http://schemas.microsoft.com/office/powerpoint/2010/main" val="202979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ipe(left)">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left)">
                                      <p:cBhvr>
                                        <p:cTn id="6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P spid="14" grpId="0"/>
      <p:bldP spid="15" grpId="0"/>
      <p:bldP spid="16" grpId="0"/>
      <p:bldP spid="17" grpId="0"/>
      <p:bldP spid="18" grpId="0"/>
      <p:bldP spid="19" grpId="0"/>
      <p:bldP spid="20" grpId="0"/>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772993" y="937175"/>
            <a:ext cx="5873724"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Multiplication and division:</a:t>
            </a:r>
          </a:p>
        </p:txBody>
      </p:sp>
      <p:sp>
        <p:nvSpPr>
          <p:cNvPr id="13" name="TextBox 12"/>
          <p:cNvSpPr txBox="1"/>
          <p:nvPr/>
        </p:nvSpPr>
        <p:spPr>
          <a:xfrm>
            <a:off x="695922" y="1684286"/>
            <a:ext cx="11089679" cy="91319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These two operations follow the same rules which are there for exponential numbers.</a:t>
            </a:r>
          </a:p>
        </p:txBody>
      </p:sp>
      <p:sp>
        <p:nvSpPr>
          <p:cNvPr id="14" name="TextBox 13"/>
          <p:cNvSpPr txBox="1"/>
          <p:nvPr/>
        </p:nvSpPr>
        <p:spPr>
          <a:xfrm>
            <a:off x="695922" y="2549983"/>
            <a:ext cx="78258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p>
        </p:txBody>
      </p:sp>
      <p:sp>
        <p:nvSpPr>
          <p:cNvPr id="15" name="TextBox 14"/>
          <p:cNvSpPr txBox="1"/>
          <p:nvPr/>
        </p:nvSpPr>
        <p:spPr>
          <a:xfrm>
            <a:off x="1218557" y="3100104"/>
            <a:ext cx="38023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16" name="TextBox 15"/>
          <p:cNvSpPr txBox="1"/>
          <p:nvPr/>
        </p:nvSpPr>
        <p:spPr>
          <a:xfrm>
            <a:off x="1537943" y="2549983"/>
            <a:ext cx="1654620"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(5.6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sym typeface="Symbol"/>
              </a:rPr>
              <a:t>5</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17" name="TextBox 16"/>
          <p:cNvSpPr txBox="1"/>
          <p:nvPr/>
        </p:nvSpPr>
        <p:spPr>
          <a:xfrm>
            <a:off x="3136551" y="2549983"/>
            <a:ext cx="372218"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18" name="TextBox 17"/>
          <p:cNvSpPr txBox="1"/>
          <p:nvPr/>
        </p:nvSpPr>
        <p:spPr>
          <a:xfrm>
            <a:off x="3388785" y="2549983"/>
            <a:ext cx="1654620"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(6.9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sym typeface="Symbol"/>
              </a:rPr>
              <a:t>8</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20" name="TextBox 19"/>
          <p:cNvSpPr txBox="1"/>
          <p:nvPr/>
        </p:nvSpPr>
        <p:spPr>
          <a:xfrm>
            <a:off x="1537943" y="3100104"/>
            <a:ext cx="2638864"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(5.6) (6.9)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5+8</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26" name="TextBox 25"/>
          <p:cNvSpPr txBox="1"/>
          <p:nvPr/>
        </p:nvSpPr>
        <p:spPr>
          <a:xfrm>
            <a:off x="1218557" y="3733800"/>
            <a:ext cx="38023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27" name="TextBox 26"/>
          <p:cNvSpPr txBox="1"/>
          <p:nvPr/>
        </p:nvSpPr>
        <p:spPr>
          <a:xfrm>
            <a:off x="1537943" y="3733800"/>
            <a:ext cx="2553904"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(5.6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6.9)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13</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28" name="TextBox 27"/>
          <p:cNvSpPr txBox="1"/>
          <p:nvPr/>
        </p:nvSpPr>
        <p:spPr>
          <a:xfrm>
            <a:off x="1218557" y="4413767"/>
            <a:ext cx="38023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29" name="TextBox 28"/>
          <p:cNvSpPr txBox="1"/>
          <p:nvPr/>
        </p:nvSpPr>
        <p:spPr>
          <a:xfrm>
            <a:off x="1537943" y="4413767"/>
            <a:ext cx="1883849"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38.64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13</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30" name="TextBox 29"/>
          <p:cNvSpPr txBox="1"/>
          <p:nvPr/>
        </p:nvSpPr>
        <p:spPr>
          <a:xfrm>
            <a:off x="1218557" y="5130720"/>
            <a:ext cx="38023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31" name="TextBox 30"/>
          <p:cNvSpPr txBox="1"/>
          <p:nvPr/>
        </p:nvSpPr>
        <p:spPr>
          <a:xfrm>
            <a:off x="1537943" y="5130720"/>
            <a:ext cx="1883849"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3.864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rPr>
              <a:t>14</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pic>
        <p:nvPicPr>
          <p:cNvPr id="19" name="Picture 18"/>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9DB47059-169F-426C-9D38-2414E1515940}"/>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E936731F-0BCE-4CBE-AF99-458ADD23DD57}"/>
                  </a:ext>
                </a:extLst>
              </p14:cNvPr>
              <p14:cNvContentPartPr/>
              <p14:nvPr/>
            </p14:nvContentPartPr>
            <p14:xfrm>
              <a:off x="1697760" y="2172240"/>
              <a:ext cx="3422160" cy="3443040"/>
            </p14:xfrm>
          </p:contentPart>
        </mc:Choice>
        <mc:Fallback>
          <p:pic>
            <p:nvPicPr>
              <p:cNvPr id="3" name="Ink 2">
                <a:extLst>
                  <a:ext uri="{FF2B5EF4-FFF2-40B4-BE49-F238E27FC236}">
                    <a16:creationId xmlns:a16="http://schemas.microsoft.com/office/drawing/2014/main" id="{E936731F-0BCE-4CBE-AF99-458ADD23DD57}"/>
                  </a:ext>
                </a:extLst>
              </p:cNvPr>
              <p:cNvPicPr/>
              <p:nvPr/>
            </p:nvPicPr>
            <p:blipFill>
              <a:blip r:embed="rId6"/>
              <a:stretch>
                <a:fillRect/>
              </a:stretch>
            </p:blipFill>
            <p:spPr>
              <a:xfrm>
                <a:off x="1688400" y="2162880"/>
                <a:ext cx="3440880" cy="3461760"/>
              </a:xfrm>
              <a:prstGeom prst="rect">
                <a:avLst/>
              </a:prstGeom>
            </p:spPr>
          </p:pic>
        </mc:Fallback>
      </mc:AlternateContent>
    </p:spTree>
    <p:extLst>
      <p:ext uri="{BB962C8B-B14F-4D97-AF65-F5344CB8AC3E}">
        <p14:creationId xmlns:p14="http://schemas.microsoft.com/office/powerpoint/2010/main" val="184635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wipe(left)">
                                      <p:cBhvr>
                                        <p:cTn id="12" dur="5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500"/>
                                        <p:tgtEl>
                                          <p:spTgt spid="1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down)">
                                      <p:cBhvr>
                                        <p:cTn id="23" dur="500"/>
                                        <p:tgtEl>
                                          <p:spTgt spid="18"/>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down)">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left)">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left)">
                                      <p:cBhvr>
                                        <p:cTn id="39" dur="500"/>
                                        <p:tgtEl>
                                          <p:spTgt spid="26"/>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left)">
                                      <p:cBhvr>
                                        <p:cTn id="47" dur="500"/>
                                        <p:tgtEl>
                                          <p:spTgt spid="28"/>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wipe(left)">
                                      <p:cBhvr>
                                        <p:cTn id="50" dur="500"/>
                                        <p:tgtEl>
                                          <p:spTgt spid="2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wipe(left)">
                                      <p:cBhvr>
                                        <p:cTn id="55" dur="500"/>
                                        <p:tgtEl>
                                          <p:spTgt spid="3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wipe(left)">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build="p"/>
      <p:bldP spid="14" grpId="0"/>
      <p:bldP spid="15" grpId="0"/>
      <p:bldP spid="16" grpId="0"/>
      <p:bldP spid="17" grpId="0"/>
      <p:bldP spid="18" grpId="0"/>
      <p:bldP spid="20" grpId="0"/>
      <p:bldP spid="26" grpId="0"/>
      <p:bldP spid="27" grpId="0"/>
      <p:bldP spid="28" grpId="0"/>
      <p:bldP spid="29" grpId="0"/>
      <p:bldP spid="30" grpId="0"/>
      <p:bldP spid="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772993" y="937175"/>
            <a:ext cx="2549096"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Example-1:</a:t>
            </a:r>
          </a:p>
        </p:txBody>
      </p:sp>
      <p:sp>
        <p:nvSpPr>
          <p:cNvPr id="18" name="TextBox 17"/>
          <p:cNvSpPr txBox="1"/>
          <p:nvPr/>
        </p:nvSpPr>
        <p:spPr>
          <a:xfrm>
            <a:off x="762372" y="1600200"/>
            <a:ext cx="6907917"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Express the following in the scientific notation</a:t>
            </a:r>
          </a:p>
        </p:txBody>
      </p:sp>
      <p:sp>
        <p:nvSpPr>
          <p:cNvPr id="19" name="TextBox 18"/>
          <p:cNvSpPr txBox="1"/>
          <p:nvPr/>
        </p:nvSpPr>
        <p:spPr>
          <a:xfrm>
            <a:off x="719017" y="2133680"/>
            <a:ext cx="2161169" cy="502766"/>
          </a:xfrm>
          <a:prstGeom prst="rect">
            <a:avLst/>
          </a:prstGeom>
          <a:noFill/>
        </p:spPr>
        <p:txBody>
          <a:bodyPr wrap="none" rtlCol="0">
            <a:spAutoFit/>
          </a:bodyPr>
          <a:lstStyle/>
          <a:p>
            <a:pPr marL="685783" marR="0" lvl="0" indent="-685783"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1,86,000</a:t>
            </a:r>
          </a:p>
        </p:txBody>
      </p:sp>
      <p:sp>
        <p:nvSpPr>
          <p:cNvPr id="20" name="TextBox 19"/>
          <p:cNvSpPr txBox="1"/>
          <p:nvPr/>
        </p:nvSpPr>
        <p:spPr>
          <a:xfrm>
            <a:off x="3553908" y="2133680"/>
            <a:ext cx="134363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ii)  4007</a:t>
            </a:r>
          </a:p>
        </p:txBody>
      </p:sp>
      <p:sp>
        <p:nvSpPr>
          <p:cNvPr id="21" name="TextBox 20"/>
          <p:cNvSpPr txBox="1"/>
          <p:nvPr/>
        </p:nvSpPr>
        <p:spPr>
          <a:xfrm>
            <a:off x="5940772" y="2133680"/>
            <a:ext cx="1723549"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(iii) 0.0068</a:t>
            </a:r>
          </a:p>
        </p:txBody>
      </p:sp>
      <p:sp>
        <p:nvSpPr>
          <p:cNvPr id="22" name="TextBox 21"/>
          <p:cNvSpPr txBox="1"/>
          <p:nvPr/>
        </p:nvSpPr>
        <p:spPr>
          <a:xfrm>
            <a:off x="719016" y="2717800"/>
            <a:ext cx="1590500"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iv)   700.0</a:t>
            </a:r>
          </a:p>
        </p:txBody>
      </p:sp>
      <p:sp>
        <p:nvSpPr>
          <p:cNvPr id="23" name="TextBox 22"/>
          <p:cNvSpPr txBox="1"/>
          <p:nvPr/>
        </p:nvSpPr>
        <p:spPr>
          <a:xfrm>
            <a:off x="3553909" y="2717800"/>
            <a:ext cx="178125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(v)  7.0042.</a:t>
            </a:r>
          </a:p>
        </p:txBody>
      </p:sp>
      <p:sp>
        <p:nvSpPr>
          <p:cNvPr id="24" name="TextBox 23"/>
          <p:cNvSpPr txBox="1"/>
          <p:nvPr/>
        </p:nvSpPr>
        <p:spPr>
          <a:xfrm>
            <a:off x="791779" y="3327400"/>
            <a:ext cx="981359"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Sol:</a:t>
            </a:r>
          </a:p>
        </p:txBody>
      </p:sp>
      <p:sp>
        <p:nvSpPr>
          <p:cNvPr id="25" name="TextBox 24"/>
          <p:cNvSpPr txBox="1"/>
          <p:nvPr/>
        </p:nvSpPr>
        <p:spPr>
          <a:xfrm>
            <a:off x="773249" y="4368880"/>
            <a:ext cx="177324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i</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1.86×10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5</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26" name="TextBox 25"/>
          <p:cNvSpPr txBox="1"/>
          <p:nvPr/>
        </p:nvSpPr>
        <p:spPr>
          <a:xfrm>
            <a:off x="3608142" y="4368880"/>
            <a:ext cx="2039341"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ii) 4.007×10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3</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27" name="TextBox 26"/>
          <p:cNvSpPr txBox="1"/>
          <p:nvPr/>
        </p:nvSpPr>
        <p:spPr>
          <a:xfrm>
            <a:off x="773250" y="4953000"/>
            <a:ext cx="186621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iii) 6.8×10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-3</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28" name="TextBox 27"/>
          <p:cNvSpPr txBox="1"/>
          <p:nvPr/>
        </p:nvSpPr>
        <p:spPr>
          <a:xfrm>
            <a:off x="3608142" y="4953000"/>
            <a:ext cx="151676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iv) 7×10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2</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32" name="TextBox 31"/>
          <p:cNvSpPr txBox="1"/>
          <p:nvPr/>
        </p:nvSpPr>
        <p:spPr>
          <a:xfrm>
            <a:off x="773250" y="5435520"/>
            <a:ext cx="1497526"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v) 7.0042</a:t>
            </a:r>
          </a:p>
        </p:txBody>
      </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3E8BB105-4317-49B9-A55D-E8440AE7D7CB}"/>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8A5651D5-D072-4C6F-BD8E-942F355D2631}"/>
                  </a:ext>
                </a:extLst>
              </p14:cNvPr>
              <p14:cNvContentPartPr/>
              <p14:nvPr/>
            </p14:nvContentPartPr>
            <p14:xfrm>
              <a:off x="1434600" y="772560"/>
              <a:ext cx="10718640" cy="5157720"/>
            </p14:xfrm>
          </p:contentPart>
        </mc:Choice>
        <mc:Fallback>
          <p:pic>
            <p:nvPicPr>
              <p:cNvPr id="3" name="Ink 2">
                <a:extLst>
                  <a:ext uri="{FF2B5EF4-FFF2-40B4-BE49-F238E27FC236}">
                    <a16:creationId xmlns:a16="http://schemas.microsoft.com/office/drawing/2014/main" id="{8A5651D5-D072-4C6F-BD8E-942F355D2631}"/>
                  </a:ext>
                </a:extLst>
              </p:cNvPr>
              <p:cNvPicPr/>
              <p:nvPr/>
            </p:nvPicPr>
            <p:blipFill>
              <a:blip r:embed="rId6"/>
              <a:stretch>
                <a:fillRect/>
              </a:stretch>
            </p:blipFill>
            <p:spPr>
              <a:xfrm>
                <a:off x="1425240" y="763200"/>
                <a:ext cx="10737360" cy="5176440"/>
              </a:xfrm>
              <a:prstGeom prst="rect">
                <a:avLst/>
              </a:prstGeom>
            </p:spPr>
          </p:pic>
        </mc:Fallback>
      </mc:AlternateContent>
    </p:spTree>
    <p:extLst>
      <p:ext uri="{BB962C8B-B14F-4D97-AF65-F5344CB8AC3E}">
        <p14:creationId xmlns:p14="http://schemas.microsoft.com/office/powerpoint/2010/main" val="3117057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
                                  </p:iterate>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
                                  </p:iterate>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
                                  </p:iterate>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lt">
                                    <p:tmPct val="10000"/>
                                  </p:iterate>
                                  <p:childTnLst>
                                    <p:set>
                                      <p:cBhvr>
                                        <p:cTn id="56" dur="1" fill="hold">
                                          <p:stCondLst>
                                            <p:cond delay="0"/>
                                          </p:stCondLst>
                                        </p:cTn>
                                        <p:tgtEl>
                                          <p:spTgt spid="27"/>
                                        </p:tgtEl>
                                        <p:attrNameLst>
                                          <p:attrName>style.visibility</p:attrName>
                                        </p:attrNameLst>
                                      </p:cBhvr>
                                      <p:to>
                                        <p:strVal val="visible"/>
                                      </p:to>
                                    </p:set>
                                    <p:animEffect transition="in" filter="wipe(left)">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lt">
                                    <p:tmPct val="10000"/>
                                  </p:iterate>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iterate type="lt">
                                    <p:tmPct val="10000"/>
                                  </p:iterate>
                                  <p:childTnLst>
                                    <p:set>
                                      <p:cBhvr>
                                        <p:cTn id="66" dur="1" fill="hold">
                                          <p:stCondLst>
                                            <p:cond delay="0"/>
                                          </p:stCondLst>
                                        </p:cTn>
                                        <p:tgtEl>
                                          <p:spTgt spid="32"/>
                                        </p:tgtEl>
                                        <p:attrNameLst>
                                          <p:attrName>style.visibility</p:attrName>
                                        </p:attrNameLst>
                                      </p:cBhvr>
                                      <p:to>
                                        <p:strVal val="visible"/>
                                      </p:to>
                                    </p:set>
                                    <p:animEffect transition="in" filter="wipe(left)">
                                      <p:cBhvr>
                                        <p:cTn id="6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20" grpId="0"/>
      <p:bldP spid="21" grpId="0"/>
      <p:bldP spid="22" grpId="0"/>
      <p:bldP spid="23" grpId="0"/>
      <p:bldP spid="24" grpId="0" animBg="1"/>
      <p:bldP spid="25" grpId="0"/>
      <p:bldP spid="26" grpId="0"/>
      <p:bldP spid="27" grpId="0"/>
      <p:bldP spid="28" grpId="0"/>
      <p:bldP spid="3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32000" y="2717801"/>
            <a:ext cx="7823200" cy="1077218"/>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0000"/>
                </a:solidFill>
                <a:effectLst/>
                <a:uLnTx/>
                <a:uFillTx/>
                <a:latin typeface="Calibri Light" panose="020F0302020204030204"/>
                <a:ea typeface="Cambria Math" pitchFamily="18" charset="0"/>
                <a:cs typeface="Times New Roman" pitchFamily="18" charset="0"/>
              </a:rPr>
              <a:t>SIGNIFICANT FIGURES</a:t>
            </a:r>
            <a:endParaRPr kumimoji="0" lang="en-US" sz="6400" b="1" i="0" u="none" strike="noStrike" kern="1200" cap="none" spc="67" normalizeH="0" baseline="0" noProof="0" dirty="0">
              <a:ln w="11430"/>
              <a:solidFill>
                <a:srgbClr val="FF0000"/>
              </a:solidFill>
              <a:effectLst>
                <a:outerShdw blurRad="76200" dist="50800" dir="5400000" algn="tl" rotWithShape="0">
                  <a:srgbClr val="000000">
                    <a:alpha val="65000"/>
                  </a:srgbClr>
                </a:outerShdw>
              </a:effectLst>
              <a:uLnTx/>
              <a:uFillTx/>
              <a:latin typeface="Calibri Light" panose="020F0302020204030204"/>
              <a:ea typeface="+mn-ea"/>
              <a:cs typeface="+mn-cs"/>
            </a:endParaRP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EA08FDB8-A669-465C-904A-BAFAB6A12FE2}"/>
              </a:ext>
            </a:extLst>
          </p:cNvPr>
          <p:cNvPicPr>
            <a:picLocks noChangeAspect="1"/>
          </p:cNvPicPr>
          <p:nvPr/>
        </p:nvPicPr>
        <p:blipFill>
          <a:blip r:embed="rId5"/>
          <a:stretch>
            <a:fillRect/>
          </a:stretch>
        </p:blipFill>
        <p:spPr>
          <a:xfrm>
            <a:off x="2720446" y="0"/>
            <a:ext cx="6751107" cy="6858000"/>
          </a:xfrm>
          <a:prstGeom prst="rect">
            <a:avLst/>
          </a:prstGeom>
        </p:spPr>
      </p:pic>
    </p:spTree>
    <p:extLst>
      <p:ext uri="{BB962C8B-B14F-4D97-AF65-F5344CB8AC3E}">
        <p14:creationId xmlns:p14="http://schemas.microsoft.com/office/powerpoint/2010/main" val="425831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p:cNvCxnSpPr/>
          <p:nvPr/>
        </p:nvCxnSpPr>
        <p:spPr>
          <a:xfrm flipH="1">
            <a:off x="3251200" y="3139083"/>
            <a:ext cx="736600" cy="80009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3972560" y="3160672"/>
            <a:ext cx="883920" cy="69088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680814" y="3856632"/>
            <a:ext cx="1852245"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rPr>
              <a:t>Precise </a:t>
            </a:r>
          </a:p>
        </p:txBody>
      </p:sp>
      <p:sp>
        <p:nvSpPr>
          <p:cNvPr id="8" name="TextBox 7"/>
          <p:cNvSpPr txBox="1"/>
          <p:nvPr/>
        </p:nvSpPr>
        <p:spPr>
          <a:xfrm>
            <a:off x="4064001" y="3856633"/>
            <a:ext cx="1589911" cy="5027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FF00FF"/>
                </a:solidFill>
                <a:effectLst/>
                <a:uLnTx/>
                <a:uFillTx/>
                <a:latin typeface="Times New Roman" pitchFamily="18" charset="0"/>
                <a:ea typeface="+mn-ea"/>
                <a:cs typeface="Times New Roman" pitchFamily="18" charset="0"/>
              </a:rPr>
              <a:t>Accurate</a:t>
            </a:r>
          </a:p>
        </p:txBody>
      </p:sp>
      <p:sp>
        <p:nvSpPr>
          <p:cNvPr id="12" name="TextBox 11"/>
          <p:cNvSpPr txBox="1"/>
          <p:nvPr/>
        </p:nvSpPr>
        <p:spPr>
          <a:xfrm>
            <a:off x="748555" y="982941"/>
            <a:ext cx="4202754"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Significant Figures:</a:t>
            </a:r>
          </a:p>
        </p:txBody>
      </p:sp>
      <p:sp>
        <p:nvSpPr>
          <p:cNvPr id="13" name="TextBox 12"/>
          <p:cNvSpPr txBox="1"/>
          <p:nvPr/>
        </p:nvSpPr>
        <p:spPr>
          <a:xfrm>
            <a:off x="674648" y="1803401"/>
            <a:ext cx="9891752" cy="913199"/>
          </a:xfrm>
          <a:prstGeom prst="rect">
            <a:avLst/>
          </a:prstGeom>
          <a:noFill/>
        </p:spPr>
        <p:txBody>
          <a:bodyPr wrap="square" rtlCol="0">
            <a:spAutoFit/>
          </a:bodyPr>
          <a:lstStyle/>
          <a:p>
            <a:pPr marL="387341" marR="0" lvl="0" indent="-387341"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Significant figures are meaningful digits which are known with     certainty.</a:t>
            </a:r>
          </a:p>
        </p:txBody>
      </p:sp>
      <p:sp>
        <p:nvSpPr>
          <p:cNvPr id="14" name="TextBox 13"/>
          <p:cNvSpPr txBox="1"/>
          <p:nvPr/>
        </p:nvSpPr>
        <p:spPr>
          <a:xfrm>
            <a:off x="701578" y="2658017"/>
            <a:ext cx="6521594"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In general experimental  measurements </a:t>
            </a:r>
          </a:p>
        </p:txBody>
      </p:sp>
      <p:grpSp>
        <p:nvGrpSpPr>
          <p:cNvPr id="4" name="Group 3"/>
          <p:cNvGrpSpPr/>
          <p:nvPr/>
        </p:nvGrpSpPr>
        <p:grpSpPr>
          <a:xfrm>
            <a:off x="5610469" y="3094631"/>
            <a:ext cx="2212732" cy="1016000"/>
            <a:chOff x="3429345" y="3867150"/>
            <a:chExt cx="1659549" cy="762000"/>
          </a:xfrm>
        </p:grpSpPr>
        <p:sp>
          <p:nvSpPr>
            <p:cNvPr id="2" name="Cloud 1"/>
            <p:cNvSpPr/>
            <p:nvPr/>
          </p:nvSpPr>
          <p:spPr>
            <a:xfrm>
              <a:off x="3492409" y="3867150"/>
              <a:ext cx="1460591" cy="762000"/>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Box 17"/>
            <p:cNvSpPr txBox="1"/>
            <p:nvPr/>
          </p:nvSpPr>
          <p:spPr>
            <a:xfrm>
              <a:off x="3429345" y="4048095"/>
              <a:ext cx="1659549" cy="3770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Exact value </a:t>
              </a:r>
            </a:p>
          </p:txBody>
        </p:sp>
      </p:grpSp>
      <p:grpSp>
        <p:nvGrpSpPr>
          <p:cNvPr id="3" name="Group 2"/>
          <p:cNvGrpSpPr/>
          <p:nvPr/>
        </p:nvGrpSpPr>
        <p:grpSpPr>
          <a:xfrm>
            <a:off x="982137" y="3094634"/>
            <a:ext cx="1947455" cy="1016000"/>
            <a:chOff x="1348602" y="4093522"/>
            <a:chExt cx="1460591" cy="762000"/>
          </a:xfrm>
        </p:grpSpPr>
        <p:sp>
          <p:nvSpPr>
            <p:cNvPr id="17" name="Cloud 16"/>
            <p:cNvSpPr/>
            <p:nvPr/>
          </p:nvSpPr>
          <p:spPr>
            <a:xfrm>
              <a:off x="1348602" y="4093522"/>
              <a:ext cx="1460591" cy="762000"/>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Box 14"/>
            <p:cNvSpPr txBox="1"/>
            <p:nvPr/>
          </p:nvSpPr>
          <p:spPr>
            <a:xfrm>
              <a:off x="1403132" y="4229040"/>
              <a:ext cx="1389184" cy="3770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Near value </a:t>
              </a:r>
              <a:r>
                <a:rPr kumimoji="0" lang="en-US" sz="2667" b="1" i="0"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rPr>
                <a:t> </a:t>
              </a:r>
            </a:p>
          </p:txBody>
        </p:sp>
      </p:grpSp>
      <p:pic>
        <p:nvPicPr>
          <p:cNvPr id="16" name="Picture 15"/>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9" name="Picture 8">
            <a:extLst>
              <a:ext uri="{FF2B5EF4-FFF2-40B4-BE49-F238E27FC236}">
                <a16:creationId xmlns:a16="http://schemas.microsoft.com/office/drawing/2014/main" id="{AF555578-21F6-4AFF-A342-91F17D07201E}"/>
              </a:ext>
            </a:extLst>
          </p:cNvPr>
          <p:cNvPicPr>
            <a:picLocks noChangeAspect="1"/>
          </p:cNvPicPr>
          <p:nvPr/>
        </p:nvPicPr>
        <p:blipFill>
          <a:blip r:embed="rId5"/>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00F7C0ED-8BD2-41CE-B487-ED1A5E66417F}"/>
                  </a:ext>
                </a:extLst>
              </p14:cNvPr>
              <p14:cNvContentPartPr/>
              <p14:nvPr/>
            </p14:nvContentPartPr>
            <p14:xfrm>
              <a:off x="1938240" y="614160"/>
              <a:ext cx="7788240" cy="4440600"/>
            </p14:xfrm>
          </p:contentPart>
        </mc:Choice>
        <mc:Fallback>
          <p:pic>
            <p:nvPicPr>
              <p:cNvPr id="10" name="Ink 9">
                <a:extLst>
                  <a:ext uri="{FF2B5EF4-FFF2-40B4-BE49-F238E27FC236}">
                    <a16:creationId xmlns:a16="http://schemas.microsoft.com/office/drawing/2014/main" id="{00F7C0ED-8BD2-41CE-B487-ED1A5E66417F}"/>
                  </a:ext>
                </a:extLst>
              </p:cNvPr>
              <p:cNvPicPr/>
              <p:nvPr/>
            </p:nvPicPr>
            <p:blipFill>
              <a:blip r:embed="rId7"/>
              <a:stretch>
                <a:fillRect/>
              </a:stretch>
            </p:blipFill>
            <p:spPr>
              <a:xfrm>
                <a:off x="1928880" y="604800"/>
                <a:ext cx="7806960" cy="4459320"/>
              </a:xfrm>
              <a:prstGeom prst="rect">
                <a:avLst/>
              </a:prstGeom>
            </p:spPr>
          </p:pic>
        </mc:Fallback>
      </mc:AlternateContent>
    </p:spTree>
    <p:extLst>
      <p:ext uri="{BB962C8B-B14F-4D97-AF65-F5344CB8AC3E}">
        <p14:creationId xmlns:p14="http://schemas.microsoft.com/office/powerpoint/2010/main" val="216667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wipe(left)">
                                      <p:cBhvr>
                                        <p:cTn id="12" dur="5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wipe(left)">
                                      <p:cBhvr>
                                        <p:cTn id="17" dur="5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3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left)">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animBg="1"/>
      <p:bldP spid="13" grpId="0" build="p"/>
      <p:bldP spid="1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37964" y="1147723"/>
            <a:ext cx="5245603"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srgbClr val="006699"/>
                </a:solidFill>
                <a:effectLst/>
                <a:uLnTx/>
                <a:uFillTx/>
                <a:latin typeface="Times New Roman" pitchFamily="18" charset="0"/>
                <a:ea typeface="+mn-ea"/>
                <a:cs typeface="Times New Roman" pitchFamily="18" charset="0"/>
              </a:rPr>
              <a:t>Importance of significant figures  :</a:t>
            </a:r>
          </a:p>
        </p:txBody>
      </p:sp>
      <p:sp>
        <p:nvSpPr>
          <p:cNvPr id="6" name="TextBox 5"/>
          <p:cNvSpPr txBox="1"/>
          <p:nvPr/>
        </p:nvSpPr>
        <p:spPr>
          <a:xfrm>
            <a:off x="737963" y="1681203"/>
            <a:ext cx="10764998" cy="9131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The </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mn-ea"/>
                <a:cs typeface="Times New Roman" pitchFamily="18" charset="0"/>
              </a:rPr>
              <a:t>uncertainity</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in the experimental or calculated values  are  indicated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by  significant figures.</a:t>
            </a:r>
          </a:p>
        </p:txBody>
      </p:sp>
      <p:sp>
        <p:nvSpPr>
          <p:cNvPr id="7" name="TextBox 6"/>
          <p:cNvSpPr txBox="1"/>
          <p:nvPr/>
        </p:nvSpPr>
        <p:spPr>
          <a:xfrm>
            <a:off x="737963" y="2580473"/>
            <a:ext cx="616611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Example : Animation of practical room.  </a:t>
            </a:r>
          </a:p>
        </p:txBody>
      </p:sp>
      <p:pic>
        <p:nvPicPr>
          <p:cNvPr id="1026" name="Picture 2" descr="C:\Users\User\Desktop\sgyt-stoichiometry diagrams\5.jpg"/>
          <p:cNvPicPr>
            <a:picLocks noChangeAspect="1" noChangeArrowheads="1"/>
          </p:cNvPicPr>
          <p:nvPr/>
        </p:nvPicPr>
        <p:blipFill>
          <a:blip r:embed="rId2"/>
          <a:srcRect/>
          <a:stretch>
            <a:fillRect/>
          </a:stretch>
        </p:blipFill>
        <p:spPr bwMode="auto">
          <a:xfrm>
            <a:off x="1219200" y="3632201"/>
            <a:ext cx="5308600" cy="2451100"/>
          </a:xfrm>
          <a:prstGeom prst="rect">
            <a:avLst/>
          </a:prstGeom>
          <a:noFill/>
        </p:spPr>
      </p:pic>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A3729E99-827D-4CB3-AF09-908817CBC8B0}"/>
              </a:ext>
            </a:extLst>
          </p:cNvPr>
          <p:cNvPicPr>
            <a:picLocks noChangeAspect="1"/>
          </p:cNvPicPr>
          <p:nvPr/>
        </p:nvPicPr>
        <p:blipFill>
          <a:blip r:embed="rId5"/>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A4DE6410-88C6-493F-BE05-44DC5F352DAC}"/>
                  </a:ext>
                </a:extLst>
              </p14:cNvPr>
              <p14:cNvContentPartPr/>
              <p14:nvPr/>
            </p14:nvContentPartPr>
            <p14:xfrm>
              <a:off x="1953720" y="4494240"/>
              <a:ext cx="5092200" cy="1661400"/>
            </p14:xfrm>
          </p:contentPart>
        </mc:Choice>
        <mc:Fallback>
          <p:pic>
            <p:nvPicPr>
              <p:cNvPr id="3" name="Ink 2">
                <a:extLst>
                  <a:ext uri="{FF2B5EF4-FFF2-40B4-BE49-F238E27FC236}">
                    <a16:creationId xmlns:a16="http://schemas.microsoft.com/office/drawing/2014/main" id="{A4DE6410-88C6-493F-BE05-44DC5F352DAC}"/>
                  </a:ext>
                </a:extLst>
              </p:cNvPr>
              <p:cNvPicPr/>
              <p:nvPr/>
            </p:nvPicPr>
            <p:blipFill>
              <a:blip r:embed="rId7"/>
              <a:stretch>
                <a:fillRect/>
              </a:stretch>
            </p:blipFill>
            <p:spPr>
              <a:xfrm>
                <a:off x="1944360" y="4484880"/>
                <a:ext cx="5110920" cy="1680120"/>
              </a:xfrm>
              <a:prstGeom prst="rect">
                <a:avLst/>
              </a:prstGeom>
            </p:spPr>
          </p:pic>
        </mc:Fallback>
      </mc:AlternateContent>
    </p:spTree>
    <p:extLst>
      <p:ext uri="{BB962C8B-B14F-4D97-AF65-F5344CB8AC3E}">
        <p14:creationId xmlns:p14="http://schemas.microsoft.com/office/powerpoint/2010/main" val="315952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left)">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animEffect transition="in" filter="dissolve">
                                      <p:cBhvr>
                                        <p:cTn id="2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ight Brace 7"/>
          <p:cNvSpPr/>
          <p:nvPr/>
        </p:nvSpPr>
        <p:spPr>
          <a:xfrm>
            <a:off x="7008768" y="2308994"/>
            <a:ext cx="2743200" cy="209752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1"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22" name="TextBox 21"/>
          <p:cNvSpPr txBox="1"/>
          <p:nvPr/>
        </p:nvSpPr>
        <p:spPr>
          <a:xfrm>
            <a:off x="748555" y="982941"/>
            <a:ext cx="2271776"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Example :</a:t>
            </a:r>
          </a:p>
        </p:txBody>
      </p:sp>
      <p:sp>
        <p:nvSpPr>
          <p:cNvPr id="23" name="TextBox 22"/>
          <p:cNvSpPr txBox="1"/>
          <p:nvPr/>
        </p:nvSpPr>
        <p:spPr>
          <a:xfrm>
            <a:off x="674648" y="1680568"/>
            <a:ext cx="4679486" cy="502766"/>
          </a:xfrm>
          <a:prstGeom prst="rect">
            <a:avLst/>
          </a:prstGeom>
          <a:noFill/>
        </p:spPr>
        <p:txBody>
          <a:bodyPr wrap="none" rtlCol="0">
            <a:spAutoFit/>
          </a:bodyPr>
          <a:lstStyle/>
          <a:p>
            <a:pPr marL="380990" marR="0" lvl="0" indent="-38099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If the  true value   = 2.00gm</a:t>
            </a:r>
          </a:p>
        </p:txBody>
      </p:sp>
      <p:sp>
        <p:nvSpPr>
          <p:cNvPr id="24" name="TextBox 23"/>
          <p:cNvSpPr txBox="1"/>
          <p:nvPr/>
        </p:nvSpPr>
        <p:spPr>
          <a:xfrm>
            <a:off x="674649" y="2214049"/>
            <a:ext cx="6494855" cy="913199"/>
          </a:xfrm>
          <a:prstGeom prst="rect">
            <a:avLst/>
          </a:prstGeom>
          <a:noFill/>
        </p:spPr>
        <p:txBody>
          <a:bodyPr wrap="none" rtlCol="0">
            <a:spAutoFit/>
          </a:bodyPr>
          <a:lstStyle/>
          <a:p>
            <a:pPr marL="380990" marR="0" lvl="0" indent="-38099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Measured  value by   ‘A’ student  = 1.95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and 1.93gms  </a:t>
            </a:r>
          </a:p>
        </p:txBody>
      </p:sp>
      <p:sp>
        <p:nvSpPr>
          <p:cNvPr id="25" name="TextBox 24"/>
          <p:cNvSpPr txBox="1"/>
          <p:nvPr/>
        </p:nvSpPr>
        <p:spPr>
          <a:xfrm>
            <a:off x="674648" y="3071461"/>
            <a:ext cx="6501010" cy="913199"/>
          </a:xfrm>
          <a:prstGeom prst="rect">
            <a:avLst/>
          </a:prstGeom>
          <a:noFill/>
        </p:spPr>
        <p:txBody>
          <a:bodyPr wrap="none" rtlCol="0">
            <a:spAutoFit/>
          </a:bodyPr>
          <a:lstStyle/>
          <a:p>
            <a:pPr marL="380990" marR="0" lvl="0" indent="-38099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Measured  value by   ‘B’ student  = 1.94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and 2.05gms </a:t>
            </a:r>
          </a:p>
        </p:txBody>
      </p:sp>
      <p:sp>
        <p:nvSpPr>
          <p:cNvPr id="26" name="TextBox 25"/>
          <p:cNvSpPr txBox="1"/>
          <p:nvPr/>
        </p:nvSpPr>
        <p:spPr>
          <a:xfrm>
            <a:off x="674648" y="4140201"/>
            <a:ext cx="6435288" cy="913199"/>
          </a:xfrm>
          <a:prstGeom prst="rect">
            <a:avLst/>
          </a:prstGeom>
          <a:noFill/>
        </p:spPr>
        <p:txBody>
          <a:bodyPr wrap="none" rtlCol="0">
            <a:spAutoFit/>
          </a:bodyPr>
          <a:lstStyle/>
          <a:p>
            <a:pPr marL="380990" marR="0" lvl="0" indent="-38099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Measured  value by   ‘C’ student  = 2.01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and 1.99grms</a:t>
            </a:r>
          </a:p>
        </p:txBody>
      </p:sp>
      <p:grpSp>
        <p:nvGrpSpPr>
          <p:cNvPr id="13" name="Group 12"/>
          <p:cNvGrpSpPr/>
          <p:nvPr/>
        </p:nvGrpSpPr>
        <p:grpSpPr>
          <a:xfrm>
            <a:off x="7616571" y="982943"/>
            <a:ext cx="3708578" cy="1231107"/>
            <a:chOff x="5712429" y="737206"/>
            <a:chExt cx="2781434" cy="1090671"/>
          </a:xfrm>
        </p:grpSpPr>
        <p:sp>
          <p:nvSpPr>
            <p:cNvPr id="12" name="Rectangle 11"/>
            <p:cNvSpPr/>
            <p:nvPr/>
          </p:nvSpPr>
          <p:spPr>
            <a:xfrm>
              <a:off x="5817477" y="737206"/>
              <a:ext cx="2590800" cy="109067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16"/>
            <p:cNvSpPr txBox="1"/>
            <p:nvPr/>
          </p:nvSpPr>
          <p:spPr>
            <a:xfrm>
              <a:off x="5712429" y="881300"/>
              <a:ext cx="2781434" cy="80902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From these three which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 is accurate and precise </a:t>
              </a:r>
            </a:p>
          </p:txBody>
        </p:sp>
      </p:grpSp>
      <p:grpSp>
        <p:nvGrpSpPr>
          <p:cNvPr id="30" name="Group 29"/>
          <p:cNvGrpSpPr/>
          <p:nvPr/>
        </p:nvGrpSpPr>
        <p:grpSpPr>
          <a:xfrm>
            <a:off x="4159732" y="5024409"/>
            <a:ext cx="2389232" cy="1454228"/>
            <a:chOff x="5817477" y="737206"/>
            <a:chExt cx="2590800" cy="1090671"/>
          </a:xfrm>
        </p:grpSpPr>
        <p:sp>
          <p:nvSpPr>
            <p:cNvPr id="31" name="Rectangle 30"/>
            <p:cNvSpPr/>
            <p:nvPr/>
          </p:nvSpPr>
          <p:spPr>
            <a:xfrm>
              <a:off x="5817477" y="737206"/>
              <a:ext cx="2590800" cy="109067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Box 31"/>
            <p:cNvSpPr txBox="1"/>
            <p:nvPr/>
          </p:nvSpPr>
          <p:spPr>
            <a:xfrm>
              <a:off x="5984504" y="893399"/>
              <a:ext cx="2137619" cy="6848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Ans.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student  ‘C</a:t>
              </a:r>
            </a:p>
          </p:txBody>
        </p:sp>
      </p:grpSp>
      <p:pic>
        <p:nvPicPr>
          <p:cNvPr id="14" name="Picture 1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85A61830-B7F6-4B77-B04D-88FDFBBB2E3D}"/>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40995190-C411-469E-9AF2-15866EB52B6A}"/>
                  </a:ext>
                </a:extLst>
              </p14:cNvPr>
              <p14:cNvContentPartPr/>
              <p14:nvPr/>
            </p14:nvContentPartPr>
            <p14:xfrm>
              <a:off x="2910960" y="1270800"/>
              <a:ext cx="5736600" cy="4458600"/>
            </p14:xfrm>
          </p:contentPart>
        </mc:Choice>
        <mc:Fallback>
          <p:pic>
            <p:nvPicPr>
              <p:cNvPr id="3" name="Ink 2">
                <a:extLst>
                  <a:ext uri="{FF2B5EF4-FFF2-40B4-BE49-F238E27FC236}">
                    <a16:creationId xmlns:a16="http://schemas.microsoft.com/office/drawing/2014/main" id="{40995190-C411-469E-9AF2-15866EB52B6A}"/>
                  </a:ext>
                </a:extLst>
              </p:cNvPr>
              <p:cNvPicPr/>
              <p:nvPr/>
            </p:nvPicPr>
            <p:blipFill>
              <a:blip r:embed="rId6"/>
              <a:stretch>
                <a:fillRect/>
              </a:stretch>
            </p:blipFill>
            <p:spPr>
              <a:xfrm>
                <a:off x="2901600" y="1261440"/>
                <a:ext cx="5755320" cy="4477320"/>
              </a:xfrm>
              <a:prstGeom prst="rect">
                <a:avLst/>
              </a:prstGeom>
            </p:spPr>
          </p:pic>
        </mc:Fallback>
      </mc:AlternateContent>
    </p:spTree>
    <p:extLst>
      <p:ext uri="{BB962C8B-B14F-4D97-AF65-F5344CB8AC3E}">
        <p14:creationId xmlns:p14="http://schemas.microsoft.com/office/powerpoint/2010/main" val="9332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4">
                                            <p:txEl>
                                              <p:pRg st="0" end="0"/>
                                            </p:txEl>
                                          </p:spTgt>
                                        </p:tgtEl>
                                        <p:attrNameLst>
                                          <p:attrName>style.visibility</p:attrName>
                                        </p:attrNameLst>
                                      </p:cBhvr>
                                      <p:to>
                                        <p:strVal val="visible"/>
                                      </p:to>
                                    </p:set>
                                    <p:animEffect transition="in" filter="wipe(left)">
                                      <p:cBhvr>
                                        <p:cTn id="21" dur="500"/>
                                        <p:tgtEl>
                                          <p:spTgt spid="24">
                                            <p:txEl>
                                              <p:pRg st="0" end="0"/>
                                            </p:txEl>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4">
                                            <p:txEl>
                                              <p:pRg st="1" end="1"/>
                                            </p:txEl>
                                          </p:spTgt>
                                        </p:tgtEl>
                                        <p:attrNameLst>
                                          <p:attrName>style.visibility</p:attrName>
                                        </p:attrNameLst>
                                      </p:cBhvr>
                                      <p:to>
                                        <p:strVal val="visible"/>
                                      </p:to>
                                    </p:set>
                                    <p:animEffect transition="in" filter="wipe(left)">
                                      <p:cBhvr>
                                        <p:cTn id="25" dur="500"/>
                                        <p:tgtEl>
                                          <p:spTgt spid="24">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iterate type="lt">
                                    <p:tmPct val="10000"/>
                                  </p:iterate>
                                  <p:childTnLst>
                                    <p:set>
                                      <p:cBhvr>
                                        <p:cTn id="29" dur="1" fill="hold">
                                          <p:stCondLst>
                                            <p:cond delay="0"/>
                                          </p:stCondLst>
                                        </p:cTn>
                                        <p:tgtEl>
                                          <p:spTgt spid="25">
                                            <p:txEl>
                                              <p:pRg st="0" end="0"/>
                                            </p:txEl>
                                          </p:spTgt>
                                        </p:tgtEl>
                                        <p:attrNameLst>
                                          <p:attrName>style.visibility</p:attrName>
                                        </p:attrNameLst>
                                      </p:cBhvr>
                                      <p:to>
                                        <p:strVal val="visible"/>
                                      </p:to>
                                    </p:set>
                                    <p:animEffect transition="in" filter="wipe(left)">
                                      <p:cBhvr>
                                        <p:cTn id="30" dur="500"/>
                                        <p:tgtEl>
                                          <p:spTgt spid="25">
                                            <p:txEl>
                                              <p:pRg st="0" end="0"/>
                                            </p:txEl>
                                          </p:spTgt>
                                        </p:tgtEl>
                                      </p:cBhvr>
                                    </p:animEffect>
                                  </p:childTnLst>
                                </p:cTn>
                              </p:par>
                            </p:childTnLst>
                          </p:cTn>
                        </p:par>
                        <p:par>
                          <p:cTn id="31" fill="hold">
                            <p:stCondLst>
                              <p:cond delay="1950"/>
                            </p:stCondLst>
                            <p:childTnLst>
                              <p:par>
                                <p:cTn id="32" presetID="22" presetClass="entr" presetSubtype="8" fill="hold" grpId="0" nodeType="afterEffect">
                                  <p:stCondLst>
                                    <p:cond delay="0"/>
                                  </p:stCondLst>
                                  <p:iterate type="lt">
                                    <p:tmPct val="10000"/>
                                  </p:iterate>
                                  <p:childTnLst>
                                    <p:set>
                                      <p:cBhvr>
                                        <p:cTn id="33" dur="1" fill="hold">
                                          <p:stCondLst>
                                            <p:cond delay="0"/>
                                          </p:stCondLst>
                                        </p:cTn>
                                        <p:tgtEl>
                                          <p:spTgt spid="25">
                                            <p:txEl>
                                              <p:pRg st="1" end="1"/>
                                            </p:txEl>
                                          </p:spTgt>
                                        </p:tgtEl>
                                        <p:attrNameLst>
                                          <p:attrName>style.visibility</p:attrName>
                                        </p:attrNameLst>
                                      </p:cBhvr>
                                      <p:to>
                                        <p:strVal val="visible"/>
                                      </p:to>
                                    </p:set>
                                    <p:animEffect transition="in" filter="wipe(left)">
                                      <p:cBhvr>
                                        <p:cTn id="34" dur="500"/>
                                        <p:tgtEl>
                                          <p:spTgt spid="25">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type="lt">
                                    <p:tmPct val="10000"/>
                                  </p:iterate>
                                  <p:childTnLst>
                                    <p:set>
                                      <p:cBhvr>
                                        <p:cTn id="38" dur="1" fill="hold">
                                          <p:stCondLst>
                                            <p:cond delay="0"/>
                                          </p:stCondLst>
                                        </p:cTn>
                                        <p:tgtEl>
                                          <p:spTgt spid="26">
                                            <p:txEl>
                                              <p:pRg st="0" end="0"/>
                                            </p:txEl>
                                          </p:spTgt>
                                        </p:tgtEl>
                                        <p:attrNameLst>
                                          <p:attrName>style.visibility</p:attrName>
                                        </p:attrNameLst>
                                      </p:cBhvr>
                                      <p:to>
                                        <p:strVal val="visible"/>
                                      </p:to>
                                    </p:set>
                                    <p:animEffect transition="in" filter="wipe(left)">
                                      <p:cBhvr>
                                        <p:cTn id="39" dur="500"/>
                                        <p:tgtEl>
                                          <p:spTgt spid="26">
                                            <p:txEl>
                                              <p:pRg st="0" end="0"/>
                                            </p:txEl>
                                          </p:spTgt>
                                        </p:tgtEl>
                                      </p:cBhvr>
                                    </p:animEffect>
                                  </p:childTnLst>
                                </p:cTn>
                              </p:par>
                            </p:childTnLst>
                          </p:cTn>
                        </p:par>
                        <p:par>
                          <p:cTn id="40" fill="hold">
                            <p:stCondLst>
                              <p:cond delay="1950"/>
                            </p:stCondLst>
                            <p:childTnLst>
                              <p:par>
                                <p:cTn id="41" presetID="22" presetClass="entr" presetSubtype="8" fill="hold" grpId="0" nodeType="afterEffect">
                                  <p:stCondLst>
                                    <p:cond delay="0"/>
                                  </p:stCondLst>
                                  <p:iterate type="lt">
                                    <p:tmPct val="10000"/>
                                  </p:iterate>
                                  <p:childTnLst>
                                    <p:set>
                                      <p:cBhvr>
                                        <p:cTn id="42" dur="1" fill="hold">
                                          <p:stCondLst>
                                            <p:cond delay="0"/>
                                          </p:stCondLst>
                                        </p:cTn>
                                        <p:tgtEl>
                                          <p:spTgt spid="26">
                                            <p:txEl>
                                              <p:pRg st="1" end="1"/>
                                            </p:txEl>
                                          </p:spTgt>
                                        </p:tgtEl>
                                        <p:attrNameLst>
                                          <p:attrName>style.visibility</p:attrName>
                                        </p:attrNameLst>
                                      </p:cBhvr>
                                      <p:to>
                                        <p:strVal val="visible"/>
                                      </p:to>
                                    </p:set>
                                    <p:animEffect transition="in" filter="wipe(left)">
                                      <p:cBhvr>
                                        <p:cTn id="43" dur="500"/>
                                        <p:tgtEl>
                                          <p:spTgt spid="26">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ipe(left)">
                                      <p:cBhvr>
                                        <p:cTn id="5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2" grpId="0" animBg="1"/>
      <p:bldP spid="23" grpId="0"/>
      <p:bldP spid="24" grpId="0" build="p"/>
      <p:bldP spid="25" grpId="0" build="p"/>
      <p:bldP spid="26"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6525" y="1600201"/>
            <a:ext cx="11062675" cy="3046988"/>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0000"/>
                </a:solidFill>
                <a:effectLst/>
                <a:uLnTx/>
                <a:uFillTx/>
                <a:latin typeface="Calibri Light" panose="020F0302020204030204"/>
                <a:ea typeface="Cambria Math" pitchFamily="18" charset="0"/>
                <a:cs typeface="Times New Roman" pitchFamily="18" charset="0"/>
              </a:rPr>
              <a:t>RULES FOR DETERMINING  THE NUMBER OF SIGNIFICANT FIGURES </a:t>
            </a: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47C17F00-DBDF-4A6E-B267-CBC90373F37B}"/>
              </a:ext>
            </a:extLst>
          </p:cNvPr>
          <p:cNvPicPr>
            <a:picLocks noChangeAspect="1"/>
          </p:cNvPicPr>
          <p:nvPr/>
        </p:nvPicPr>
        <p:blipFill>
          <a:blip r:embed="rId5"/>
          <a:stretch>
            <a:fillRect/>
          </a:stretch>
        </p:blipFill>
        <p:spPr>
          <a:xfrm>
            <a:off x="2720446" y="0"/>
            <a:ext cx="6751107" cy="6858000"/>
          </a:xfrm>
          <a:prstGeom prst="rect">
            <a:avLst/>
          </a:prstGeom>
        </p:spPr>
      </p:pic>
    </p:spTree>
    <p:extLst>
      <p:ext uri="{BB962C8B-B14F-4D97-AF65-F5344CB8AC3E}">
        <p14:creationId xmlns:p14="http://schemas.microsoft.com/office/powerpoint/2010/main" val="382260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748555" y="982942"/>
            <a:ext cx="10041660" cy="584775"/>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Rules for determining  the number of significant figures </a:t>
            </a:r>
          </a:p>
        </p:txBody>
      </p:sp>
      <p:grpSp>
        <p:nvGrpSpPr>
          <p:cNvPr id="14" name="Group 13"/>
          <p:cNvGrpSpPr/>
          <p:nvPr/>
        </p:nvGrpSpPr>
        <p:grpSpPr>
          <a:xfrm>
            <a:off x="818791" y="1924457"/>
            <a:ext cx="5039072" cy="1320799"/>
            <a:chOff x="475474" y="1428751"/>
            <a:chExt cx="3779304" cy="990599"/>
          </a:xfrm>
        </p:grpSpPr>
        <p:sp>
          <p:nvSpPr>
            <p:cNvPr id="8" name="Flowchart: Punched Tape 7"/>
            <p:cNvSpPr/>
            <p:nvPr/>
          </p:nvSpPr>
          <p:spPr>
            <a:xfrm>
              <a:off x="518642" y="1428751"/>
              <a:ext cx="3707930" cy="990599"/>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1" name="TextBox 10"/>
            <p:cNvSpPr txBox="1"/>
            <p:nvPr/>
          </p:nvSpPr>
          <p:spPr>
            <a:xfrm>
              <a:off x="475474" y="1729519"/>
              <a:ext cx="3779304" cy="37707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All non-zero digits are significant</a:t>
              </a:r>
              <a:endPar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grpSp>
      <p:grpSp>
        <p:nvGrpSpPr>
          <p:cNvPr id="13" name="Group 12"/>
          <p:cNvGrpSpPr/>
          <p:nvPr/>
        </p:nvGrpSpPr>
        <p:grpSpPr>
          <a:xfrm>
            <a:off x="1828800" y="3429000"/>
            <a:ext cx="4267200" cy="2954337"/>
            <a:chOff x="1371600" y="2571750"/>
            <a:chExt cx="3200400" cy="2215753"/>
          </a:xfrm>
        </p:grpSpPr>
        <p:sp>
          <p:nvSpPr>
            <p:cNvPr id="9" name="Isosceles Triangle 8"/>
            <p:cNvSpPr/>
            <p:nvPr/>
          </p:nvSpPr>
          <p:spPr>
            <a:xfrm>
              <a:off x="1371600" y="2571750"/>
              <a:ext cx="3200400" cy="2215753"/>
            </a:xfrm>
            <a:prstGeom prst="triangle">
              <a:avLst>
                <a:gd name="adj" fmla="val 495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2" name="TextBox 11"/>
            <p:cNvSpPr txBox="1"/>
            <p:nvPr/>
          </p:nvSpPr>
          <p:spPr>
            <a:xfrm>
              <a:off x="1841778" y="3409950"/>
              <a:ext cx="2222195" cy="130054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Example: In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285 cm, there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are three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significant figures </a:t>
              </a:r>
              <a:endPar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gr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0F8792E3-525B-4E22-9DC7-9F93378A855D}"/>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A0560DFF-55B9-420D-9182-1DBC4967B304}"/>
                  </a:ext>
                </a:extLst>
              </p14:cNvPr>
              <p14:cNvContentPartPr/>
              <p14:nvPr/>
            </p14:nvContentPartPr>
            <p14:xfrm>
              <a:off x="2788920" y="1820520"/>
              <a:ext cx="7705440" cy="4071240"/>
            </p14:xfrm>
          </p:contentPart>
        </mc:Choice>
        <mc:Fallback>
          <p:pic>
            <p:nvPicPr>
              <p:cNvPr id="3" name="Ink 2">
                <a:extLst>
                  <a:ext uri="{FF2B5EF4-FFF2-40B4-BE49-F238E27FC236}">
                    <a16:creationId xmlns:a16="http://schemas.microsoft.com/office/drawing/2014/main" id="{A0560DFF-55B9-420D-9182-1DBC4967B304}"/>
                  </a:ext>
                </a:extLst>
              </p:cNvPr>
              <p:cNvPicPr/>
              <p:nvPr/>
            </p:nvPicPr>
            <p:blipFill>
              <a:blip r:embed="rId6"/>
              <a:stretch>
                <a:fillRect/>
              </a:stretch>
            </p:blipFill>
            <p:spPr>
              <a:xfrm>
                <a:off x="2779560" y="1811160"/>
                <a:ext cx="7724160" cy="4089960"/>
              </a:xfrm>
              <a:prstGeom prst="rect">
                <a:avLst/>
              </a:prstGeom>
            </p:spPr>
          </p:pic>
        </mc:Fallback>
      </mc:AlternateContent>
    </p:spTree>
    <p:extLst>
      <p:ext uri="{BB962C8B-B14F-4D97-AF65-F5344CB8AC3E}">
        <p14:creationId xmlns:p14="http://schemas.microsoft.com/office/powerpoint/2010/main" val="166588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117601" y="990600"/>
            <a:ext cx="7213600" cy="1422400"/>
            <a:chOff x="838200" y="742950"/>
            <a:chExt cx="5410200" cy="1066800"/>
          </a:xfrm>
        </p:grpSpPr>
        <p:sp>
          <p:nvSpPr>
            <p:cNvPr id="3" name="Flowchart: Data 2"/>
            <p:cNvSpPr/>
            <p:nvPr/>
          </p:nvSpPr>
          <p:spPr>
            <a:xfrm>
              <a:off x="838200" y="742950"/>
              <a:ext cx="5410200" cy="10668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dirty="0">
                <a:ln>
                  <a:noFill/>
                </a:ln>
                <a:solidFill>
                  <a:prstClr val="white"/>
                </a:solidFill>
                <a:effectLst/>
                <a:uLnTx/>
                <a:uFillTx/>
                <a:latin typeface="Cambria Math" pitchFamily="18" charset="0"/>
                <a:ea typeface="Cambria Math" pitchFamily="18" charset="0"/>
                <a:cs typeface="+mn-cs"/>
              </a:endParaRPr>
            </a:p>
          </p:txBody>
        </p:sp>
        <p:sp>
          <p:nvSpPr>
            <p:cNvPr id="5" name="TextBox 4"/>
            <p:cNvSpPr txBox="1"/>
            <p:nvPr/>
          </p:nvSpPr>
          <p:spPr>
            <a:xfrm>
              <a:off x="1618795" y="922407"/>
              <a:ext cx="4083425" cy="684899"/>
            </a:xfrm>
            <a:prstGeom prst="rect">
              <a:avLst/>
            </a:prstGeom>
            <a:noFill/>
          </p:spPr>
          <p:txBody>
            <a:bodyPr wrap="none" rtlCol="0">
              <a:spAutoFit/>
            </a:bodyPr>
            <a:lstStyle/>
            <a:p>
              <a:pPr marL="461767" marR="0" lvl="0" indent="-461767"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Zeros preceding to first non-zero</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digit are not significant. </a:t>
              </a:r>
            </a:p>
          </p:txBody>
        </p:sp>
      </p:grpSp>
      <p:grpSp>
        <p:nvGrpSpPr>
          <p:cNvPr id="12" name="Group 11"/>
          <p:cNvGrpSpPr/>
          <p:nvPr/>
        </p:nvGrpSpPr>
        <p:grpSpPr>
          <a:xfrm>
            <a:off x="914401" y="3022600"/>
            <a:ext cx="5930085" cy="2032000"/>
            <a:chOff x="685800" y="2266950"/>
            <a:chExt cx="4447564" cy="1524000"/>
          </a:xfrm>
        </p:grpSpPr>
        <p:sp>
          <p:nvSpPr>
            <p:cNvPr id="4" name="Flowchart: Punched Tape 3"/>
            <p:cNvSpPr/>
            <p:nvPr/>
          </p:nvSpPr>
          <p:spPr>
            <a:xfrm>
              <a:off x="685800" y="2266950"/>
              <a:ext cx="4390697" cy="1524000"/>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08885" marR="0" lvl="0" indent="-708885" algn="l" defTabSz="91440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685800" y="2647950"/>
              <a:ext cx="4447564" cy="684899"/>
            </a:xfrm>
            <a:prstGeom prst="rect">
              <a:avLst/>
            </a:prstGeom>
            <a:noFill/>
          </p:spPr>
          <p:txBody>
            <a:bodyPr wrap="none" rtlCol="0">
              <a:spAutoFit/>
            </a:bodyPr>
            <a:lstStyle/>
            <a:p>
              <a:pPr marL="708885" marR="0" lvl="0" indent="-708885"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err="1">
                  <a:ln>
                    <a:noFill/>
                  </a:ln>
                  <a:solidFill>
                    <a:prstClr val="black"/>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 0.03 has one significant figure and </a:t>
              </a:r>
            </a:p>
            <a:p>
              <a:pPr marL="708885" marR="0" lvl="0" indent="-708885"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0.0052  has two significant figures</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grpSp>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19AC6AFC-AAB7-4811-9D01-550F74118E76}"/>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33AB44E9-D24B-4F59-BD69-9290F713AA5D}"/>
                  </a:ext>
                </a:extLst>
              </p14:cNvPr>
              <p14:cNvContentPartPr/>
              <p14:nvPr/>
            </p14:nvContentPartPr>
            <p14:xfrm>
              <a:off x="1570320" y="1578240"/>
              <a:ext cx="8462160" cy="2900880"/>
            </p14:xfrm>
          </p:contentPart>
        </mc:Choice>
        <mc:Fallback>
          <p:pic>
            <p:nvPicPr>
              <p:cNvPr id="6" name="Ink 5">
                <a:extLst>
                  <a:ext uri="{FF2B5EF4-FFF2-40B4-BE49-F238E27FC236}">
                    <a16:creationId xmlns:a16="http://schemas.microsoft.com/office/drawing/2014/main" id="{33AB44E9-D24B-4F59-BD69-9290F713AA5D}"/>
                  </a:ext>
                </a:extLst>
              </p:cNvPr>
              <p:cNvPicPr/>
              <p:nvPr/>
            </p:nvPicPr>
            <p:blipFill>
              <a:blip r:embed="rId6"/>
              <a:stretch>
                <a:fillRect/>
              </a:stretch>
            </p:blipFill>
            <p:spPr>
              <a:xfrm>
                <a:off x="1560960" y="1568880"/>
                <a:ext cx="8480880" cy="2919600"/>
              </a:xfrm>
              <a:prstGeom prst="rect">
                <a:avLst/>
              </a:prstGeom>
            </p:spPr>
          </p:pic>
        </mc:Fallback>
      </mc:AlternateContent>
    </p:spTree>
    <p:extLst>
      <p:ext uri="{BB962C8B-B14F-4D97-AF65-F5344CB8AC3E}">
        <p14:creationId xmlns:p14="http://schemas.microsoft.com/office/powerpoint/2010/main" val="590760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117601" y="1085524"/>
            <a:ext cx="5689600" cy="1320800"/>
            <a:chOff x="838200" y="814143"/>
            <a:chExt cx="4267200" cy="990600"/>
          </a:xfrm>
        </p:grpSpPr>
        <p:sp>
          <p:nvSpPr>
            <p:cNvPr id="5" name="Flowchart: Alternate Process 4"/>
            <p:cNvSpPr/>
            <p:nvPr/>
          </p:nvSpPr>
          <p:spPr>
            <a:xfrm>
              <a:off x="838200" y="814143"/>
              <a:ext cx="4267200" cy="9906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7" name="TextBox 6"/>
            <p:cNvSpPr txBox="1"/>
            <p:nvPr/>
          </p:nvSpPr>
          <p:spPr>
            <a:xfrm>
              <a:off x="859680" y="880738"/>
              <a:ext cx="4193840" cy="684899"/>
            </a:xfrm>
            <a:prstGeom prst="rect">
              <a:avLst/>
            </a:prstGeom>
            <a:noFill/>
          </p:spPr>
          <p:txBody>
            <a:bodyPr wrap="none" rtlCol="0">
              <a:spAutoFit/>
            </a:bodyPr>
            <a:lstStyle/>
            <a:p>
              <a:pPr marL="528508" marR="0" lvl="0" indent="-528508"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err="1">
                  <a:ln>
                    <a:noFill/>
                  </a:ln>
                  <a:solidFill>
                    <a:prstClr val="black"/>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 Zeros between two non-zero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digits are significant.</a:t>
              </a:r>
            </a:p>
          </p:txBody>
        </p:sp>
      </p:grpSp>
      <p:grpSp>
        <p:nvGrpSpPr>
          <p:cNvPr id="10" name="Group 9"/>
          <p:cNvGrpSpPr/>
          <p:nvPr/>
        </p:nvGrpSpPr>
        <p:grpSpPr>
          <a:xfrm>
            <a:off x="1016000" y="3124200"/>
            <a:ext cx="3704255" cy="1727200"/>
            <a:chOff x="1143000" y="4476750"/>
            <a:chExt cx="2778191" cy="1295400"/>
          </a:xfrm>
        </p:grpSpPr>
        <p:sp>
          <p:nvSpPr>
            <p:cNvPr id="6" name="Teardrop 5"/>
            <p:cNvSpPr/>
            <p:nvPr/>
          </p:nvSpPr>
          <p:spPr>
            <a:xfrm>
              <a:off x="1143000" y="4476750"/>
              <a:ext cx="2669628" cy="1295400"/>
            </a:xfrm>
            <a:prstGeom prst="teardrop">
              <a:avLst>
                <a:gd name="adj" fmla="val 17913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8508" marR="0" lvl="0" indent="-528508" algn="just"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9" name="TextBox 8"/>
            <p:cNvSpPr txBox="1"/>
            <p:nvPr/>
          </p:nvSpPr>
          <p:spPr>
            <a:xfrm>
              <a:off x="1316680" y="4683264"/>
              <a:ext cx="2604511" cy="684899"/>
            </a:xfrm>
            <a:prstGeom prst="rect">
              <a:avLst/>
            </a:prstGeom>
            <a:noFill/>
          </p:spPr>
          <p:txBody>
            <a:bodyPr wrap="none" rtlCol="0">
              <a:spAutoFit/>
            </a:bodyPr>
            <a:lstStyle/>
            <a:p>
              <a:pPr marL="528508" marR="0" lvl="0" indent="-528508"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err="1">
                  <a:ln>
                    <a:noFill/>
                  </a:ln>
                  <a:solidFill>
                    <a:prstClr val="black"/>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:2.005 has four </a:t>
              </a:r>
            </a:p>
            <a:p>
              <a:pPr marL="528508" marR="0" lvl="0" indent="-528508"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significant figures</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grpSp>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2E039340-5FE1-478E-A0D9-069B85EE1BDE}"/>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34B05B82-2599-4E36-B28C-86E32856DD81}"/>
                  </a:ext>
                </a:extLst>
              </p14:cNvPr>
              <p14:cNvContentPartPr/>
              <p14:nvPr/>
            </p14:nvContentPartPr>
            <p14:xfrm>
              <a:off x="1796400" y="1146240"/>
              <a:ext cx="8569440" cy="2831040"/>
            </p14:xfrm>
          </p:contentPart>
        </mc:Choice>
        <mc:Fallback>
          <p:pic>
            <p:nvPicPr>
              <p:cNvPr id="3" name="Ink 2">
                <a:extLst>
                  <a:ext uri="{FF2B5EF4-FFF2-40B4-BE49-F238E27FC236}">
                    <a16:creationId xmlns:a16="http://schemas.microsoft.com/office/drawing/2014/main" id="{34B05B82-2599-4E36-B28C-86E32856DD81}"/>
                  </a:ext>
                </a:extLst>
              </p:cNvPr>
              <p:cNvPicPr/>
              <p:nvPr/>
            </p:nvPicPr>
            <p:blipFill>
              <a:blip r:embed="rId6"/>
              <a:stretch>
                <a:fillRect/>
              </a:stretch>
            </p:blipFill>
            <p:spPr>
              <a:xfrm>
                <a:off x="1787040" y="1136880"/>
                <a:ext cx="8588160" cy="2849760"/>
              </a:xfrm>
              <a:prstGeom prst="rect">
                <a:avLst/>
              </a:prstGeom>
            </p:spPr>
          </p:pic>
        </mc:Fallback>
      </mc:AlternateContent>
    </p:spTree>
    <p:extLst>
      <p:ext uri="{BB962C8B-B14F-4D97-AF65-F5344CB8AC3E}">
        <p14:creationId xmlns:p14="http://schemas.microsoft.com/office/powerpoint/2010/main" val="352379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914400" y="990601"/>
            <a:ext cx="6339768" cy="1524000"/>
            <a:chOff x="685800" y="742950"/>
            <a:chExt cx="4754826" cy="1143000"/>
          </a:xfrm>
        </p:grpSpPr>
        <p:sp>
          <p:nvSpPr>
            <p:cNvPr id="9" name="Flowchart: Alternate Process 8"/>
            <p:cNvSpPr/>
            <p:nvPr/>
          </p:nvSpPr>
          <p:spPr>
            <a:xfrm>
              <a:off x="685800" y="742950"/>
              <a:ext cx="4648200" cy="1143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12" name="TextBox 11"/>
            <p:cNvSpPr txBox="1"/>
            <p:nvPr/>
          </p:nvSpPr>
          <p:spPr>
            <a:xfrm>
              <a:off x="688508" y="776453"/>
              <a:ext cx="4752118" cy="992724"/>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Zeros at the end or right of a number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are significant  provided they are on the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right side of the decimal point. 	</a:t>
              </a:r>
              <a:endPar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grpSp>
      <p:grpSp>
        <p:nvGrpSpPr>
          <p:cNvPr id="14" name="Group 13"/>
          <p:cNvGrpSpPr/>
          <p:nvPr/>
        </p:nvGrpSpPr>
        <p:grpSpPr>
          <a:xfrm>
            <a:off x="1320800" y="3429000"/>
            <a:ext cx="3759200" cy="2438400"/>
            <a:chOff x="990600" y="2571750"/>
            <a:chExt cx="2819400" cy="1828800"/>
          </a:xfrm>
        </p:grpSpPr>
        <p:sp>
          <p:nvSpPr>
            <p:cNvPr id="10" name="Teardrop 9"/>
            <p:cNvSpPr/>
            <p:nvPr/>
          </p:nvSpPr>
          <p:spPr>
            <a:xfrm>
              <a:off x="990600" y="2571750"/>
              <a:ext cx="2819400" cy="1828800"/>
            </a:xfrm>
            <a:prstGeom prst="teardrop">
              <a:avLst>
                <a:gd name="adj" fmla="val 1648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13" name="TextBox 12"/>
            <p:cNvSpPr txBox="1"/>
            <p:nvPr/>
          </p:nvSpPr>
          <p:spPr>
            <a:xfrm>
              <a:off x="1240881" y="2930664"/>
              <a:ext cx="2486691" cy="684899"/>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err="1">
                  <a:ln>
                    <a:noFill/>
                  </a:ln>
                  <a:solidFill>
                    <a:prstClr val="black"/>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0.200 g has three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significant figures.</a:t>
              </a:r>
            </a:p>
          </p:txBody>
        </p:sp>
      </p:grpSp>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55B27EA8-563E-4CAD-B469-CCA416438206}"/>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41929AA0-E6A8-4428-AC16-D1D58F5AA482}"/>
                  </a:ext>
                </a:extLst>
              </p14:cNvPr>
              <p14:cNvContentPartPr/>
              <p14:nvPr/>
            </p14:nvContentPartPr>
            <p14:xfrm>
              <a:off x="1839960" y="1328760"/>
              <a:ext cx="9712800" cy="3161520"/>
            </p14:xfrm>
          </p:contentPart>
        </mc:Choice>
        <mc:Fallback>
          <p:pic>
            <p:nvPicPr>
              <p:cNvPr id="3" name="Ink 2">
                <a:extLst>
                  <a:ext uri="{FF2B5EF4-FFF2-40B4-BE49-F238E27FC236}">
                    <a16:creationId xmlns:a16="http://schemas.microsoft.com/office/drawing/2014/main" id="{41929AA0-E6A8-4428-AC16-D1D58F5AA482}"/>
                  </a:ext>
                </a:extLst>
              </p:cNvPr>
              <p:cNvPicPr/>
              <p:nvPr/>
            </p:nvPicPr>
            <p:blipFill>
              <a:blip r:embed="rId6"/>
              <a:stretch>
                <a:fillRect/>
              </a:stretch>
            </p:blipFill>
            <p:spPr>
              <a:xfrm>
                <a:off x="1830600" y="1319400"/>
                <a:ext cx="9731520" cy="3180240"/>
              </a:xfrm>
              <a:prstGeom prst="rect">
                <a:avLst/>
              </a:prstGeom>
            </p:spPr>
          </p:pic>
        </mc:Fallback>
      </mc:AlternateContent>
    </p:spTree>
    <p:extLst>
      <p:ext uri="{BB962C8B-B14F-4D97-AF65-F5344CB8AC3E}">
        <p14:creationId xmlns:p14="http://schemas.microsoft.com/office/powerpoint/2010/main" val="752637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99447" y="990601"/>
            <a:ext cx="10441448" cy="9131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If a number ends in zeros that are not to the right of a decimal,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zeros may or may not be significant. </a:t>
            </a:r>
          </a:p>
        </p:txBody>
      </p:sp>
      <p:sp>
        <p:nvSpPr>
          <p:cNvPr id="12" name="TextBox 11"/>
          <p:cNvSpPr txBox="1"/>
          <p:nvPr/>
        </p:nvSpPr>
        <p:spPr>
          <a:xfrm>
            <a:off x="441434" y="1807779"/>
            <a:ext cx="8294269" cy="91319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Eg</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 1500g may have two, three or four significant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figures.</a:t>
            </a:r>
          </a:p>
        </p:txBody>
      </p:sp>
      <p:sp>
        <p:nvSpPr>
          <p:cNvPr id="13" name="TextBox 12"/>
          <p:cNvSpPr txBox="1"/>
          <p:nvPr/>
        </p:nvSpPr>
        <p:spPr>
          <a:xfrm>
            <a:off x="617936" y="2621394"/>
            <a:ext cx="11024941" cy="913199"/>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  This confusion can be significant by expressing the number in scientific</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      notation, N×10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n</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.(15×10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2</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14" name="TextBox 13"/>
          <p:cNvSpPr txBox="1"/>
          <p:nvPr/>
        </p:nvSpPr>
        <p:spPr>
          <a:xfrm>
            <a:off x="627285" y="3606720"/>
            <a:ext cx="4399474"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  Where N has significant fig.</a:t>
            </a:r>
          </a:p>
        </p:txBody>
      </p:sp>
      <p:sp>
        <p:nvSpPr>
          <p:cNvPr id="15" name="TextBox 14"/>
          <p:cNvSpPr txBox="1"/>
          <p:nvPr/>
        </p:nvSpPr>
        <p:spPr>
          <a:xfrm>
            <a:off x="620340" y="4216320"/>
            <a:ext cx="3389069"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  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rPr>
              <a:t>n</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 is not significant.</a:t>
            </a:r>
          </a:p>
        </p:txBody>
      </p:sp>
      <p:sp>
        <p:nvSpPr>
          <p:cNvPr id="16" name="TextBox 15"/>
          <p:cNvSpPr txBox="1"/>
          <p:nvPr/>
        </p:nvSpPr>
        <p:spPr>
          <a:xfrm>
            <a:off x="825918" y="4927520"/>
            <a:ext cx="6159315"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sym typeface="Symbol"/>
              </a:rPr>
              <a:t> 15×10</a:t>
            </a:r>
            <a:r>
              <a:rPr kumimoji="0" lang="en-US" sz="2667" b="1" i="0" u="none" strike="noStrike" kern="1200" cap="none" spc="0" normalizeH="0" baseline="3000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2</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has only two significant figure.</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grpSp>
        <p:nvGrpSpPr>
          <p:cNvPr id="20" name="Group 19"/>
          <p:cNvGrpSpPr/>
          <p:nvPr/>
        </p:nvGrpSpPr>
        <p:grpSpPr>
          <a:xfrm>
            <a:off x="8245767" y="1240750"/>
            <a:ext cx="3251200" cy="1511418"/>
            <a:chOff x="6184325" y="930562"/>
            <a:chExt cx="2438400" cy="1133564"/>
          </a:xfrm>
        </p:grpSpPr>
        <p:sp>
          <p:nvSpPr>
            <p:cNvPr id="19" name="Cloud 18"/>
            <p:cNvSpPr/>
            <p:nvPr/>
          </p:nvSpPr>
          <p:spPr>
            <a:xfrm>
              <a:off x="6184325" y="930562"/>
              <a:ext cx="2438400" cy="1133564"/>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Box 17"/>
            <p:cNvSpPr txBox="1"/>
            <p:nvPr/>
          </p:nvSpPr>
          <p:spPr>
            <a:xfrm>
              <a:off x="6573750" y="971550"/>
              <a:ext cx="1659549" cy="9927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anose="02040503050406030204" pitchFamily="18" charset="0"/>
                  <a:cs typeface="Times New Roman" pitchFamily="18" charset="0"/>
                </a:rPr>
                <a:t>Exponentials  are not significant</a:t>
              </a:r>
            </a:p>
          </p:txBody>
        </p:sp>
      </p:grpSp>
      <p:pic>
        <p:nvPicPr>
          <p:cNvPr id="17" name="Picture 16"/>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F72E0153-551D-455F-8437-0290E2926551}"/>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E874F065-592F-40D0-A5E6-1DAFEF0E3240}"/>
                  </a:ext>
                </a:extLst>
              </p14:cNvPr>
              <p14:cNvContentPartPr/>
              <p14:nvPr/>
            </p14:nvContentPartPr>
            <p14:xfrm>
              <a:off x="686880" y="1423080"/>
              <a:ext cx="11007720" cy="4048200"/>
            </p14:xfrm>
          </p:contentPart>
        </mc:Choice>
        <mc:Fallback>
          <p:pic>
            <p:nvPicPr>
              <p:cNvPr id="3" name="Ink 2">
                <a:extLst>
                  <a:ext uri="{FF2B5EF4-FFF2-40B4-BE49-F238E27FC236}">
                    <a16:creationId xmlns:a16="http://schemas.microsoft.com/office/drawing/2014/main" id="{E874F065-592F-40D0-A5E6-1DAFEF0E3240}"/>
                  </a:ext>
                </a:extLst>
              </p:cNvPr>
              <p:cNvPicPr/>
              <p:nvPr/>
            </p:nvPicPr>
            <p:blipFill>
              <a:blip r:embed="rId6"/>
              <a:stretch>
                <a:fillRect/>
              </a:stretch>
            </p:blipFill>
            <p:spPr>
              <a:xfrm>
                <a:off x="677520" y="1413720"/>
                <a:ext cx="11026440" cy="4066920"/>
              </a:xfrm>
              <a:prstGeom prst="rect">
                <a:avLst/>
              </a:prstGeom>
            </p:spPr>
          </p:pic>
        </mc:Fallback>
      </mc:AlternateContent>
    </p:spTree>
    <p:extLst>
      <p:ext uri="{BB962C8B-B14F-4D97-AF65-F5344CB8AC3E}">
        <p14:creationId xmlns:p14="http://schemas.microsoft.com/office/powerpoint/2010/main" val="346891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50891" y="1896076"/>
            <a:ext cx="10967490" cy="1734064"/>
          </a:xfrm>
          <a:prstGeom prst="rect">
            <a:avLst/>
          </a:prstGeom>
          <a:noFill/>
        </p:spPr>
        <p:txBody>
          <a:bodyPr wrap="none" rtlCol="0">
            <a:spAutoFit/>
          </a:bodyPr>
          <a:lstStyle/>
          <a:p>
            <a:pPr marL="461767" marR="0" lvl="0" indent="-461767"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Lastly it may be emphasized that exact integral numbers, such as 2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balls or 20 eggs have infinite significant figures, can be represented by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writing infinite number of zeros after placing a decimal i.e..,</a:t>
            </a:r>
          </a:p>
          <a:p>
            <a:pPr marL="461767" marR="0" lvl="0" indent="-461767"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2 = 2.000000……… (or) 20 = 20.00000…..</a:t>
            </a:r>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541241" y="330825"/>
            <a:ext cx="1341666" cy="1363953"/>
          </a:xfrm>
          <a:prstGeom prst="rect">
            <a:avLst/>
          </a:prstGeom>
        </p:spPr>
      </p:pic>
      <p:pic>
        <p:nvPicPr>
          <p:cNvPr id="2" name="Picture 1">
            <a:extLst>
              <a:ext uri="{FF2B5EF4-FFF2-40B4-BE49-F238E27FC236}">
                <a16:creationId xmlns:a16="http://schemas.microsoft.com/office/drawing/2014/main" id="{F1E4A3FB-97F2-4C2E-878E-111BD6DB7DF2}"/>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904A5B0B-274C-4E8D-8BCF-186363E19939}"/>
                  </a:ext>
                </a:extLst>
              </p14:cNvPr>
              <p14:cNvContentPartPr/>
              <p14:nvPr/>
            </p14:nvContentPartPr>
            <p14:xfrm>
              <a:off x="1039680" y="1852200"/>
              <a:ext cx="10200240" cy="2886120"/>
            </p14:xfrm>
          </p:contentPart>
        </mc:Choice>
        <mc:Fallback>
          <p:pic>
            <p:nvPicPr>
              <p:cNvPr id="5" name="Ink 4">
                <a:extLst>
                  <a:ext uri="{FF2B5EF4-FFF2-40B4-BE49-F238E27FC236}">
                    <a16:creationId xmlns:a16="http://schemas.microsoft.com/office/drawing/2014/main" id="{904A5B0B-274C-4E8D-8BCF-186363E19939}"/>
                  </a:ext>
                </a:extLst>
              </p:cNvPr>
              <p:cNvPicPr/>
              <p:nvPr/>
            </p:nvPicPr>
            <p:blipFill>
              <a:blip r:embed="rId6"/>
              <a:stretch>
                <a:fillRect/>
              </a:stretch>
            </p:blipFill>
            <p:spPr>
              <a:xfrm>
                <a:off x="1030320" y="1842840"/>
                <a:ext cx="10218960" cy="2904840"/>
              </a:xfrm>
              <a:prstGeom prst="rect">
                <a:avLst/>
              </a:prstGeom>
            </p:spPr>
          </p:pic>
        </mc:Fallback>
      </mc:AlternateContent>
    </p:spTree>
    <p:extLst>
      <p:ext uri="{BB962C8B-B14F-4D97-AF65-F5344CB8AC3E}">
        <p14:creationId xmlns:p14="http://schemas.microsoft.com/office/powerpoint/2010/main" val="3775772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left)">
                                      <p:cBhvr>
                                        <p:cTn id="11" dur="500"/>
                                        <p:tgtEl>
                                          <p:spTgt spid="4">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wipe(left)">
                                      <p:cBhvr>
                                        <p:cTn id="1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69673" y="1600200"/>
            <a:ext cx="10056977" cy="2062103"/>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0000"/>
                </a:solidFill>
                <a:effectLst/>
                <a:uLnTx/>
                <a:uFillTx/>
                <a:latin typeface="Calibri Light" panose="020F0302020204030204"/>
                <a:ea typeface="Cambria Math" pitchFamily="18" charset="0"/>
                <a:cs typeface="Times New Roman" pitchFamily="18" charset="0"/>
              </a:rPr>
              <a:t>ADDITION AND SUBTRACTION OF SIGNIFICANT FIGURES</a:t>
            </a:r>
            <a:endParaRPr kumimoji="0" lang="en-US" sz="6400" b="1" i="0" u="none" strike="noStrike" kern="1200" cap="none" spc="0" normalizeH="0" baseline="0" noProof="0" dirty="0">
              <a:ln>
                <a:noFill/>
              </a:ln>
              <a:solidFill>
                <a:prstClr val="white"/>
              </a:solidFill>
              <a:effectLst/>
              <a:uLnTx/>
              <a:uFillTx/>
              <a:latin typeface="Calibri Light" panose="020F0302020204030204"/>
              <a:ea typeface="Cambria Math" pitchFamily="18" charset="0"/>
              <a:cs typeface="Times New Roman" pitchFamily="18" charset="0"/>
            </a:endParaRP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595FA155-0545-4138-9BA7-472B4089C317}"/>
              </a:ext>
            </a:extLst>
          </p:cNvPr>
          <p:cNvPicPr>
            <a:picLocks noChangeAspect="1"/>
          </p:cNvPicPr>
          <p:nvPr/>
        </p:nvPicPr>
        <p:blipFill>
          <a:blip r:embed="rId5"/>
          <a:stretch>
            <a:fillRect/>
          </a:stretch>
        </p:blipFill>
        <p:spPr>
          <a:xfrm>
            <a:off x="2720446" y="0"/>
            <a:ext cx="6751107" cy="6858000"/>
          </a:xfrm>
          <a:prstGeom prst="rect">
            <a:avLst/>
          </a:prstGeom>
        </p:spPr>
      </p:pic>
    </p:spTree>
    <p:extLst>
      <p:ext uri="{BB962C8B-B14F-4D97-AF65-F5344CB8AC3E}">
        <p14:creationId xmlns:p14="http://schemas.microsoft.com/office/powerpoint/2010/main" val="305204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748555" y="982941"/>
            <a:ext cx="9866162"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Addition and subtraction of Significant figures:</a:t>
            </a:r>
          </a:p>
        </p:txBody>
      </p:sp>
      <p:sp>
        <p:nvSpPr>
          <p:cNvPr id="16" name="TextBox 15"/>
          <p:cNvSpPr txBox="1"/>
          <p:nvPr/>
        </p:nvSpPr>
        <p:spPr>
          <a:xfrm>
            <a:off x="769715" y="1621221"/>
            <a:ext cx="10655994" cy="1323632"/>
          </a:xfrm>
          <a:prstGeom prst="rect">
            <a:avLst/>
          </a:prstGeom>
          <a:noFill/>
        </p:spPr>
        <p:txBody>
          <a:bodyPr wrap="none" rtlCol="0">
            <a:spAutoFit/>
          </a:bodyPr>
          <a:lstStyle/>
          <a:p>
            <a:pPr marL="395027" marR="0" lvl="0" indent="-395027"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The result cannot have more digits to the right of the decimal point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than that at original number which has the least number of digits to</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the right of the decimal point in it.</a:t>
            </a:r>
          </a:p>
        </p:txBody>
      </p:sp>
      <p:sp>
        <p:nvSpPr>
          <p:cNvPr id="18" name="TextBox 17"/>
          <p:cNvSpPr txBox="1"/>
          <p:nvPr/>
        </p:nvSpPr>
        <p:spPr>
          <a:xfrm>
            <a:off x="783590" y="2975439"/>
            <a:ext cx="1021433"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Eg</a:t>
            </a: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p>
        </p:txBody>
      </p:sp>
      <p:cxnSp>
        <p:nvCxnSpPr>
          <p:cNvPr id="22" name="Straight Connector 21"/>
          <p:cNvCxnSpPr/>
          <p:nvPr/>
        </p:nvCxnSpPr>
        <p:spPr>
          <a:xfrm>
            <a:off x="2378843" y="4445000"/>
            <a:ext cx="153759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577648" y="3139585"/>
            <a:ext cx="1021818"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12.11</a:t>
            </a:r>
          </a:p>
        </p:txBody>
      </p:sp>
      <p:sp>
        <p:nvSpPr>
          <p:cNvPr id="19" name="TextBox 18"/>
          <p:cNvSpPr txBox="1"/>
          <p:nvPr/>
        </p:nvSpPr>
        <p:spPr>
          <a:xfrm>
            <a:off x="2577936" y="3530600"/>
            <a:ext cx="869149"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18.0</a:t>
            </a:r>
          </a:p>
        </p:txBody>
      </p:sp>
      <p:sp>
        <p:nvSpPr>
          <p:cNvPr id="20" name="TextBox 19"/>
          <p:cNvSpPr txBox="1"/>
          <p:nvPr/>
        </p:nvSpPr>
        <p:spPr>
          <a:xfrm>
            <a:off x="2577402" y="3937000"/>
            <a:ext cx="1212191"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01.012</a:t>
            </a:r>
          </a:p>
        </p:txBody>
      </p:sp>
      <p:sp>
        <p:nvSpPr>
          <p:cNvPr id="21" name="TextBox 20"/>
          <p:cNvSpPr txBox="1"/>
          <p:nvPr/>
        </p:nvSpPr>
        <p:spPr>
          <a:xfrm>
            <a:off x="2491909" y="4445000"/>
            <a:ext cx="1212191"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31.122</a:t>
            </a:r>
          </a:p>
        </p:txBody>
      </p:sp>
      <p:sp>
        <p:nvSpPr>
          <p:cNvPr id="28" name="TextBox 27"/>
          <p:cNvSpPr txBox="1"/>
          <p:nvPr/>
        </p:nvSpPr>
        <p:spPr>
          <a:xfrm>
            <a:off x="734867" y="4963747"/>
            <a:ext cx="3816621" cy="5027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Therefore Answer is 31.1</a:t>
            </a:r>
          </a:p>
        </p:txBody>
      </p:sp>
      <p:grpSp>
        <p:nvGrpSpPr>
          <p:cNvPr id="31" name="Group 30"/>
          <p:cNvGrpSpPr/>
          <p:nvPr/>
        </p:nvGrpSpPr>
        <p:grpSpPr>
          <a:xfrm>
            <a:off x="3962400" y="3022600"/>
            <a:ext cx="3705387" cy="1625600"/>
            <a:chOff x="4348873" y="2636933"/>
            <a:chExt cx="2779040" cy="1219200"/>
          </a:xfrm>
        </p:grpSpPr>
        <p:sp>
          <p:nvSpPr>
            <p:cNvPr id="30" name="Cloud 29"/>
            <p:cNvSpPr/>
            <p:nvPr/>
          </p:nvSpPr>
          <p:spPr>
            <a:xfrm>
              <a:off x="4348873" y="2636933"/>
              <a:ext cx="2779040" cy="1219200"/>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Box 26"/>
            <p:cNvSpPr txBox="1"/>
            <p:nvPr/>
          </p:nvSpPr>
          <p:spPr>
            <a:xfrm>
              <a:off x="4697461" y="2731873"/>
              <a:ext cx="2160539" cy="9927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18.0 has only one digit after the decimal point</a:t>
              </a:r>
            </a:p>
          </p:txBody>
        </p:sp>
      </p:grpSp>
      <p:pic>
        <p:nvPicPr>
          <p:cNvPr id="14" name="Picture 1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629DCB51-902D-4590-9110-8235D7443786}"/>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DDD5770D-A8F3-4477-9E3B-92DBDCDDC644}"/>
                  </a:ext>
                </a:extLst>
              </p14:cNvPr>
              <p14:cNvContentPartPr/>
              <p14:nvPr/>
            </p14:nvContentPartPr>
            <p14:xfrm>
              <a:off x="653040" y="2069640"/>
              <a:ext cx="10497960" cy="3664440"/>
            </p14:xfrm>
          </p:contentPart>
        </mc:Choice>
        <mc:Fallback>
          <p:pic>
            <p:nvPicPr>
              <p:cNvPr id="3" name="Ink 2">
                <a:extLst>
                  <a:ext uri="{FF2B5EF4-FFF2-40B4-BE49-F238E27FC236}">
                    <a16:creationId xmlns:a16="http://schemas.microsoft.com/office/drawing/2014/main" id="{DDD5770D-A8F3-4477-9E3B-92DBDCDDC644}"/>
                  </a:ext>
                </a:extLst>
              </p:cNvPr>
              <p:cNvPicPr/>
              <p:nvPr/>
            </p:nvPicPr>
            <p:blipFill>
              <a:blip r:embed="rId6"/>
              <a:stretch>
                <a:fillRect/>
              </a:stretch>
            </p:blipFill>
            <p:spPr>
              <a:xfrm>
                <a:off x="643680" y="2060280"/>
                <a:ext cx="10516680" cy="3683160"/>
              </a:xfrm>
              <a:prstGeom prst="rect">
                <a:avLst/>
              </a:prstGeom>
            </p:spPr>
          </p:pic>
        </mc:Fallback>
      </mc:AlternateContent>
    </p:spTree>
    <p:extLst>
      <p:ext uri="{BB962C8B-B14F-4D97-AF65-F5344CB8AC3E}">
        <p14:creationId xmlns:p14="http://schemas.microsoft.com/office/powerpoint/2010/main" val="1555159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iterate type="lt">
                                    <p:tmPct val="10000"/>
                                  </p:iterate>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lt">
                                    <p:tmPct val="10000"/>
                                  </p:iterate>
                                  <p:childTnLst>
                                    <p:set>
                                      <p:cBhvr>
                                        <p:cTn id="41" dur="1" fill="hold">
                                          <p:stCondLst>
                                            <p:cond delay="0"/>
                                          </p:stCondLst>
                                        </p:cTn>
                                        <p:tgtEl>
                                          <p:spTgt spid="21"/>
                                        </p:tgtEl>
                                        <p:attrNameLst>
                                          <p:attrName>style.visibility</p:attrName>
                                        </p:attrNameLst>
                                      </p:cBhvr>
                                      <p:to>
                                        <p:strVal val="visible"/>
                                      </p:to>
                                    </p:set>
                                    <p:animEffect transition="in" filter="wipe(left)">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iterate type="lt">
                                    <p:tmPct val="10000"/>
                                  </p:iterate>
                                  <p:childTnLst>
                                    <p:set>
                                      <p:cBhvr>
                                        <p:cTn id="46" dur="1" fill="hold">
                                          <p:stCondLst>
                                            <p:cond delay="0"/>
                                          </p:stCondLst>
                                        </p:cTn>
                                        <p:tgtEl>
                                          <p:spTgt spid="31"/>
                                        </p:tgtEl>
                                        <p:attrNameLst>
                                          <p:attrName>style.visibility</p:attrName>
                                        </p:attrNameLst>
                                      </p:cBhvr>
                                      <p:to>
                                        <p:strVal val="visible"/>
                                      </p:to>
                                    </p:set>
                                    <p:animEffect transition="in" filter="wipe(left)">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
                                  </p:iterate>
                                  <p:childTnLst>
                                    <p:set>
                                      <p:cBhvr>
                                        <p:cTn id="51" dur="1" fill="hold">
                                          <p:stCondLst>
                                            <p:cond delay="0"/>
                                          </p:stCondLst>
                                        </p:cTn>
                                        <p:tgtEl>
                                          <p:spTgt spid="28"/>
                                        </p:tgtEl>
                                        <p:attrNameLst>
                                          <p:attrName>style.visibility</p:attrName>
                                        </p:attrNameLst>
                                      </p:cBhvr>
                                      <p:to>
                                        <p:strVal val="visible"/>
                                      </p:to>
                                    </p:set>
                                    <p:animEffect transition="in" filter="wipe(left)">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8" grpId="0" animBg="1"/>
      <p:bldP spid="17" grpId="0"/>
      <p:bldP spid="19" grpId="0"/>
      <p:bldP spid="20" grpId="0"/>
      <p:bldP spid="21" grpId="0"/>
      <p:bldP spid="2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48555" y="982941"/>
            <a:ext cx="10290959"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Multiplication and division of significant Figures:</a:t>
            </a:r>
          </a:p>
        </p:txBody>
      </p:sp>
      <p:sp>
        <p:nvSpPr>
          <p:cNvPr id="9" name="TextBox 8"/>
          <p:cNvSpPr txBox="1"/>
          <p:nvPr/>
        </p:nvSpPr>
        <p:spPr>
          <a:xfrm>
            <a:off x="741547" y="1680568"/>
            <a:ext cx="10637652" cy="1323632"/>
          </a:xfrm>
          <a:prstGeom prst="rect">
            <a:avLst/>
          </a:prstGeom>
          <a:noFill/>
        </p:spPr>
        <p:txBody>
          <a:bodyPr wrap="square" rtlCol="0">
            <a:spAutoFit/>
          </a:bodyPr>
          <a:lstStyle/>
          <a:p>
            <a:pPr marL="461767" marR="0" lvl="0" indent="-461767"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In these operations, the result must be reported with no more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significant figures as are there in the measurement with the few</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significant figures.</a:t>
            </a:r>
          </a:p>
        </p:txBody>
      </p:sp>
      <p:sp>
        <p:nvSpPr>
          <p:cNvPr id="10" name="TextBox 9"/>
          <p:cNvSpPr txBox="1"/>
          <p:nvPr/>
        </p:nvSpPr>
        <p:spPr>
          <a:xfrm>
            <a:off x="741549" y="3036173"/>
            <a:ext cx="1021433"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Eg</a:t>
            </a: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p>
        </p:txBody>
      </p:sp>
      <p:sp>
        <p:nvSpPr>
          <p:cNvPr id="11" name="TextBox 10"/>
          <p:cNvSpPr txBox="1"/>
          <p:nvPr/>
        </p:nvSpPr>
        <p:spPr>
          <a:xfrm>
            <a:off x="2521560" y="3118247"/>
            <a:ext cx="1569660"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2.5 </a:t>
            </a: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sym typeface="Symbol"/>
              </a:rPr>
              <a:t> 1.25</a:t>
            </a:r>
            <a:endParaRPr kumimoji="0" lang="en-US" sz="2667" b="1" i="0" u="none" strike="noStrike" kern="1200" cap="none" spc="0" normalizeH="0" baseline="30000" noProof="0" dirty="0">
              <a:ln>
                <a:noFill/>
              </a:ln>
              <a:solidFill>
                <a:prstClr val="white"/>
              </a:solidFill>
              <a:effectLst/>
              <a:uLnTx/>
              <a:uFillTx/>
              <a:latin typeface="Times New Roman" pitchFamily="18" charset="0"/>
              <a:ea typeface="+mn-ea"/>
              <a:cs typeface="Times New Roman" pitchFamily="18" charset="0"/>
            </a:endParaRPr>
          </a:p>
        </p:txBody>
      </p:sp>
      <p:sp>
        <p:nvSpPr>
          <p:cNvPr id="12" name="TextBox 11"/>
          <p:cNvSpPr txBox="1"/>
          <p:nvPr/>
        </p:nvSpPr>
        <p:spPr>
          <a:xfrm>
            <a:off x="1938167" y="3666875"/>
            <a:ext cx="38023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13" name="TextBox 12"/>
          <p:cNvSpPr txBox="1"/>
          <p:nvPr/>
        </p:nvSpPr>
        <p:spPr>
          <a:xfrm>
            <a:off x="2551537" y="3666875"/>
            <a:ext cx="955711"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3.125</a:t>
            </a:r>
          </a:p>
        </p:txBody>
      </p:sp>
      <p:sp>
        <p:nvSpPr>
          <p:cNvPr id="14" name="TextBox 13"/>
          <p:cNvSpPr txBox="1"/>
          <p:nvPr/>
        </p:nvSpPr>
        <p:spPr>
          <a:xfrm>
            <a:off x="1938167" y="3118247"/>
            <a:ext cx="380232"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20" name="TextBox 19"/>
          <p:cNvSpPr txBox="1"/>
          <p:nvPr/>
        </p:nvSpPr>
        <p:spPr>
          <a:xfrm>
            <a:off x="1757211" y="5359400"/>
            <a:ext cx="2683748"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3.1  is the answer</a:t>
            </a:r>
          </a:p>
        </p:txBody>
      </p:sp>
      <p:grpSp>
        <p:nvGrpSpPr>
          <p:cNvPr id="26" name="Group 25"/>
          <p:cNvGrpSpPr/>
          <p:nvPr/>
        </p:nvGrpSpPr>
        <p:grpSpPr>
          <a:xfrm>
            <a:off x="3962400" y="3530602"/>
            <a:ext cx="6949577" cy="1834754"/>
            <a:chOff x="3474617" y="2338685"/>
            <a:chExt cx="5212183" cy="1376065"/>
          </a:xfrm>
        </p:grpSpPr>
        <p:sp>
          <p:nvSpPr>
            <p:cNvPr id="25" name="Cloud 24"/>
            <p:cNvSpPr/>
            <p:nvPr/>
          </p:nvSpPr>
          <p:spPr>
            <a:xfrm>
              <a:off x="3474617" y="2338685"/>
              <a:ext cx="5212183" cy="1376065"/>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Box 22"/>
            <p:cNvSpPr txBox="1"/>
            <p:nvPr/>
          </p:nvSpPr>
          <p:spPr>
            <a:xfrm>
              <a:off x="4097691" y="2528786"/>
              <a:ext cx="4153205" cy="99272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Since 2.5 has two significant figures,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result should not have more than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two significant figures.</a:t>
              </a:r>
            </a:p>
          </p:txBody>
        </p:sp>
      </p:gr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CBF46D25-FC44-4EFE-83F4-5396EE419426}"/>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3FA225FF-2807-429B-968B-759834FB6D3A}"/>
                  </a:ext>
                </a:extLst>
              </p14:cNvPr>
              <p14:cNvContentPartPr/>
              <p14:nvPr/>
            </p14:nvContentPartPr>
            <p14:xfrm>
              <a:off x="2449080" y="3048120"/>
              <a:ext cx="759960" cy="2133000"/>
            </p14:xfrm>
          </p:contentPart>
        </mc:Choice>
        <mc:Fallback>
          <p:pic>
            <p:nvPicPr>
              <p:cNvPr id="3" name="Ink 2">
                <a:extLst>
                  <a:ext uri="{FF2B5EF4-FFF2-40B4-BE49-F238E27FC236}">
                    <a16:creationId xmlns:a16="http://schemas.microsoft.com/office/drawing/2014/main" id="{3FA225FF-2807-429B-968B-759834FB6D3A}"/>
                  </a:ext>
                </a:extLst>
              </p:cNvPr>
              <p:cNvPicPr/>
              <p:nvPr/>
            </p:nvPicPr>
            <p:blipFill>
              <a:blip r:embed="rId6"/>
              <a:stretch>
                <a:fillRect/>
              </a:stretch>
            </p:blipFill>
            <p:spPr>
              <a:xfrm>
                <a:off x="2439720" y="3038760"/>
                <a:ext cx="778680" cy="2151720"/>
              </a:xfrm>
              <a:prstGeom prst="rect">
                <a:avLst/>
              </a:prstGeom>
            </p:spPr>
          </p:pic>
        </mc:Fallback>
      </mc:AlternateContent>
    </p:spTree>
    <p:extLst>
      <p:ext uri="{BB962C8B-B14F-4D97-AF65-F5344CB8AC3E}">
        <p14:creationId xmlns:p14="http://schemas.microsoft.com/office/powerpoint/2010/main" val="2403690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left)">
                                      <p:cBhvr>
                                        <p:cTn id="12" dur="500"/>
                                        <p:tgtEl>
                                          <p:spTgt spid="9">
                                            <p:txEl>
                                              <p:pRg st="0" end="0"/>
                                            </p:txEl>
                                          </p:spTgt>
                                        </p:tgtEl>
                                      </p:cBhvr>
                                    </p:animEffect>
                                  </p:childTnLst>
                                </p:cTn>
                              </p:par>
                            </p:childTnLst>
                          </p:cTn>
                        </p:par>
                        <p:par>
                          <p:cTn id="13" fill="hold">
                            <p:stCondLst>
                              <p:cond delay="3000"/>
                            </p:stCondLst>
                            <p:childTnLst>
                              <p:par>
                                <p:cTn id="14" presetID="22" presetClass="entr" presetSubtype="8" fill="hold" grpId="0" nodeType="afterEffect">
                                  <p:stCondLst>
                                    <p:cond delay="0"/>
                                  </p:stCondLst>
                                  <p:iterate type="lt">
                                    <p:tmPct val="10000"/>
                                  </p:iterate>
                                  <p:childTnLst>
                                    <p:set>
                                      <p:cBhvr>
                                        <p:cTn id="15" dur="1" fill="hold">
                                          <p:stCondLst>
                                            <p:cond delay="0"/>
                                          </p:stCondLst>
                                        </p:cTn>
                                        <p:tgtEl>
                                          <p:spTgt spid="9">
                                            <p:txEl>
                                              <p:pRg st="1" end="1"/>
                                            </p:txEl>
                                          </p:spTgt>
                                        </p:tgtEl>
                                        <p:attrNameLst>
                                          <p:attrName>style.visibility</p:attrName>
                                        </p:attrNameLst>
                                      </p:cBhvr>
                                      <p:to>
                                        <p:strVal val="visible"/>
                                      </p:to>
                                    </p:set>
                                    <p:animEffect transition="in" filter="wipe(left)">
                                      <p:cBhvr>
                                        <p:cTn id="16" dur="500"/>
                                        <p:tgtEl>
                                          <p:spTgt spid="9">
                                            <p:txEl>
                                              <p:pRg st="1" end="1"/>
                                            </p:txEl>
                                          </p:spTgt>
                                        </p:tgtEl>
                                      </p:cBhvr>
                                    </p:animEffect>
                                  </p:childTnLst>
                                </p:cTn>
                              </p:par>
                            </p:childTnLst>
                          </p:cTn>
                        </p:par>
                        <p:par>
                          <p:cTn id="17" fill="hold">
                            <p:stCondLst>
                              <p:cond delay="6150"/>
                            </p:stCondLst>
                            <p:childTnLst>
                              <p:par>
                                <p:cTn id="18" presetID="22" presetClass="entr" presetSubtype="8" fill="hold" grpId="0" nodeType="afterEffect">
                                  <p:stCondLst>
                                    <p:cond delay="0"/>
                                  </p:stCondLst>
                                  <p:iterate type="lt">
                                    <p:tmPct val="10000"/>
                                  </p:iterate>
                                  <p:childTnLst>
                                    <p:set>
                                      <p:cBhvr>
                                        <p:cTn id="19" dur="1" fill="hold">
                                          <p:stCondLst>
                                            <p:cond delay="0"/>
                                          </p:stCondLst>
                                        </p:cTn>
                                        <p:tgtEl>
                                          <p:spTgt spid="9">
                                            <p:txEl>
                                              <p:pRg st="2" end="2"/>
                                            </p:txEl>
                                          </p:spTgt>
                                        </p:tgtEl>
                                        <p:attrNameLst>
                                          <p:attrName>style.visibility</p:attrName>
                                        </p:attrNameLst>
                                      </p:cBhvr>
                                      <p:to>
                                        <p:strVal val="visible"/>
                                      </p:to>
                                    </p:set>
                                    <p:animEffect transition="in" filter="wipe(left)">
                                      <p:cBhvr>
                                        <p:cTn id="20" dur="500"/>
                                        <p:tgtEl>
                                          <p:spTgt spid="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wipe(left)">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left)">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build="p"/>
      <p:bldP spid="10" grpId="0" animBg="1"/>
      <p:bldP spid="11" grpId="0"/>
      <p:bldP spid="12" grpId="0"/>
      <p:bldP spid="13" grpId="0"/>
      <p:bldP spid="14" grpId="0"/>
      <p:bldP spid="2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748555" y="982941"/>
            <a:ext cx="6536726"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Rules in rounding the numbers</a:t>
            </a:r>
          </a:p>
        </p:txBody>
      </p:sp>
      <p:grpSp>
        <p:nvGrpSpPr>
          <p:cNvPr id="24" name="Group 23"/>
          <p:cNvGrpSpPr/>
          <p:nvPr/>
        </p:nvGrpSpPr>
        <p:grpSpPr>
          <a:xfrm>
            <a:off x="624681" y="1785885"/>
            <a:ext cx="10852619" cy="1211996"/>
            <a:chOff x="468511" y="1339414"/>
            <a:chExt cx="8139464" cy="908997"/>
          </a:xfrm>
        </p:grpSpPr>
        <p:sp>
          <p:nvSpPr>
            <p:cNvPr id="3" name="Round Diagonal Corner Rectangle 2"/>
            <p:cNvSpPr/>
            <p:nvPr/>
          </p:nvSpPr>
          <p:spPr>
            <a:xfrm>
              <a:off x="566943" y="1339414"/>
              <a:ext cx="8041032" cy="908997"/>
            </a:xfrm>
            <a:prstGeom prst="round2Diag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1"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3" name="TextBox 12"/>
            <p:cNvSpPr txBox="1"/>
            <p:nvPr/>
          </p:nvSpPr>
          <p:spPr>
            <a:xfrm>
              <a:off x="468511" y="1439969"/>
              <a:ext cx="8019648" cy="684899"/>
            </a:xfrm>
            <a:prstGeom prst="rect">
              <a:avLst/>
            </a:prstGeom>
            <a:noFill/>
          </p:spPr>
          <p:txBody>
            <a:bodyPr wrap="none" rtlCol="0">
              <a:spAutoFit/>
            </a:bodyPr>
            <a:lstStyle/>
            <a:p>
              <a:pPr marL="330092" marR="0" lvl="0" indent="-330092"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digit on the extreme right (i.e., the last digit) of a number may be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removed.</a:t>
              </a:r>
            </a:p>
          </p:txBody>
        </p:sp>
      </p:grpSp>
      <p:grpSp>
        <p:nvGrpSpPr>
          <p:cNvPr id="25" name="Group 24"/>
          <p:cNvGrpSpPr/>
          <p:nvPr/>
        </p:nvGrpSpPr>
        <p:grpSpPr>
          <a:xfrm>
            <a:off x="638087" y="3225801"/>
            <a:ext cx="10714756" cy="1519823"/>
            <a:chOff x="442546" y="2419350"/>
            <a:chExt cx="5069200" cy="1139867"/>
          </a:xfrm>
          <a:noFill/>
        </p:grpSpPr>
        <p:sp>
          <p:nvSpPr>
            <p:cNvPr id="2" name="Round Diagonal Corner Rectangle 1"/>
            <p:cNvSpPr/>
            <p:nvPr/>
          </p:nvSpPr>
          <p:spPr>
            <a:xfrm>
              <a:off x="442546" y="2419350"/>
              <a:ext cx="5069200" cy="1139867"/>
            </a:xfrm>
            <a:prstGeom prst="round2Diag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1" i="0" u="none" strike="noStrike" kern="1200" cap="none" spc="0" normalizeH="0" baseline="0" noProof="0">
                <a:ln>
                  <a:noFill/>
                </a:ln>
                <a:solidFill>
                  <a:srgbClr val="FFC000"/>
                </a:solidFill>
                <a:effectLst/>
                <a:uLnTx/>
                <a:uFillTx/>
                <a:latin typeface="Times New Roman" pitchFamily="18" charset="0"/>
                <a:ea typeface="+mn-ea"/>
                <a:cs typeface="Times New Roman" pitchFamily="18" charset="0"/>
              </a:endParaRPr>
            </a:p>
          </p:txBody>
        </p:sp>
        <p:sp>
          <p:nvSpPr>
            <p:cNvPr id="18" name="TextBox 17"/>
            <p:cNvSpPr txBox="1"/>
            <p:nvPr/>
          </p:nvSpPr>
          <p:spPr>
            <a:xfrm>
              <a:off x="456514" y="2625864"/>
              <a:ext cx="4981429" cy="684899"/>
            </a:xfrm>
            <a:prstGeom prst="rect">
              <a:avLst/>
            </a:prstGeom>
            <a:grpFill/>
          </p:spPr>
          <p:txBody>
            <a:bodyPr wrap="square" rtlCol="0">
              <a:spAutoFit/>
            </a:bodyPr>
            <a:lstStyle/>
            <a:p>
              <a:pPr marL="330092" marR="0" lvl="0" indent="-330092" algn="just"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srgbClr val="FFC000"/>
                  </a:solidFill>
                  <a:effectLst/>
                  <a:uLnTx/>
                  <a:uFillTx/>
                  <a:latin typeface="Times New Roman" pitchFamily="18" charset="0"/>
                  <a:ea typeface="Cambria Math" pitchFamily="18" charset="0"/>
                  <a:cs typeface="Times New Roman" pitchFamily="18" charset="0"/>
                </a:rPr>
                <a:t>If the rightmost digit to be removed is more than 5, the preceding number is increased by one. </a:t>
              </a:r>
            </a:p>
          </p:txBody>
        </p:sp>
      </p:grpSp>
      <p:grpSp>
        <p:nvGrpSpPr>
          <p:cNvPr id="27" name="Group 26"/>
          <p:cNvGrpSpPr/>
          <p:nvPr/>
        </p:nvGrpSpPr>
        <p:grpSpPr>
          <a:xfrm>
            <a:off x="2407807" y="4518322"/>
            <a:ext cx="3759200" cy="1857079"/>
            <a:chOff x="6324600" y="2876550"/>
            <a:chExt cx="2819400" cy="1392809"/>
          </a:xfrm>
        </p:grpSpPr>
        <p:sp>
          <p:nvSpPr>
            <p:cNvPr id="26" name="Cloud 25"/>
            <p:cNvSpPr/>
            <p:nvPr/>
          </p:nvSpPr>
          <p:spPr>
            <a:xfrm>
              <a:off x="6324600" y="2876550"/>
              <a:ext cx="2819400" cy="1392809"/>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Box 20"/>
            <p:cNvSpPr txBox="1"/>
            <p:nvPr/>
          </p:nvSpPr>
          <p:spPr>
            <a:xfrm>
              <a:off x="6570838" y="3105150"/>
              <a:ext cx="2326923" cy="3770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For example, 1.386 </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22" name="TextBox 21"/>
            <p:cNvSpPr txBox="1"/>
            <p:nvPr/>
          </p:nvSpPr>
          <p:spPr>
            <a:xfrm>
              <a:off x="7010323" y="3486150"/>
              <a:ext cx="748409" cy="3770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23" name="TextBox 22"/>
            <p:cNvSpPr txBox="1"/>
            <p:nvPr/>
          </p:nvSpPr>
          <p:spPr>
            <a:xfrm>
              <a:off x="7481191" y="3486150"/>
              <a:ext cx="748409" cy="3770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1.39  </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grpSp>
      <p:pic>
        <p:nvPicPr>
          <p:cNvPr id="14" name="Picture 1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4" name="Picture 3">
            <a:extLst>
              <a:ext uri="{FF2B5EF4-FFF2-40B4-BE49-F238E27FC236}">
                <a16:creationId xmlns:a16="http://schemas.microsoft.com/office/drawing/2014/main" id="{2F60E7F3-ACB1-402F-9E3A-A8BA93C46C79}"/>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77D7FD5D-9328-44D1-8865-0063F4A18F10}"/>
                  </a:ext>
                </a:extLst>
              </p14:cNvPr>
              <p14:cNvContentPartPr/>
              <p14:nvPr/>
            </p14:nvContentPartPr>
            <p14:xfrm>
              <a:off x="1388880" y="2401200"/>
              <a:ext cx="8021880" cy="3520440"/>
            </p14:xfrm>
          </p:contentPart>
        </mc:Choice>
        <mc:Fallback>
          <p:pic>
            <p:nvPicPr>
              <p:cNvPr id="5" name="Ink 4">
                <a:extLst>
                  <a:ext uri="{FF2B5EF4-FFF2-40B4-BE49-F238E27FC236}">
                    <a16:creationId xmlns:a16="http://schemas.microsoft.com/office/drawing/2014/main" id="{77D7FD5D-9328-44D1-8865-0063F4A18F10}"/>
                  </a:ext>
                </a:extLst>
              </p:cNvPr>
              <p:cNvPicPr/>
              <p:nvPr/>
            </p:nvPicPr>
            <p:blipFill>
              <a:blip r:embed="rId6"/>
              <a:stretch>
                <a:fillRect/>
              </a:stretch>
            </p:blipFill>
            <p:spPr>
              <a:xfrm>
                <a:off x="1379520" y="2391840"/>
                <a:ext cx="8040600" cy="3539160"/>
              </a:xfrm>
              <a:prstGeom prst="rect">
                <a:avLst/>
              </a:prstGeom>
            </p:spPr>
          </p:pic>
        </mc:Fallback>
      </mc:AlternateContent>
    </p:spTree>
    <p:extLst>
      <p:ext uri="{BB962C8B-B14F-4D97-AF65-F5344CB8AC3E}">
        <p14:creationId xmlns:p14="http://schemas.microsoft.com/office/powerpoint/2010/main" val="3507356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745383" y="889001"/>
            <a:ext cx="10614252" cy="913199"/>
          </a:xfrm>
          <a:prstGeom prst="rect">
            <a:avLst/>
          </a:prstGeom>
          <a:noFill/>
        </p:spPr>
        <p:txBody>
          <a:bodyPr wrap="none" rtlCol="0">
            <a:spAutoFit/>
          </a:bodyPr>
          <a:lstStyle/>
          <a:p>
            <a:pPr marL="461767" marR="0" lvl="0" indent="-461767"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If the digit to be removed is less than 5, the preceding number is not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changed. </a:t>
            </a:r>
          </a:p>
        </p:txBody>
      </p:sp>
      <p:sp>
        <p:nvSpPr>
          <p:cNvPr id="22" name="TextBox 21"/>
          <p:cNvSpPr txBox="1"/>
          <p:nvPr/>
        </p:nvSpPr>
        <p:spPr>
          <a:xfrm>
            <a:off x="745382" y="1758355"/>
            <a:ext cx="11243417" cy="913199"/>
          </a:xfrm>
          <a:prstGeom prst="rect">
            <a:avLst/>
          </a:prstGeom>
          <a:noFill/>
        </p:spPr>
        <p:txBody>
          <a:bodyPr wrap="square" rtlCol="0">
            <a:spAutoFit/>
          </a:bodyPr>
          <a:lstStyle/>
          <a:p>
            <a:pPr marL="461767" marR="0" lvl="0" indent="-461767"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For example, if  6.35 is to be rounded by removing 5, we have to increase rounded off to 6.2 only. </a:t>
            </a:r>
          </a:p>
        </p:txBody>
      </p:sp>
      <p:sp>
        <p:nvSpPr>
          <p:cNvPr id="23" name="TextBox 22"/>
          <p:cNvSpPr txBox="1"/>
          <p:nvPr/>
        </p:nvSpPr>
        <p:spPr>
          <a:xfrm>
            <a:off x="745383" y="3874104"/>
            <a:ext cx="11243416" cy="913199"/>
          </a:xfrm>
          <a:prstGeom prst="rect">
            <a:avLst/>
          </a:prstGeom>
          <a:noFill/>
        </p:spPr>
        <p:txBody>
          <a:bodyPr wrap="square" rtlCol="0">
            <a:spAutoFit/>
          </a:bodyPr>
          <a:lstStyle/>
          <a:p>
            <a:pPr marL="519488" marR="0" lvl="0" indent="-519488" algn="l" defTabSz="914400" rtl="0" eaLnBrk="1" fontAlgn="auto" latinLnBrk="0" hangingPunct="1">
              <a:lnSpc>
                <a:spcPct val="100000"/>
              </a:lnSpc>
              <a:spcBef>
                <a:spcPts val="0"/>
              </a:spcBef>
              <a:spcAft>
                <a:spcPts val="0"/>
              </a:spcAft>
              <a:buClrTx/>
              <a:buSzTx/>
              <a:buFont typeface="Wingdings"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If the digit to be removed is 5, then the preceding number is not changed if it is an even number but it is increased by one if it is an odd number. </a:t>
            </a:r>
          </a:p>
        </p:txBody>
      </p:sp>
      <p:grpSp>
        <p:nvGrpSpPr>
          <p:cNvPr id="36" name="Group 35"/>
          <p:cNvGrpSpPr/>
          <p:nvPr/>
        </p:nvGrpSpPr>
        <p:grpSpPr>
          <a:xfrm>
            <a:off x="3759201" y="2587745"/>
            <a:ext cx="3562340" cy="1282223"/>
            <a:chOff x="3934509" y="2159430"/>
            <a:chExt cx="2671755" cy="961667"/>
          </a:xfrm>
        </p:grpSpPr>
        <p:sp>
          <p:nvSpPr>
            <p:cNvPr id="30" name="Cloud 29"/>
            <p:cNvSpPr/>
            <p:nvPr/>
          </p:nvSpPr>
          <p:spPr>
            <a:xfrm>
              <a:off x="3934509" y="2159430"/>
              <a:ext cx="2671755" cy="961667"/>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Box 31"/>
            <p:cNvSpPr txBox="1"/>
            <p:nvPr/>
          </p:nvSpPr>
          <p:spPr>
            <a:xfrm>
              <a:off x="4144595" y="2313928"/>
              <a:ext cx="2326923" cy="3770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For example,4.334</a:t>
              </a:r>
              <a:r>
                <a:rPr kumimoji="0" lang="en-US" sz="2667" b="1" i="0" u="none" strike="noStrike" kern="1200" cap="none" spc="0" normalizeH="0" baseline="0" noProof="0" dirty="0">
                  <a:ln>
                    <a:noFill/>
                  </a:ln>
                  <a:solidFill>
                    <a:srgbClr val="FF0000"/>
                  </a:solidFill>
                  <a:effectLst/>
                  <a:uLnTx/>
                  <a:uFillTx/>
                  <a:latin typeface="Times New Roman" pitchFamily="18" charset="0"/>
                  <a:ea typeface="Cambria Math" pitchFamily="18" charset="0"/>
                  <a:cs typeface="Times New Roman" pitchFamily="18" charset="0"/>
                </a:rPr>
                <a:t> </a:t>
              </a:r>
            </a:p>
          </p:txBody>
        </p:sp>
        <p:sp>
          <p:nvSpPr>
            <p:cNvPr id="33" name="TextBox 32"/>
            <p:cNvSpPr txBox="1"/>
            <p:nvPr/>
          </p:nvSpPr>
          <p:spPr>
            <a:xfrm>
              <a:off x="4422135" y="2667871"/>
              <a:ext cx="748409" cy="3770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34" name="TextBox 33"/>
            <p:cNvSpPr txBox="1"/>
            <p:nvPr/>
          </p:nvSpPr>
          <p:spPr>
            <a:xfrm>
              <a:off x="4893003" y="2667871"/>
              <a:ext cx="748409" cy="3770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4.33</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grpSp>
      <p:grpSp>
        <p:nvGrpSpPr>
          <p:cNvPr id="42" name="Group 41"/>
          <p:cNvGrpSpPr/>
          <p:nvPr/>
        </p:nvGrpSpPr>
        <p:grpSpPr>
          <a:xfrm>
            <a:off x="3906319" y="5005607"/>
            <a:ext cx="3242700" cy="1443664"/>
            <a:chOff x="4444631" y="2198227"/>
            <a:chExt cx="2432025" cy="1082748"/>
          </a:xfrm>
        </p:grpSpPr>
        <p:sp>
          <p:nvSpPr>
            <p:cNvPr id="29" name="Cloud 28"/>
            <p:cNvSpPr/>
            <p:nvPr/>
          </p:nvSpPr>
          <p:spPr>
            <a:xfrm>
              <a:off x="4444631" y="2198227"/>
              <a:ext cx="2337169" cy="1082748"/>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Box 36"/>
            <p:cNvSpPr txBox="1"/>
            <p:nvPr/>
          </p:nvSpPr>
          <p:spPr>
            <a:xfrm>
              <a:off x="4549733" y="2329317"/>
              <a:ext cx="2326923" cy="43858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For example,6.35</a:t>
              </a:r>
              <a:r>
                <a:rPr kumimoji="0" lang="en-US" sz="3200"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a:t>
              </a:r>
              <a:endParaRPr kumimoji="0" lang="en-US" sz="2667" b="0"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40" name="TextBox 39"/>
            <p:cNvSpPr txBox="1"/>
            <p:nvPr/>
          </p:nvSpPr>
          <p:spPr>
            <a:xfrm>
              <a:off x="4920754" y="2691829"/>
              <a:ext cx="748409" cy="3770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  </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sp>
          <p:nvSpPr>
            <p:cNvPr id="41" name="TextBox 40"/>
            <p:cNvSpPr txBox="1"/>
            <p:nvPr/>
          </p:nvSpPr>
          <p:spPr>
            <a:xfrm>
              <a:off x="5391622" y="2691829"/>
              <a:ext cx="748409" cy="3770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6.4</a:t>
              </a:r>
            </a:p>
          </p:txBody>
        </p:sp>
      </p:gr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37E911CF-49F1-4DC0-88BA-F0A8BB37A51A}"/>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17886FE5-C219-48CC-B521-8DC2FBC833D3}"/>
                  </a:ext>
                </a:extLst>
              </p14:cNvPr>
              <p14:cNvContentPartPr/>
              <p14:nvPr/>
            </p14:nvContentPartPr>
            <p14:xfrm>
              <a:off x="1583640" y="581400"/>
              <a:ext cx="10330920" cy="5666760"/>
            </p14:xfrm>
          </p:contentPart>
        </mc:Choice>
        <mc:Fallback>
          <p:pic>
            <p:nvPicPr>
              <p:cNvPr id="3" name="Ink 2">
                <a:extLst>
                  <a:ext uri="{FF2B5EF4-FFF2-40B4-BE49-F238E27FC236}">
                    <a16:creationId xmlns:a16="http://schemas.microsoft.com/office/drawing/2014/main" id="{17886FE5-C219-48CC-B521-8DC2FBC833D3}"/>
                  </a:ext>
                </a:extLst>
              </p:cNvPr>
              <p:cNvPicPr/>
              <p:nvPr/>
            </p:nvPicPr>
            <p:blipFill>
              <a:blip r:embed="rId6"/>
              <a:stretch>
                <a:fillRect/>
              </a:stretch>
            </p:blipFill>
            <p:spPr>
              <a:xfrm>
                <a:off x="1574280" y="572040"/>
                <a:ext cx="10349640" cy="5685480"/>
              </a:xfrm>
              <a:prstGeom prst="rect">
                <a:avLst/>
              </a:prstGeom>
            </p:spPr>
          </p:pic>
        </mc:Fallback>
      </mc:AlternateContent>
    </p:spTree>
    <p:extLst>
      <p:ext uri="{BB962C8B-B14F-4D97-AF65-F5344CB8AC3E}">
        <p14:creationId xmlns:p14="http://schemas.microsoft.com/office/powerpoint/2010/main" val="279568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par>
                          <p:cTn id="8" fill="hold">
                            <p:stCondLst>
                              <p:cond delay="325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14">
                                            <p:txEl>
                                              <p:pRg st="1" end="1"/>
                                            </p:txEl>
                                          </p:spTgt>
                                        </p:tgtEl>
                                        <p:attrNameLst>
                                          <p:attrName>style.visibility</p:attrName>
                                        </p:attrNameLst>
                                      </p:cBhvr>
                                      <p:to>
                                        <p:strVal val="visible"/>
                                      </p:to>
                                    </p:set>
                                    <p:animEffect transition="in" filter="wipe(left)">
                                      <p:cBhvr>
                                        <p:cTn id="11" dur="500"/>
                                        <p:tgtEl>
                                          <p:spTgt spid="1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10000"/>
                                  </p:iterate>
                                  <p:childTnLst>
                                    <p:set>
                                      <p:cBhvr>
                                        <p:cTn id="15" dur="1" fill="hold">
                                          <p:stCondLst>
                                            <p:cond delay="0"/>
                                          </p:stCondLst>
                                        </p:cTn>
                                        <p:tgtEl>
                                          <p:spTgt spid="22">
                                            <p:txEl>
                                              <p:pRg st="0" end="0"/>
                                            </p:txEl>
                                          </p:spTgt>
                                        </p:tgtEl>
                                        <p:attrNameLst>
                                          <p:attrName>style.visibility</p:attrName>
                                        </p:attrNameLst>
                                      </p:cBhvr>
                                      <p:to>
                                        <p:strVal val="visible"/>
                                      </p:to>
                                    </p:set>
                                    <p:animEffect transition="in" filter="wipe(left)">
                                      <p:cBhvr>
                                        <p:cTn id="16" dur="500"/>
                                        <p:tgtEl>
                                          <p:spTgt spid="2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iterate type="lt">
                                    <p:tmPct val="10000"/>
                                  </p:iterate>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lt">
                                    <p:tmPct val="10000"/>
                                  </p:iterate>
                                  <p:childTnLst>
                                    <p:set>
                                      <p:cBhvr>
                                        <p:cTn id="25" dur="1" fill="hold">
                                          <p:stCondLst>
                                            <p:cond delay="0"/>
                                          </p:stCondLst>
                                        </p:cTn>
                                        <p:tgtEl>
                                          <p:spTgt spid="23">
                                            <p:txEl>
                                              <p:pRg st="0" end="0"/>
                                            </p:txEl>
                                          </p:spTgt>
                                        </p:tgtEl>
                                        <p:attrNameLst>
                                          <p:attrName>style.visibility</p:attrName>
                                        </p:attrNameLst>
                                      </p:cBhvr>
                                      <p:to>
                                        <p:strVal val="visible"/>
                                      </p:to>
                                    </p:set>
                                    <p:animEffect transition="in" filter="wipe(left)">
                                      <p:cBhvr>
                                        <p:cTn id="26" dur="500"/>
                                        <p:tgtEl>
                                          <p:spTgt spid="2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iterate type="lt">
                                    <p:tmPct val="10000"/>
                                  </p:iterate>
                                  <p:childTnLst>
                                    <p:set>
                                      <p:cBhvr>
                                        <p:cTn id="30" dur="1" fill="hold">
                                          <p:stCondLst>
                                            <p:cond delay="0"/>
                                          </p:stCondLst>
                                        </p:cTn>
                                        <p:tgtEl>
                                          <p:spTgt spid="42"/>
                                        </p:tgtEl>
                                        <p:attrNameLst>
                                          <p:attrName>style.visibility</p:attrName>
                                        </p:attrNameLst>
                                      </p:cBhvr>
                                      <p:to>
                                        <p:strVal val="visible"/>
                                      </p:to>
                                    </p:set>
                                    <p:animEffect transition="in" filter="dissolve">
                                      <p:cBhvr>
                                        <p:cTn id="3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2" grpId="0" build="p"/>
      <p:bldP spid="2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748555" y="982941"/>
            <a:ext cx="2510624"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Example 1:</a:t>
            </a:r>
          </a:p>
        </p:txBody>
      </p:sp>
      <p:sp>
        <p:nvSpPr>
          <p:cNvPr id="21" name="TextBox 20"/>
          <p:cNvSpPr txBox="1"/>
          <p:nvPr/>
        </p:nvSpPr>
        <p:spPr>
          <a:xfrm>
            <a:off x="791477" y="1663264"/>
            <a:ext cx="6907917"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Express the following in the scientific notation</a:t>
            </a:r>
          </a:p>
        </p:txBody>
      </p:sp>
      <p:sp>
        <p:nvSpPr>
          <p:cNvPr id="22" name="TextBox 21"/>
          <p:cNvSpPr txBox="1"/>
          <p:nvPr/>
        </p:nvSpPr>
        <p:spPr>
          <a:xfrm>
            <a:off x="748122" y="2196744"/>
            <a:ext cx="187743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i</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5.607892</a:t>
            </a:r>
          </a:p>
        </p:txBody>
      </p:sp>
      <p:sp>
        <p:nvSpPr>
          <p:cNvPr id="23" name="TextBox 22"/>
          <p:cNvSpPr txBox="1"/>
          <p:nvPr/>
        </p:nvSpPr>
        <p:spPr>
          <a:xfrm>
            <a:off x="3583013" y="2196744"/>
            <a:ext cx="2143536"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(ii) 32.392800</a:t>
            </a:r>
          </a:p>
        </p:txBody>
      </p:sp>
      <p:sp>
        <p:nvSpPr>
          <p:cNvPr id="25" name="TextBox 24"/>
          <p:cNvSpPr txBox="1"/>
          <p:nvPr/>
        </p:nvSpPr>
        <p:spPr>
          <a:xfrm>
            <a:off x="694164" y="3729421"/>
            <a:ext cx="1362874" cy="502766"/>
          </a:xfrm>
          <a:prstGeom prst="rect">
            <a:avLst/>
          </a:prstGeom>
          <a:noFill/>
        </p:spPr>
        <p:txBody>
          <a:bodyPr wrap="none" rtlCol="0">
            <a:spAutoFit/>
          </a:bodyPr>
          <a:lstStyle/>
          <a:p>
            <a:pPr marL="528508" marR="0" lvl="0" indent="-528508"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r>
              <a:rPr kumimoji="0" lang="en-US" sz="2667"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i</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5.608</a:t>
            </a:r>
          </a:p>
        </p:txBody>
      </p:sp>
      <p:sp>
        <p:nvSpPr>
          <p:cNvPr id="26" name="TextBox 25"/>
          <p:cNvSpPr txBox="1"/>
          <p:nvPr/>
        </p:nvSpPr>
        <p:spPr>
          <a:xfrm>
            <a:off x="694164" y="4317920"/>
            <a:ext cx="1457450" cy="502766"/>
          </a:xfrm>
          <a:prstGeom prst="rect">
            <a:avLst/>
          </a:prstGeom>
          <a:noFill/>
        </p:spPr>
        <p:txBody>
          <a:bodyPr wrap="none" rtlCol="0">
            <a:spAutoFit/>
          </a:bodyPr>
          <a:lstStyle/>
          <a:p>
            <a:pPr marL="528508" marR="0" lvl="0" indent="-528508"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(ii) 32.39</a:t>
            </a:r>
          </a:p>
        </p:txBody>
      </p:sp>
      <p:sp>
        <p:nvSpPr>
          <p:cNvPr id="27" name="TextBox 26"/>
          <p:cNvSpPr txBox="1"/>
          <p:nvPr/>
        </p:nvSpPr>
        <p:spPr>
          <a:xfrm>
            <a:off x="748122" y="2752395"/>
            <a:ext cx="1141659"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err="1">
                <a:ln>
                  <a:noFill/>
                </a:ln>
                <a:solidFill>
                  <a:prstClr val="white"/>
                </a:solidFill>
                <a:effectLst/>
                <a:uLnTx/>
                <a:uFillTx/>
                <a:latin typeface="Times New Roman" pitchFamily="18" charset="0"/>
                <a:ea typeface="Cambria Math" pitchFamily="18" charset="0"/>
                <a:cs typeface="Times New Roman" pitchFamily="18" charset="0"/>
              </a:rPr>
              <a:t>Ans</a:t>
            </a: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grpSp>
        <p:nvGrpSpPr>
          <p:cNvPr id="32" name="Group 31"/>
          <p:cNvGrpSpPr/>
          <p:nvPr/>
        </p:nvGrpSpPr>
        <p:grpSpPr>
          <a:xfrm>
            <a:off x="2302504" y="2696779"/>
            <a:ext cx="4064000" cy="1604579"/>
            <a:chOff x="1726878" y="1793687"/>
            <a:chExt cx="3048000" cy="1203434"/>
          </a:xfrm>
        </p:grpSpPr>
        <p:sp>
          <p:nvSpPr>
            <p:cNvPr id="30" name="Oval 29"/>
            <p:cNvSpPr/>
            <p:nvPr/>
          </p:nvSpPr>
          <p:spPr>
            <a:xfrm>
              <a:off x="1726878" y="1793687"/>
              <a:ext cx="3048000" cy="1203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extBox 30"/>
            <p:cNvSpPr txBox="1"/>
            <p:nvPr/>
          </p:nvSpPr>
          <p:spPr>
            <a:xfrm>
              <a:off x="2133600" y="2038350"/>
              <a:ext cx="2305341" cy="6848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The fifth digit 8 is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greater than 5</a:t>
              </a:r>
            </a:p>
          </p:txBody>
        </p:sp>
      </p:grpSp>
      <p:grpSp>
        <p:nvGrpSpPr>
          <p:cNvPr id="36" name="Group 35"/>
          <p:cNvGrpSpPr/>
          <p:nvPr/>
        </p:nvGrpSpPr>
        <p:grpSpPr>
          <a:xfrm>
            <a:off x="2133600" y="4241800"/>
            <a:ext cx="3351403" cy="2308626"/>
            <a:chOff x="5766578" y="1247448"/>
            <a:chExt cx="2615422" cy="1926915"/>
          </a:xfrm>
        </p:grpSpPr>
        <p:sp>
          <p:nvSpPr>
            <p:cNvPr id="34" name="Oval 33"/>
            <p:cNvSpPr/>
            <p:nvPr/>
          </p:nvSpPr>
          <p:spPr>
            <a:xfrm>
              <a:off x="5766578" y="1247448"/>
              <a:ext cx="2615422" cy="1738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p:cNvSpPr txBox="1"/>
            <p:nvPr/>
          </p:nvSpPr>
          <p:spPr>
            <a:xfrm>
              <a:off x="5766578" y="1384439"/>
              <a:ext cx="2615421" cy="17899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The digit 2 is dropped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and since it 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black"/>
                  </a:solidFill>
                  <a:effectLst/>
                  <a:uLnTx/>
                  <a:uFillTx/>
                  <a:latin typeface="Times New Roman" pitchFamily="18" charset="0"/>
                  <a:ea typeface="Cambria Math" pitchFamily="18" charset="0"/>
                  <a:cs typeface="Times New Roman" pitchFamily="18" charset="0"/>
                </a:rPr>
                <a:t> less than 5 </a:t>
              </a:r>
              <a:endPar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gr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E2D369D5-6CBF-4A16-9ED0-FD0767285865}"/>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16235F0B-C210-4C35-8735-B9B273F9B19C}"/>
                  </a:ext>
                </a:extLst>
              </p14:cNvPr>
              <p14:cNvContentPartPr/>
              <p14:nvPr/>
            </p14:nvContentPartPr>
            <p14:xfrm>
              <a:off x="1028880" y="2116080"/>
              <a:ext cx="4833000" cy="2911680"/>
            </p14:xfrm>
          </p:contentPart>
        </mc:Choice>
        <mc:Fallback>
          <p:pic>
            <p:nvPicPr>
              <p:cNvPr id="3" name="Ink 2">
                <a:extLst>
                  <a:ext uri="{FF2B5EF4-FFF2-40B4-BE49-F238E27FC236}">
                    <a16:creationId xmlns:a16="http://schemas.microsoft.com/office/drawing/2014/main" id="{16235F0B-C210-4C35-8735-B9B273F9B19C}"/>
                  </a:ext>
                </a:extLst>
              </p:cNvPr>
              <p:cNvPicPr/>
              <p:nvPr/>
            </p:nvPicPr>
            <p:blipFill>
              <a:blip r:embed="rId6"/>
              <a:stretch>
                <a:fillRect/>
              </a:stretch>
            </p:blipFill>
            <p:spPr>
              <a:xfrm>
                <a:off x="1019520" y="2106720"/>
                <a:ext cx="4851720" cy="2930400"/>
              </a:xfrm>
              <a:prstGeom prst="rect">
                <a:avLst/>
              </a:prstGeom>
            </p:spPr>
          </p:pic>
        </mc:Fallback>
      </mc:AlternateContent>
    </p:spTree>
    <p:extLst>
      <p:ext uri="{BB962C8B-B14F-4D97-AF65-F5344CB8AC3E}">
        <p14:creationId xmlns:p14="http://schemas.microsoft.com/office/powerpoint/2010/main" val="795061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left)">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wipe(left)">
                                      <p:cBhvr>
                                        <p:cTn id="4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p:bldP spid="22" grpId="0"/>
      <p:bldP spid="23" grpId="0"/>
      <p:bldP spid="25" grpId="0"/>
      <p:bldP spid="26" grpId="0"/>
      <p:bldP spid="2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a:off x="3230647" y="3597628"/>
            <a:ext cx="168812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48555" y="982941"/>
            <a:ext cx="2510624"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Example 2:</a:t>
            </a:r>
          </a:p>
        </p:txBody>
      </p:sp>
      <p:sp>
        <p:nvSpPr>
          <p:cNvPr id="15" name="TextBox 14"/>
          <p:cNvSpPr txBox="1"/>
          <p:nvPr/>
        </p:nvSpPr>
        <p:spPr>
          <a:xfrm>
            <a:off x="658877" y="1663264"/>
            <a:ext cx="6080511" cy="50276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What is the sum of 2.368kg and 1.02 kg?</a:t>
            </a:r>
          </a:p>
        </p:txBody>
      </p:sp>
      <p:sp>
        <p:nvSpPr>
          <p:cNvPr id="18" name="TextBox 17"/>
          <p:cNvSpPr txBox="1"/>
          <p:nvPr/>
        </p:nvSpPr>
        <p:spPr>
          <a:xfrm>
            <a:off x="3312834" y="2558613"/>
            <a:ext cx="140294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2.368 kg</a:t>
            </a:r>
          </a:p>
        </p:txBody>
      </p:sp>
      <p:sp>
        <p:nvSpPr>
          <p:cNvPr id="19" name="TextBox 18"/>
          <p:cNvSpPr txBox="1"/>
          <p:nvPr/>
        </p:nvSpPr>
        <p:spPr>
          <a:xfrm>
            <a:off x="3312834" y="3066692"/>
            <a:ext cx="123142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1.02 kg</a:t>
            </a:r>
          </a:p>
        </p:txBody>
      </p:sp>
      <p:sp>
        <p:nvSpPr>
          <p:cNvPr id="20" name="TextBox 19"/>
          <p:cNvSpPr txBox="1"/>
          <p:nvPr/>
        </p:nvSpPr>
        <p:spPr>
          <a:xfrm>
            <a:off x="748122" y="2209800"/>
            <a:ext cx="981359"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Sol:</a:t>
            </a:r>
          </a:p>
        </p:txBody>
      </p:sp>
      <p:sp>
        <p:nvSpPr>
          <p:cNvPr id="21" name="TextBox 20"/>
          <p:cNvSpPr txBox="1"/>
          <p:nvPr/>
        </p:nvSpPr>
        <p:spPr>
          <a:xfrm>
            <a:off x="3078181" y="3085664"/>
            <a:ext cx="656492" cy="515350"/>
          </a:xfrm>
          <a:prstGeom prst="rect">
            <a:avLst/>
          </a:prstGeom>
          <a:noFill/>
        </p:spPr>
        <p:txBody>
          <a:bodyPr wrap="square" lIns="103900" tIns="51951" rIns="103900" bIns="51951"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22" name="TextBox 21"/>
          <p:cNvSpPr txBox="1"/>
          <p:nvPr/>
        </p:nvSpPr>
        <p:spPr>
          <a:xfrm>
            <a:off x="3312834" y="3600172"/>
            <a:ext cx="140294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3.388 kg</a:t>
            </a:r>
          </a:p>
        </p:txBody>
      </p:sp>
      <p:sp>
        <p:nvSpPr>
          <p:cNvPr id="23" name="TextBox 22"/>
          <p:cNvSpPr txBox="1"/>
          <p:nvPr/>
        </p:nvSpPr>
        <p:spPr>
          <a:xfrm>
            <a:off x="632908" y="4133652"/>
            <a:ext cx="4402680"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Therefore, the sum is 3.39kg.</a:t>
            </a:r>
          </a:p>
        </p:txBody>
      </p:sp>
      <p:grpSp>
        <p:nvGrpSpPr>
          <p:cNvPr id="24" name="Group 23"/>
          <p:cNvGrpSpPr/>
          <p:nvPr/>
        </p:nvGrpSpPr>
        <p:grpSpPr>
          <a:xfrm>
            <a:off x="6603998" y="1193800"/>
            <a:ext cx="4470401" cy="1905952"/>
            <a:chOff x="3158188" y="3188580"/>
            <a:chExt cx="2204545" cy="1169285"/>
          </a:xfrm>
        </p:grpSpPr>
        <p:sp>
          <p:nvSpPr>
            <p:cNvPr id="25" name="Cloud Callout 24"/>
            <p:cNvSpPr/>
            <p:nvPr/>
          </p:nvSpPr>
          <p:spPr>
            <a:xfrm>
              <a:off x="3158188" y="3188580"/>
              <a:ext cx="2204545" cy="1169285"/>
            </a:xfrm>
            <a:prstGeom prst="cloudCallout">
              <a:avLst>
                <a:gd name="adj1" fmla="val -89154"/>
                <a:gd name="adj2" fmla="val 84753"/>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667"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
          <p:nvSpPr>
            <p:cNvPr id="26" name="TextBox 25"/>
            <p:cNvSpPr txBox="1"/>
            <p:nvPr/>
          </p:nvSpPr>
          <p:spPr>
            <a:xfrm>
              <a:off x="3471335" y="3415034"/>
              <a:ext cx="1659549" cy="81203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sum is rounded off to 2 decimal places</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endParaRPr>
            </a:p>
          </p:txBody>
        </p:sp>
      </p:grpSp>
      <p:pic>
        <p:nvPicPr>
          <p:cNvPr id="16" name="Picture 1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2" name="Picture 1">
            <a:extLst>
              <a:ext uri="{FF2B5EF4-FFF2-40B4-BE49-F238E27FC236}">
                <a16:creationId xmlns:a16="http://schemas.microsoft.com/office/drawing/2014/main" id="{AD1E063E-E269-4F73-865F-91E43481C298}"/>
              </a:ext>
            </a:extLst>
          </p:cNvPr>
          <p:cNvPicPr>
            <a:picLocks noChangeAspect="1"/>
          </p:cNvPicPr>
          <p:nvPr/>
        </p:nvPicPr>
        <p:blipFill>
          <a:blip r:embed="rId4"/>
          <a:stretch>
            <a:fillRect/>
          </a:stretch>
        </p:blipFill>
        <p:spPr>
          <a:xfrm>
            <a:off x="2720446" y="0"/>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5E85B532-FCDF-4309-8ED4-900F328EC99E}"/>
                  </a:ext>
                </a:extLst>
              </p14:cNvPr>
              <p14:cNvContentPartPr/>
              <p14:nvPr/>
            </p14:nvContentPartPr>
            <p14:xfrm>
              <a:off x="3495240" y="975240"/>
              <a:ext cx="3453840" cy="4542840"/>
            </p14:xfrm>
          </p:contentPart>
        </mc:Choice>
        <mc:Fallback>
          <p:pic>
            <p:nvPicPr>
              <p:cNvPr id="3" name="Ink 2">
                <a:extLst>
                  <a:ext uri="{FF2B5EF4-FFF2-40B4-BE49-F238E27FC236}">
                    <a16:creationId xmlns:a16="http://schemas.microsoft.com/office/drawing/2014/main" id="{5E85B532-FCDF-4309-8ED4-900F328EC99E}"/>
                  </a:ext>
                </a:extLst>
              </p:cNvPr>
              <p:cNvPicPr/>
              <p:nvPr/>
            </p:nvPicPr>
            <p:blipFill>
              <a:blip r:embed="rId6"/>
              <a:stretch>
                <a:fillRect/>
              </a:stretch>
            </p:blipFill>
            <p:spPr>
              <a:xfrm>
                <a:off x="3485880" y="965880"/>
                <a:ext cx="3472560" cy="4561560"/>
              </a:xfrm>
              <a:prstGeom prst="rect">
                <a:avLst/>
              </a:prstGeom>
            </p:spPr>
          </p:pic>
        </mc:Fallback>
      </mc:AlternateContent>
    </p:spTree>
    <p:extLst>
      <p:ext uri="{BB962C8B-B14F-4D97-AF65-F5344CB8AC3E}">
        <p14:creationId xmlns:p14="http://schemas.microsoft.com/office/powerpoint/2010/main" val="384031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8" grpId="0"/>
      <p:bldP spid="19" grpId="0"/>
      <p:bldP spid="20" grpId="0" animBg="1"/>
      <p:bldP spid="21" grpId="0"/>
      <p:bldP spid="22" grpId="0"/>
      <p:bldP spid="2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18125" y="1803401"/>
            <a:ext cx="11062675" cy="6986528"/>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0000"/>
                </a:solidFill>
                <a:effectLst/>
                <a:uLnTx/>
                <a:uFillTx/>
                <a:latin typeface="Calibri Light" panose="020F0302020204030204"/>
                <a:ea typeface="Cambria Math" pitchFamily="18" charset="0"/>
                <a:cs typeface="Times New Roman" pitchFamily="18" charset="0"/>
              </a:rPr>
              <a:t>DIMENSIONAL ANALYSIS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400" b="1" i="0" u="none" strike="noStrike" kern="1200" cap="none" spc="0" normalizeH="0" baseline="0" noProof="0" dirty="0">
              <a:ln>
                <a:noFill/>
              </a:ln>
              <a:solidFill>
                <a:srgbClr val="FF0000"/>
              </a:solidFill>
              <a:effectLst/>
              <a:uLnTx/>
              <a:uFillTx/>
              <a:latin typeface="Calibri Light" panose="020F0302020204030204"/>
              <a:ea typeface="Cambria Math" pitchFamily="18" charset="0"/>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6400" b="1" dirty="0">
              <a:solidFill>
                <a:srgbClr val="FF0000"/>
              </a:solidFill>
              <a:latin typeface="Calibri Light" panose="020F0302020204030204"/>
              <a:ea typeface="Cambria Math" pitchFamily="18" charset="0"/>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400" b="1" i="0" u="none" strike="noStrike" kern="1200" cap="none" spc="67" normalizeH="0" baseline="0" noProof="0" dirty="0">
              <a:ln w="11430"/>
              <a:solidFill>
                <a:srgbClr val="FF0000"/>
              </a:solidFill>
              <a:effectLst>
                <a:outerShdw blurRad="76200" dist="50800" dir="5400000" algn="tl" rotWithShape="0">
                  <a:srgbClr val="000000">
                    <a:alpha val="65000"/>
                  </a:srgbClr>
                </a:outerShdw>
              </a:effectLst>
              <a:uLnTx/>
              <a:uFillTx/>
              <a:latin typeface="Calibri Light" panose="020F0302020204030204"/>
              <a:ea typeface="Cambria Math" pitchFamily="18" charset="0"/>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6400" b="1" spc="67" dirty="0">
              <a:ln w="11430"/>
              <a:solidFill>
                <a:srgbClr val="FF0000"/>
              </a:solidFill>
              <a:effectLst>
                <a:outerShdw blurRad="76200" dist="50800" dir="5400000" algn="tl" rotWithShape="0">
                  <a:srgbClr val="000000">
                    <a:alpha val="65000"/>
                  </a:srgbClr>
                </a:outerShdw>
              </a:effectLst>
              <a:latin typeface="Calibri Light" panose="020F0302020204030204"/>
              <a:ea typeface="Cambria Math" pitchFamily="18" charset="0"/>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400" b="1" i="0" u="none" strike="noStrike" kern="1200" cap="none" spc="67" normalizeH="0" baseline="0" noProof="0" dirty="0">
              <a:ln w="11430"/>
              <a:solidFill>
                <a:srgbClr val="FF0000"/>
              </a:solidFill>
              <a:effectLst>
                <a:outerShdw blurRad="76200" dist="50800" dir="5400000" algn="tl" rotWithShape="0">
                  <a:srgbClr val="000000">
                    <a:alpha val="65000"/>
                  </a:srgbClr>
                </a:outerShdw>
              </a:effectLst>
              <a:uLnTx/>
              <a:uFillTx/>
              <a:latin typeface="Calibri Light" panose="020F0302020204030204"/>
              <a:ea typeface="Cambria Math" pitchFamily="18" charset="0"/>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400" b="1" i="0" u="none" strike="noStrike" kern="1200" cap="none" spc="67" normalizeH="0" baseline="0" noProof="0" dirty="0">
              <a:ln w="11430"/>
              <a:solidFill>
                <a:srgbClr val="FF0000"/>
              </a:solidFill>
              <a:effectLst>
                <a:outerShdw blurRad="76200" dist="50800" dir="5400000" algn="tl" rotWithShape="0">
                  <a:srgbClr val="000000">
                    <a:alpha val="65000"/>
                  </a:srgbClr>
                </a:outerShdw>
              </a:effectLst>
              <a:uLnTx/>
              <a:uFillTx/>
              <a:latin typeface="Calibri Light" panose="020F0302020204030204"/>
              <a:ea typeface="+mn-ea"/>
              <a:cs typeface="+mn-cs"/>
            </a:endParaRPr>
          </a:p>
        </p:txBody>
      </p:sp>
      <p:pic>
        <p:nvPicPr>
          <p:cNvPr id="3" name="Picture 2">
            <a:extLst>
              <a:ext uri="{FF2B5EF4-FFF2-40B4-BE49-F238E27FC236}">
                <a16:creationId xmlns:a16="http://schemas.microsoft.com/office/drawing/2014/main" id="{CC1D7A45-0F6D-42D8-8CDC-38DB44B6F6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p:spTree>
    <p:extLst>
      <p:ext uri="{BB962C8B-B14F-4D97-AF65-F5344CB8AC3E}">
        <p14:creationId xmlns:p14="http://schemas.microsoft.com/office/powerpoint/2010/main" val="81779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48555" y="982941"/>
            <a:ext cx="4718792"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Dimensional Analysis:</a:t>
            </a:r>
          </a:p>
        </p:txBody>
      </p:sp>
      <p:sp>
        <p:nvSpPr>
          <p:cNvPr id="6" name="TextBox 5"/>
          <p:cNvSpPr txBox="1"/>
          <p:nvPr/>
        </p:nvSpPr>
        <p:spPr>
          <a:xfrm>
            <a:off x="613081" y="1680569"/>
            <a:ext cx="11155490" cy="913199"/>
          </a:xfrm>
          <a:prstGeom prst="rect">
            <a:avLst/>
          </a:prstGeom>
          <a:noFill/>
        </p:spPr>
        <p:txBody>
          <a:bodyPr wrap="none" rtlCol="0">
            <a:spAutoFit/>
          </a:bodyPr>
          <a:lstStyle/>
          <a:p>
            <a:pPr marL="389616" marR="0" lvl="0" indent="-389616"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Often while calculating, there is a need to convert units from one system</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to other. </a:t>
            </a:r>
          </a:p>
        </p:txBody>
      </p:sp>
      <p:sp>
        <p:nvSpPr>
          <p:cNvPr id="7" name="TextBox 6"/>
          <p:cNvSpPr txBox="1"/>
          <p:nvPr/>
        </p:nvSpPr>
        <p:spPr>
          <a:xfrm>
            <a:off x="637554" y="2624416"/>
            <a:ext cx="10741647" cy="1323632"/>
          </a:xfrm>
          <a:prstGeom prst="rect">
            <a:avLst/>
          </a:prstGeom>
          <a:noFill/>
        </p:spPr>
        <p:txBody>
          <a:bodyPr wrap="square" rtlCol="0">
            <a:spAutoFit/>
          </a:bodyPr>
          <a:lstStyle/>
          <a:p>
            <a:pPr marL="389616" marR="0" lvl="0" indent="-389616"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 method used to accomplish this is called factor label method</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or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unit factor method or dimensional analysis.</a:t>
            </a:r>
          </a:p>
        </p:txBody>
      </p:sp>
      <p:pic>
        <p:nvPicPr>
          <p:cNvPr id="8" name="Picture 7">
            <a:extLst>
              <a:ext uri="{FF2B5EF4-FFF2-40B4-BE49-F238E27FC236}">
                <a16:creationId xmlns:a16="http://schemas.microsoft.com/office/drawing/2014/main" id="{9F40C917-9CEB-4AB5-90D1-08B0FA7F9F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p:spTree>
    <p:extLst>
      <p:ext uri="{BB962C8B-B14F-4D97-AF65-F5344CB8AC3E}">
        <p14:creationId xmlns:p14="http://schemas.microsoft.com/office/powerpoint/2010/main" val="160543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par>
                          <p:cTn id="13" fill="hold">
                            <p:stCondLst>
                              <p:cond delay="3500"/>
                            </p:stCondLst>
                            <p:childTnLst>
                              <p:par>
                                <p:cTn id="14" presetID="22" presetClass="entr" presetSubtype="8" fill="hold" grpId="0" nodeType="afterEffect">
                                  <p:stCondLst>
                                    <p:cond delay="0"/>
                                  </p:stCondLst>
                                  <p:iterate type="lt">
                                    <p:tmPct val="10000"/>
                                  </p:iterate>
                                  <p:childTnLst>
                                    <p:set>
                                      <p:cBhvr>
                                        <p:cTn id="15" dur="1" fill="hold">
                                          <p:stCondLst>
                                            <p:cond delay="0"/>
                                          </p:stCondLst>
                                        </p:cTn>
                                        <p:tgtEl>
                                          <p:spTgt spid="6">
                                            <p:txEl>
                                              <p:pRg st="1" end="1"/>
                                            </p:txEl>
                                          </p:spTgt>
                                        </p:tgtEl>
                                        <p:attrNameLst>
                                          <p:attrName>style.visibility</p:attrName>
                                        </p:attrNameLst>
                                      </p:cBhvr>
                                      <p:to>
                                        <p:strVal val="visible"/>
                                      </p:to>
                                    </p:set>
                                    <p:animEffect transition="in" filter="wipe(left)">
                                      <p:cBhvr>
                                        <p:cTn id="16" dur="500"/>
                                        <p:tgtEl>
                                          <p:spTgt spid="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lt">
                                    <p:tmPct val="10000"/>
                                  </p:iterate>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500"/>
                                        <p:tgtEl>
                                          <p:spTgt spid="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lt">
                                    <p:tmPct val="10000"/>
                                  </p:iterate>
                                  <p:childTnLst>
                                    <p:set>
                                      <p:cBhvr>
                                        <p:cTn id="25" dur="1" fill="hold">
                                          <p:stCondLst>
                                            <p:cond delay="0"/>
                                          </p:stCondLst>
                                        </p:cTn>
                                        <p:tgtEl>
                                          <p:spTgt spid="7">
                                            <p:txEl>
                                              <p:pRg st="1" end="1"/>
                                            </p:txEl>
                                          </p:spTgt>
                                        </p:tgtEl>
                                        <p:attrNameLst>
                                          <p:attrName>style.visibility</p:attrName>
                                        </p:attrNameLst>
                                      </p:cBhvr>
                                      <p:to>
                                        <p:strVal val="visible"/>
                                      </p:to>
                                    </p:set>
                                    <p:animEffect transition="in" filter="wipe(left)">
                                      <p:cBhvr>
                                        <p:cTn id="26" dur="500"/>
                                        <p:tgtEl>
                                          <p:spTgt spid="7">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lt">
                                    <p:tmPct val="10000"/>
                                  </p:iterate>
                                  <p:childTnLst>
                                    <p:set>
                                      <p:cBhvr>
                                        <p:cTn id="30" dur="1" fill="hold">
                                          <p:stCondLst>
                                            <p:cond delay="0"/>
                                          </p:stCondLst>
                                        </p:cTn>
                                        <p:tgtEl>
                                          <p:spTgt spid="7">
                                            <p:txEl>
                                              <p:pRg st="2" end="2"/>
                                            </p:txEl>
                                          </p:spTgt>
                                        </p:tgtEl>
                                        <p:attrNameLst>
                                          <p:attrName>style.visibility</p:attrName>
                                        </p:attrNameLst>
                                      </p:cBhvr>
                                      <p:to>
                                        <p:strVal val="visible"/>
                                      </p:to>
                                    </p:set>
                                    <p:animEffect transition="in" filter="wipe(left)">
                                      <p:cBhvr>
                                        <p:cTn id="31"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p:bldP spid="7"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748555" y="982941"/>
            <a:ext cx="2151551"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Example:</a:t>
            </a:r>
          </a:p>
        </p:txBody>
      </p:sp>
      <p:sp>
        <p:nvSpPr>
          <p:cNvPr id="15" name="TextBox 14"/>
          <p:cNvSpPr txBox="1"/>
          <p:nvPr/>
        </p:nvSpPr>
        <p:spPr>
          <a:xfrm>
            <a:off x="637554" y="1680568"/>
            <a:ext cx="6012095"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How many seconds are there in 2 days?</a:t>
            </a:r>
          </a:p>
        </p:txBody>
      </p:sp>
      <p:sp>
        <p:nvSpPr>
          <p:cNvPr id="16" name="TextBox 15"/>
          <p:cNvSpPr txBox="1"/>
          <p:nvPr/>
        </p:nvSpPr>
        <p:spPr>
          <a:xfrm>
            <a:off x="748555" y="2181331"/>
            <a:ext cx="981359" cy="666786"/>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Sol:</a:t>
            </a:r>
          </a:p>
        </p:txBody>
      </p:sp>
      <p:sp>
        <p:nvSpPr>
          <p:cNvPr id="17" name="TextBox 16"/>
          <p:cNvSpPr txBox="1"/>
          <p:nvPr/>
        </p:nvSpPr>
        <p:spPr>
          <a:xfrm>
            <a:off x="748555" y="2793920"/>
            <a:ext cx="323062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Here, we know 1day</a:t>
            </a:r>
          </a:p>
        </p:txBody>
      </p:sp>
      <p:sp>
        <p:nvSpPr>
          <p:cNvPr id="18" name="TextBox 17"/>
          <p:cNvSpPr txBox="1"/>
          <p:nvPr/>
        </p:nvSpPr>
        <p:spPr>
          <a:xfrm>
            <a:off x="4322816" y="2793920"/>
            <a:ext cx="1954381"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24 hours(h)</a:t>
            </a:r>
          </a:p>
        </p:txBody>
      </p:sp>
      <p:sp>
        <p:nvSpPr>
          <p:cNvPr id="19" name="TextBox 18"/>
          <p:cNvSpPr txBox="1"/>
          <p:nvPr/>
        </p:nvSpPr>
        <p:spPr>
          <a:xfrm>
            <a:off x="3878591" y="2793920"/>
            <a:ext cx="38023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22" name="TextBox 21"/>
          <p:cNvSpPr txBox="1"/>
          <p:nvPr/>
        </p:nvSpPr>
        <p:spPr>
          <a:xfrm>
            <a:off x="2393578" y="3340976"/>
            <a:ext cx="1393330"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Then 1h</a:t>
            </a:r>
          </a:p>
        </p:txBody>
      </p:sp>
      <p:sp>
        <p:nvSpPr>
          <p:cNvPr id="23" name="TextBox 22"/>
          <p:cNvSpPr txBox="1"/>
          <p:nvPr/>
        </p:nvSpPr>
        <p:spPr>
          <a:xfrm>
            <a:off x="3878591" y="3340976"/>
            <a:ext cx="38023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24" name="TextBox 23"/>
          <p:cNvSpPr txBox="1"/>
          <p:nvPr/>
        </p:nvSpPr>
        <p:spPr>
          <a:xfrm>
            <a:off x="4322815" y="3340976"/>
            <a:ext cx="118333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60min</a:t>
            </a:r>
          </a:p>
        </p:txBody>
      </p:sp>
      <p:sp>
        <p:nvSpPr>
          <p:cNvPr id="25" name="TextBox 24"/>
          <p:cNvSpPr txBox="1"/>
          <p:nvPr/>
        </p:nvSpPr>
        <p:spPr>
          <a:xfrm>
            <a:off x="2810589" y="3853435"/>
            <a:ext cx="1011815"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1 min</a:t>
            </a:r>
          </a:p>
        </p:txBody>
      </p:sp>
      <p:sp>
        <p:nvSpPr>
          <p:cNvPr id="26" name="TextBox 25"/>
          <p:cNvSpPr txBox="1"/>
          <p:nvPr/>
        </p:nvSpPr>
        <p:spPr>
          <a:xfrm>
            <a:off x="3878591" y="3874456"/>
            <a:ext cx="38023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27" name="TextBox 26"/>
          <p:cNvSpPr txBox="1"/>
          <p:nvPr/>
        </p:nvSpPr>
        <p:spPr>
          <a:xfrm>
            <a:off x="4322815" y="3874456"/>
            <a:ext cx="1220206"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60 sec </a:t>
            </a:r>
          </a:p>
        </p:txBody>
      </p:sp>
      <p:sp>
        <p:nvSpPr>
          <p:cNvPr id="28" name="TextBox 27"/>
          <p:cNvSpPr txBox="1"/>
          <p:nvPr/>
        </p:nvSpPr>
        <p:spPr>
          <a:xfrm>
            <a:off x="653914" y="4267665"/>
            <a:ext cx="11131687" cy="913199"/>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 Converting 2days to seconds, the unit factors can be multiplied in series in one step only as follows:</a:t>
            </a:r>
          </a:p>
        </p:txBody>
      </p:sp>
      <p:sp>
        <p:nvSpPr>
          <p:cNvPr id="29" name="TextBox 28"/>
          <p:cNvSpPr txBox="1"/>
          <p:nvPr/>
        </p:nvSpPr>
        <p:spPr>
          <a:xfrm>
            <a:off x="812800" y="5182995"/>
            <a:ext cx="1107996"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2 days</a:t>
            </a:r>
          </a:p>
        </p:txBody>
      </p:sp>
      <p:sp>
        <p:nvSpPr>
          <p:cNvPr id="30" name="TextBox 29"/>
          <p:cNvSpPr txBox="1"/>
          <p:nvPr/>
        </p:nvSpPr>
        <p:spPr>
          <a:xfrm>
            <a:off x="1833743" y="5182995"/>
            <a:ext cx="37221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31" name="TextBox 30"/>
          <p:cNvSpPr txBox="1"/>
          <p:nvPr/>
        </p:nvSpPr>
        <p:spPr>
          <a:xfrm>
            <a:off x="2250753" y="5182995"/>
            <a:ext cx="718466"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24h</a:t>
            </a:r>
          </a:p>
        </p:txBody>
      </p:sp>
      <p:sp>
        <p:nvSpPr>
          <p:cNvPr id="32" name="TextBox 31"/>
          <p:cNvSpPr txBox="1"/>
          <p:nvPr/>
        </p:nvSpPr>
        <p:spPr>
          <a:xfrm>
            <a:off x="2977611" y="5182995"/>
            <a:ext cx="37221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33" name="TextBox 32"/>
          <p:cNvSpPr txBox="1"/>
          <p:nvPr/>
        </p:nvSpPr>
        <p:spPr>
          <a:xfrm>
            <a:off x="3460317" y="5182995"/>
            <a:ext cx="1183337"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60 min</a:t>
            </a:r>
          </a:p>
        </p:txBody>
      </p:sp>
      <p:sp>
        <p:nvSpPr>
          <p:cNvPr id="34" name="TextBox 33"/>
          <p:cNvSpPr txBox="1"/>
          <p:nvPr/>
        </p:nvSpPr>
        <p:spPr>
          <a:xfrm>
            <a:off x="4486431" y="5182995"/>
            <a:ext cx="37221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35" name="TextBox 34"/>
          <p:cNvSpPr txBox="1"/>
          <p:nvPr/>
        </p:nvSpPr>
        <p:spPr>
          <a:xfrm>
            <a:off x="4973141" y="5182995"/>
            <a:ext cx="105028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60 sec</a:t>
            </a:r>
          </a:p>
        </p:txBody>
      </p:sp>
      <p:sp>
        <p:nvSpPr>
          <p:cNvPr id="36" name="TextBox 35"/>
          <p:cNvSpPr txBox="1"/>
          <p:nvPr/>
        </p:nvSpPr>
        <p:spPr>
          <a:xfrm>
            <a:off x="3654275" y="5625941"/>
            <a:ext cx="38023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37" name="TextBox 36"/>
          <p:cNvSpPr txBox="1"/>
          <p:nvPr/>
        </p:nvSpPr>
        <p:spPr>
          <a:xfrm>
            <a:off x="4094995" y="5625941"/>
            <a:ext cx="35618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2</a:t>
            </a:r>
          </a:p>
        </p:txBody>
      </p:sp>
      <p:sp>
        <p:nvSpPr>
          <p:cNvPr id="38" name="TextBox 37"/>
          <p:cNvSpPr txBox="1"/>
          <p:nvPr/>
        </p:nvSpPr>
        <p:spPr>
          <a:xfrm>
            <a:off x="4365475" y="5625941"/>
            <a:ext cx="37221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39" name="TextBox 38"/>
          <p:cNvSpPr txBox="1"/>
          <p:nvPr/>
        </p:nvSpPr>
        <p:spPr>
          <a:xfrm>
            <a:off x="4783451" y="5625941"/>
            <a:ext cx="527709"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24</a:t>
            </a:r>
          </a:p>
        </p:txBody>
      </p:sp>
      <p:sp>
        <p:nvSpPr>
          <p:cNvPr id="40" name="TextBox 39"/>
          <p:cNvSpPr txBox="1"/>
          <p:nvPr/>
        </p:nvSpPr>
        <p:spPr>
          <a:xfrm>
            <a:off x="6072536" y="5625941"/>
            <a:ext cx="37221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41" name="TextBox 40"/>
          <p:cNvSpPr txBox="1"/>
          <p:nvPr/>
        </p:nvSpPr>
        <p:spPr>
          <a:xfrm>
            <a:off x="5595486" y="5625941"/>
            <a:ext cx="527709"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60</a:t>
            </a:r>
          </a:p>
        </p:txBody>
      </p:sp>
      <p:sp>
        <p:nvSpPr>
          <p:cNvPr id="42" name="TextBox 41"/>
          <p:cNvSpPr txBox="1"/>
          <p:nvPr/>
        </p:nvSpPr>
        <p:spPr>
          <a:xfrm>
            <a:off x="5231709" y="5625941"/>
            <a:ext cx="37221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sym typeface="Symbol"/>
              </a:rPr>
              <a:t></a:t>
            </a:r>
            <a:endPar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endParaRPr>
          </a:p>
        </p:txBody>
      </p:sp>
      <p:sp>
        <p:nvSpPr>
          <p:cNvPr id="43" name="TextBox 42"/>
          <p:cNvSpPr txBox="1"/>
          <p:nvPr/>
        </p:nvSpPr>
        <p:spPr>
          <a:xfrm>
            <a:off x="6289689" y="5625941"/>
            <a:ext cx="66075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60s</a:t>
            </a:r>
          </a:p>
        </p:txBody>
      </p:sp>
      <p:sp>
        <p:nvSpPr>
          <p:cNvPr id="44" name="TextBox 43"/>
          <p:cNvSpPr txBox="1"/>
          <p:nvPr/>
        </p:nvSpPr>
        <p:spPr>
          <a:xfrm>
            <a:off x="3654275" y="6173515"/>
            <a:ext cx="38023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a:t>
            </a:r>
          </a:p>
        </p:txBody>
      </p:sp>
      <p:sp>
        <p:nvSpPr>
          <p:cNvPr id="45" name="TextBox 44"/>
          <p:cNvSpPr txBox="1"/>
          <p:nvPr/>
        </p:nvSpPr>
        <p:spPr>
          <a:xfrm>
            <a:off x="4094995" y="6159421"/>
            <a:ext cx="1431802"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a:noFill/>
                </a:ln>
                <a:solidFill>
                  <a:prstClr val="white"/>
                </a:solidFill>
                <a:effectLst/>
                <a:uLnTx/>
                <a:uFillTx/>
                <a:latin typeface="Times New Roman" pitchFamily="18" charset="0"/>
                <a:ea typeface="Cambria Math" pitchFamily="18" charset="0"/>
                <a:cs typeface="Times New Roman" pitchFamily="18" charset="0"/>
              </a:rPr>
              <a:t>172800 s</a:t>
            </a:r>
          </a:p>
        </p:txBody>
      </p:sp>
      <p:pic>
        <p:nvPicPr>
          <p:cNvPr id="46" name="Picture 45">
            <a:extLst>
              <a:ext uri="{FF2B5EF4-FFF2-40B4-BE49-F238E27FC236}">
                <a16:creationId xmlns:a16="http://schemas.microsoft.com/office/drawing/2014/main" id="{94D2962E-1829-436D-98B9-738ECC877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C6E1A31-5A48-4D2C-9823-E885D9909B73}"/>
                  </a:ext>
                </a:extLst>
              </p14:cNvPr>
              <p14:cNvContentPartPr/>
              <p14:nvPr/>
            </p14:nvContentPartPr>
            <p14:xfrm>
              <a:off x="2573640" y="531360"/>
              <a:ext cx="2757600" cy="1785960"/>
            </p14:xfrm>
          </p:contentPart>
        </mc:Choice>
        <mc:Fallback>
          <p:pic>
            <p:nvPicPr>
              <p:cNvPr id="2" name="Ink 1">
                <a:extLst>
                  <a:ext uri="{FF2B5EF4-FFF2-40B4-BE49-F238E27FC236}">
                    <a16:creationId xmlns:a16="http://schemas.microsoft.com/office/drawing/2014/main" id="{BC6E1A31-5A48-4D2C-9823-E885D9909B73}"/>
                  </a:ext>
                </a:extLst>
              </p:cNvPr>
              <p:cNvPicPr/>
              <p:nvPr/>
            </p:nvPicPr>
            <p:blipFill>
              <a:blip r:embed="rId4"/>
              <a:stretch>
                <a:fillRect/>
              </a:stretch>
            </p:blipFill>
            <p:spPr>
              <a:xfrm>
                <a:off x="2564280" y="522000"/>
                <a:ext cx="2776320" cy="1804680"/>
              </a:xfrm>
              <a:prstGeom prst="rect">
                <a:avLst/>
              </a:prstGeom>
            </p:spPr>
          </p:pic>
        </mc:Fallback>
      </mc:AlternateContent>
    </p:spTree>
    <p:extLst>
      <p:ext uri="{BB962C8B-B14F-4D97-AF65-F5344CB8AC3E}">
        <p14:creationId xmlns:p14="http://schemas.microsoft.com/office/powerpoint/2010/main" val="152198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left)">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iterate type="lt">
                                    <p:tmPct val="10000"/>
                                  </p:iterate>
                                  <p:childTnLst>
                                    <p:set>
                                      <p:cBhvr>
                                        <p:cTn id="66" dur="1" fill="hold">
                                          <p:stCondLst>
                                            <p:cond delay="0"/>
                                          </p:stCondLst>
                                        </p:cTn>
                                        <p:tgtEl>
                                          <p:spTgt spid="28">
                                            <p:txEl>
                                              <p:pRg st="0" end="0"/>
                                            </p:txEl>
                                          </p:spTgt>
                                        </p:tgtEl>
                                        <p:attrNameLst>
                                          <p:attrName>style.visibility</p:attrName>
                                        </p:attrNameLst>
                                      </p:cBhvr>
                                      <p:to>
                                        <p:strVal val="visible"/>
                                      </p:to>
                                    </p:set>
                                    <p:animEffect transition="in" filter="wipe(left)">
                                      <p:cBhvr>
                                        <p:cTn id="67" dur="500"/>
                                        <p:tgtEl>
                                          <p:spTgt spid="28">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wipe(left)">
                                      <p:cBhvr>
                                        <p:cTn id="72" dur="500"/>
                                        <p:tgtEl>
                                          <p:spTgt spid="2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wipe(left)">
                                      <p:cBhvr>
                                        <p:cTn id="82" dur="50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wipe(left)">
                                      <p:cBhvr>
                                        <p:cTn id="87" dur="500"/>
                                        <p:tgtEl>
                                          <p:spTgt spid="3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wipe(left)">
                                      <p:cBhvr>
                                        <p:cTn id="92" dur="500"/>
                                        <p:tgtEl>
                                          <p:spTgt spid="3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wipe(left)">
                                      <p:cBhvr>
                                        <p:cTn id="97" dur="500"/>
                                        <p:tgtEl>
                                          <p:spTgt spid="3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wipe(left)">
                                      <p:cBhvr>
                                        <p:cTn id="102" dur="500"/>
                                        <p:tgtEl>
                                          <p:spTgt spid="35"/>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wipe(left)">
                                      <p:cBhvr>
                                        <p:cTn id="107" dur="500"/>
                                        <p:tgtEl>
                                          <p:spTgt spid="36"/>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wipe(left)">
                                      <p:cBhvr>
                                        <p:cTn id="112" dur="500"/>
                                        <p:tgtEl>
                                          <p:spTgt spid="3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wipe(left)">
                                      <p:cBhvr>
                                        <p:cTn id="117" dur="500"/>
                                        <p:tgtEl>
                                          <p:spTgt spid="3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39"/>
                                        </p:tgtEl>
                                        <p:attrNameLst>
                                          <p:attrName>style.visibility</p:attrName>
                                        </p:attrNameLst>
                                      </p:cBhvr>
                                      <p:to>
                                        <p:strVal val="visible"/>
                                      </p:to>
                                    </p:set>
                                    <p:animEffect transition="in" filter="wipe(left)">
                                      <p:cBhvr>
                                        <p:cTn id="122" dur="500"/>
                                        <p:tgtEl>
                                          <p:spTgt spid="39"/>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wipe(left)">
                                      <p:cBhvr>
                                        <p:cTn id="127" dur="500"/>
                                        <p:tgtEl>
                                          <p:spTgt spid="42"/>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41"/>
                                        </p:tgtEl>
                                        <p:attrNameLst>
                                          <p:attrName>style.visibility</p:attrName>
                                        </p:attrNameLst>
                                      </p:cBhvr>
                                      <p:to>
                                        <p:strVal val="visible"/>
                                      </p:to>
                                    </p:set>
                                    <p:animEffect transition="in" filter="wipe(left)">
                                      <p:cBhvr>
                                        <p:cTn id="132" dur="500"/>
                                        <p:tgtEl>
                                          <p:spTgt spid="41"/>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40"/>
                                        </p:tgtEl>
                                        <p:attrNameLst>
                                          <p:attrName>style.visibility</p:attrName>
                                        </p:attrNameLst>
                                      </p:cBhvr>
                                      <p:to>
                                        <p:strVal val="visible"/>
                                      </p:to>
                                    </p:set>
                                    <p:animEffect transition="in" filter="wipe(left)">
                                      <p:cBhvr>
                                        <p:cTn id="137" dur="500"/>
                                        <p:tgtEl>
                                          <p:spTgt spid="40"/>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43"/>
                                        </p:tgtEl>
                                        <p:attrNameLst>
                                          <p:attrName>style.visibility</p:attrName>
                                        </p:attrNameLst>
                                      </p:cBhvr>
                                      <p:to>
                                        <p:strVal val="visible"/>
                                      </p:to>
                                    </p:set>
                                    <p:animEffect transition="in" filter="wipe(left)">
                                      <p:cBhvr>
                                        <p:cTn id="142" dur="500"/>
                                        <p:tgtEl>
                                          <p:spTgt spid="43"/>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44"/>
                                        </p:tgtEl>
                                        <p:attrNameLst>
                                          <p:attrName>style.visibility</p:attrName>
                                        </p:attrNameLst>
                                      </p:cBhvr>
                                      <p:to>
                                        <p:strVal val="visible"/>
                                      </p:to>
                                    </p:set>
                                    <p:animEffect transition="in" filter="wipe(left)">
                                      <p:cBhvr>
                                        <p:cTn id="147" dur="500"/>
                                        <p:tgtEl>
                                          <p:spTgt spid="44"/>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45"/>
                                        </p:tgtEl>
                                        <p:attrNameLst>
                                          <p:attrName>style.visibility</p:attrName>
                                        </p:attrNameLst>
                                      </p:cBhvr>
                                      <p:to>
                                        <p:strVal val="visible"/>
                                      </p:to>
                                    </p:set>
                                    <p:animEffect transition="in" filter="wipe(left)">
                                      <p:cBhvr>
                                        <p:cTn id="15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17" grpId="0"/>
      <p:bldP spid="18" grpId="0"/>
      <p:bldP spid="19" grpId="0"/>
      <p:bldP spid="22" grpId="0"/>
      <p:bldP spid="23" grpId="0"/>
      <p:bldP spid="24" grpId="0"/>
      <p:bldP spid="25" grpId="0"/>
      <p:bldP spid="26" grpId="0"/>
      <p:bldP spid="27" grpId="0"/>
      <p:bldP spid="28" grpId="0" build="p"/>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94D2962E-1829-436D-98B9-738ECC877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AA49A35-802A-4006-ACB0-893EFFF6D73B}"/>
                  </a:ext>
                </a:extLst>
              </p14:cNvPr>
              <p14:cNvContentPartPr/>
              <p14:nvPr/>
            </p14:nvContentPartPr>
            <p14:xfrm>
              <a:off x="268920" y="370800"/>
              <a:ext cx="10907280" cy="5985360"/>
            </p14:xfrm>
          </p:contentPart>
        </mc:Choice>
        <mc:Fallback>
          <p:pic>
            <p:nvPicPr>
              <p:cNvPr id="2" name="Ink 1">
                <a:extLst>
                  <a:ext uri="{FF2B5EF4-FFF2-40B4-BE49-F238E27FC236}">
                    <a16:creationId xmlns:a16="http://schemas.microsoft.com/office/drawing/2014/main" id="{2AA49A35-802A-4006-ACB0-893EFFF6D73B}"/>
                  </a:ext>
                </a:extLst>
              </p:cNvPr>
              <p:cNvPicPr/>
              <p:nvPr/>
            </p:nvPicPr>
            <p:blipFill>
              <a:blip r:embed="rId4"/>
              <a:stretch>
                <a:fillRect/>
              </a:stretch>
            </p:blipFill>
            <p:spPr>
              <a:xfrm>
                <a:off x="259560" y="361440"/>
                <a:ext cx="10926000" cy="6004080"/>
              </a:xfrm>
              <a:prstGeom prst="rect">
                <a:avLst/>
              </a:prstGeom>
            </p:spPr>
          </p:pic>
        </mc:Fallback>
      </mc:AlternateContent>
    </p:spTree>
    <p:extLst>
      <p:ext uri="{BB962C8B-B14F-4D97-AF65-F5344CB8AC3E}">
        <p14:creationId xmlns:p14="http://schemas.microsoft.com/office/powerpoint/2010/main" val="4184608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94D2962E-1829-436D-98B9-738ECC877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786F209-AA8E-48FE-9D3C-3B5D025E7FCF}"/>
                  </a:ext>
                </a:extLst>
              </p14:cNvPr>
              <p14:cNvContentPartPr/>
              <p14:nvPr/>
            </p14:nvContentPartPr>
            <p14:xfrm>
              <a:off x="290520" y="560520"/>
              <a:ext cx="10252800" cy="5677560"/>
            </p14:xfrm>
          </p:contentPart>
        </mc:Choice>
        <mc:Fallback>
          <p:pic>
            <p:nvPicPr>
              <p:cNvPr id="2" name="Ink 1">
                <a:extLst>
                  <a:ext uri="{FF2B5EF4-FFF2-40B4-BE49-F238E27FC236}">
                    <a16:creationId xmlns:a16="http://schemas.microsoft.com/office/drawing/2014/main" id="{0786F209-AA8E-48FE-9D3C-3B5D025E7FCF}"/>
                  </a:ext>
                </a:extLst>
              </p:cNvPr>
              <p:cNvPicPr/>
              <p:nvPr/>
            </p:nvPicPr>
            <p:blipFill>
              <a:blip r:embed="rId4"/>
              <a:stretch>
                <a:fillRect/>
              </a:stretch>
            </p:blipFill>
            <p:spPr>
              <a:xfrm>
                <a:off x="281160" y="551160"/>
                <a:ext cx="10271520" cy="5696280"/>
              </a:xfrm>
              <a:prstGeom prst="rect">
                <a:avLst/>
              </a:prstGeom>
            </p:spPr>
          </p:pic>
        </mc:Fallback>
      </mc:AlternateContent>
    </p:spTree>
    <p:extLst>
      <p:ext uri="{BB962C8B-B14F-4D97-AF65-F5344CB8AC3E}">
        <p14:creationId xmlns:p14="http://schemas.microsoft.com/office/powerpoint/2010/main" val="10218618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94D2962E-1829-436D-98B9-738ECC877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0F1A01C-B709-485F-9396-4B4065B9E1EB}"/>
                  </a:ext>
                </a:extLst>
              </p14:cNvPr>
              <p14:cNvContentPartPr/>
              <p14:nvPr/>
            </p14:nvContentPartPr>
            <p14:xfrm>
              <a:off x="431640" y="446040"/>
              <a:ext cx="10701720" cy="5934600"/>
            </p14:xfrm>
          </p:contentPart>
        </mc:Choice>
        <mc:Fallback>
          <p:pic>
            <p:nvPicPr>
              <p:cNvPr id="2" name="Ink 1">
                <a:extLst>
                  <a:ext uri="{FF2B5EF4-FFF2-40B4-BE49-F238E27FC236}">
                    <a16:creationId xmlns:a16="http://schemas.microsoft.com/office/drawing/2014/main" id="{E0F1A01C-B709-485F-9396-4B4065B9E1EB}"/>
                  </a:ext>
                </a:extLst>
              </p:cNvPr>
              <p:cNvPicPr/>
              <p:nvPr/>
            </p:nvPicPr>
            <p:blipFill>
              <a:blip r:embed="rId4"/>
              <a:stretch>
                <a:fillRect/>
              </a:stretch>
            </p:blipFill>
            <p:spPr>
              <a:xfrm>
                <a:off x="422280" y="436680"/>
                <a:ext cx="10720440" cy="5953320"/>
              </a:xfrm>
              <a:prstGeom prst="rect">
                <a:avLst/>
              </a:prstGeom>
            </p:spPr>
          </p:pic>
        </mc:Fallback>
      </mc:AlternateContent>
    </p:spTree>
    <p:extLst>
      <p:ext uri="{BB962C8B-B14F-4D97-AF65-F5344CB8AC3E}">
        <p14:creationId xmlns:p14="http://schemas.microsoft.com/office/powerpoint/2010/main" val="16643045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94D2962E-1829-436D-98B9-738ECC877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29E6424-A939-4257-8B9E-F6DDED1566C8}"/>
                  </a:ext>
                </a:extLst>
              </p14:cNvPr>
              <p14:cNvContentPartPr/>
              <p14:nvPr/>
            </p14:nvContentPartPr>
            <p14:xfrm>
              <a:off x="621360" y="483120"/>
              <a:ext cx="5664600" cy="4794840"/>
            </p14:xfrm>
          </p:contentPart>
        </mc:Choice>
        <mc:Fallback>
          <p:pic>
            <p:nvPicPr>
              <p:cNvPr id="2" name="Ink 1">
                <a:extLst>
                  <a:ext uri="{FF2B5EF4-FFF2-40B4-BE49-F238E27FC236}">
                    <a16:creationId xmlns:a16="http://schemas.microsoft.com/office/drawing/2014/main" id="{B29E6424-A939-4257-8B9E-F6DDED1566C8}"/>
                  </a:ext>
                </a:extLst>
              </p:cNvPr>
              <p:cNvPicPr/>
              <p:nvPr/>
            </p:nvPicPr>
            <p:blipFill>
              <a:blip r:embed="rId4"/>
              <a:stretch>
                <a:fillRect/>
              </a:stretch>
            </p:blipFill>
            <p:spPr>
              <a:xfrm>
                <a:off x="612000" y="473760"/>
                <a:ext cx="5683320" cy="4813560"/>
              </a:xfrm>
              <a:prstGeom prst="rect">
                <a:avLst/>
              </a:prstGeom>
            </p:spPr>
          </p:pic>
        </mc:Fallback>
      </mc:AlternateContent>
    </p:spTree>
    <p:extLst>
      <p:ext uri="{BB962C8B-B14F-4D97-AF65-F5344CB8AC3E}">
        <p14:creationId xmlns:p14="http://schemas.microsoft.com/office/powerpoint/2010/main" val="14325934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94D2962E-1829-436D-98B9-738ECC877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898FBEE-9D7D-41EA-B1A4-F3B6A0B6E314}"/>
                  </a:ext>
                </a:extLst>
              </p14:cNvPr>
              <p14:cNvContentPartPr/>
              <p14:nvPr/>
            </p14:nvContentPartPr>
            <p14:xfrm>
              <a:off x="991440" y="326520"/>
              <a:ext cx="7422480" cy="5859720"/>
            </p14:xfrm>
          </p:contentPart>
        </mc:Choice>
        <mc:Fallback>
          <p:pic>
            <p:nvPicPr>
              <p:cNvPr id="2" name="Ink 1">
                <a:extLst>
                  <a:ext uri="{FF2B5EF4-FFF2-40B4-BE49-F238E27FC236}">
                    <a16:creationId xmlns:a16="http://schemas.microsoft.com/office/drawing/2014/main" id="{2898FBEE-9D7D-41EA-B1A4-F3B6A0B6E314}"/>
                  </a:ext>
                </a:extLst>
              </p:cNvPr>
              <p:cNvPicPr/>
              <p:nvPr/>
            </p:nvPicPr>
            <p:blipFill>
              <a:blip r:embed="rId4"/>
              <a:stretch>
                <a:fillRect/>
              </a:stretch>
            </p:blipFill>
            <p:spPr>
              <a:xfrm>
                <a:off x="982080" y="317160"/>
                <a:ext cx="7441200" cy="5878440"/>
              </a:xfrm>
              <a:prstGeom prst="rect">
                <a:avLst/>
              </a:prstGeom>
            </p:spPr>
          </p:pic>
        </mc:Fallback>
      </mc:AlternateContent>
    </p:spTree>
    <p:extLst>
      <p:ext uri="{BB962C8B-B14F-4D97-AF65-F5344CB8AC3E}">
        <p14:creationId xmlns:p14="http://schemas.microsoft.com/office/powerpoint/2010/main" val="38373193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94D2962E-1829-436D-98B9-738ECC877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C6D4AB0-295A-47FC-BFD8-ADBFBDF8BBE6}"/>
                  </a:ext>
                </a:extLst>
              </p14:cNvPr>
              <p14:cNvContentPartPr/>
              <p14:nvPr/>
            </p14:nvContentPartPr>
            <p14:xfrm>
              <a:off x="143280" y="333360"/>
              <a:ext cx="12048480" cy="6226920"/>
            </p14:xfrm>
          </p:contentPart>
        </mc:Choice>
        <mc:Fallback>
          <p:pic>
            <p:nvPicPr>
              <p:cNvPr id="2" name="Ink 1">
                <a:extLst>
                  <a:ext uri="{FF2B5EF4-FFF2-40B4-BE49-F238E27FC236}">
                    <a16:creationId xmlns:a16="http://schemas.microsoft.com/office/drawing/2014/main" id="{9C6D4AB0-295A-47FC-BFD8-ADBFBDF8BBE6}"/>
                  </a:ext>
                </a:extLst>
              </p:cNvPr>
              <p:cNvPicPr/>
              <p:nvPr/>
            </p:nvPicPr>
            <p:blipFill>
              <a:blip r:embed="rId4"/>
              <a:stretch>
                <a:fillRect/>
              </a:stretch>
            </p:blipFill>
            <p:spPr>
              <a:xfrm>
                <a:off x="133920" y="324000"/>
                <a:ext cx="12067200" cy="6245640"/>
              </a:xfrm>
              <a:prstGeom prst="rect">
                <a:avLst/>
              </a:prstGeom>
            </p:spPr>
          </p:pic>
        </mc:Fallback>
      </mc:AlternateContent>
    </p:spTree>
    <p:extLst>
      <p:ext uri="{BB962C8B-B14F-4D97-AF65-F5344CB8AC3E}">
        <p14:creationId xmlns:p14="http://schemas.microsoft.com/office/powerpoint/2010/main" val="21593086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94D2962E-1829-436D-98B9-738ECC877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9774011-7D0D-41A0-BD29-2CD0D832BD2F}"/>
                  </a:ext>
                </a:extLst>
              </p14:cNvPr>
              <p14:cNvContentPartPr/>
              <p14:nvPr/>
            </p14:nvContentPartPr>
            <p14:xfrm>
              <a:off x="1842120" y="423720"/>
              <a:ext cx="3490920" cy="2992320"/>
            </p14:xfrm>
          </p:contentPart>
        </mc:Choice>
        <mc:Fallback>
          <p:pic>
            <p:nvPicPr>
              <p:cNvPr id="2" name="Ink 1">
                <a:extLst>
                  <a:ext uri="{FF2B5EF4-FFF2-40B4-BE49-F238E27FC236}">
                    <a16:creationId xmlns:a16="http://schemas.microsoft.com/office/drawing/2014/main" id="{59774011-7D0D-41A0-BD29-2CD0D832BD2F}"/>
                  </a:ext>
                </a:extLst>
              </p:cNvPr>
              <p:cNvPicPr/>
              <p:nvPr/>
            </p:nvPicPr>
            <p:blipFill>
              <a:blip r:embed="rId4"/>
              <a:stretch>
                <a:fillRect/>
              </a:stretch>
            </p:blipFill>
            <p:spPr>
              <a:xfrm>
                <a:off x="1832760" y="414360"/>
                <a:ext cx="3509640" cy="3011040"/>
              </a:xfrm>
              <a:prstGeom prst="rect">
                <a:avLst/>
              </a:prstGeom>
            </p:spPr>
          </p:pic>
        </mc:Fallback>
      </mc:AlternateContent>
    </p:spTree>
    <p:extLst>
      <p:ext uri="{BB962C8B-B14F-4D97-AF65-F5344CB8AC3E}">
        <p14:creationId xmlns:p14="http://schemas.microsoft.com/office/powerpoint/2010/main" val="11882185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94D2962E-1829-436D-98B9-738ECC877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555" y="245535"/>
            <a:ext cx="1382712" cy="140568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1D043E9-B0B7-48B5-AC73-84271EE1E0DB}"/>
                  </a:ext>
                </a:extLst>
              </p14:cNvPr>
              <p14:cNvContentPartPr/>
              <p14:nvPr/>
            </p14:nvContentPartPr>
            <p14:xfrm>
              <a:off x="3939480" y="598680"/>
              <a:ext cx="5082480" cy="3285000"/>
            </p14:xfrm>
          </p:contentPart>
        </mc:Choice>
        <mc:Fallback>
          <p:pic>
            <p:nvPicPr>
              <p:cNvPr id="2" name="Ink 1">
                <a:extLst>
                  <a:ext uri="{FF2B5EF4-FFF2-40B4-BE49-F238E27FC236}">
                    <a16:creationId xmlns:a16="http://schemas.microsoft.com/office/drawing/2014/main" id="{61D043E9-B0B7-48B5-AC73-84271EE1E0DB}"/>
                  </a:ext>
                </a:extLst>
              </p:cNvPr>
              <p:cNvPicPr/>
              <p:nvPr/>
            </p:nvPicPr>
            <p:blipFill>
              <a:blip r:embed="rId4"/>
              <a:stretch>
                <a:fillRect/>
              </a:stretch>
            </p:blipFill>
            <p:spPr>
              <a:xfrm>
                <a:off x="3930120" y="589320"/>
                <a:ext cx="5101200" cy="3303720"/>
              </a:xfrm>
              <a:prstGeom prst="rect">
                <a:avLst/>
              </a:prstGeom>
            </p:spPr>
          </p:pic>
        </mc:Fallback>
      </mc:AlternateContent>
    </p:spTree>
    <p:extLst>
      <p:ext uri="{BB962C8B-B14F-4D97-AF65-F5344CB8AC3E}">
        <p14:creationId xmlns:p14="http://schemas.microsoft.com/office/powerpoint/2010/main" val="41421408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76800" y="2209800"/>
            <a:ext cx="4064000" cy="83099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prstClr val="white"/>
                </a:solidFill>
                <a:effectLst>
                  <a:outerShdw blurRad="60007" dist="200025" dir="15000000" sy="30000" kx="-1800000" algn="bl" rotWithShape="0">
                    <a:prstClr val="black">
                      <a:alpha val="32000"/>
                    </a:prstClr>
                  </a:outerShdw>
                </a:effectLst>
                <a:uLnTx/>
                <a:uFillTx/>
                <a:latin typeface="Comic Sans MS" panose="030F0702030302020204" pitchFamily="66" charset="0"/>
                <a:ea typeface="+mn-ea"/>
                <a:cs typeface="+mn-cs"/>
              </a:rPr>
              <a:t>Thank you… </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783851" y="240673"/>
            <a:ext cx="1341666" cy="1363953"/>
          </a:xfrm>
          <a:prstGeom prst="rect">
            <a:avLst/>
          </a:prstGeom>
        </p:spPr>
      </p:pic>
      <p:pic>
        <p:nvPicPr>
          <p:cNvPr id="5" name="Picture 4">
            <a:extLst>
              <a:ext uri="{FF2B5EF4-FFF2-40B4-BE49-F238E27FC236}">
                <a16:creationId xmlns:a16="http://schemas.microsoft.com/office/drawing/2014/main" id="{026FBDAA-9D1E-42EC-8559-1E44D2662223}"/>
              </a:ext>
            </a:extLst>
          </p:cNvPr>
          <p:cNvPicPr>
            <a:picLocks noChangeAspect="1"/>
          </p:cNvPicPr>
          <p:nvPr/>
        </p:nvPicPr>
        <p:blipFill>
          <a:blip r:embed="rId4"/>
          <a:stretch>
            <a:fillRect/>
          </a:stretch>
        </p:blipFill>
        <p:spPr>
          <a:xfrm>
            <a:off x="2720446" y="-388203"/>
            <a:ext cx="6751107" cy="6858000"/>
          </a:xfrm>
          <a:prstGeom prst="rect">
            <a:avLst/>
          </a:prstGeom>
        </p:spPr>
      </p:pic>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8D7311F6-E441-4250-BB2D-A9607142E796}"/>
                  </a:ext>
                </a:extLst>
              </p14:cNvPr>
              <p14:cNvContentPartPr/>
              <p14:nvPr/>
            </p14:nvContentPartPr>
            <p14:xfrm>
              <a:off x="206187" y="240673"/>
              <a:ext cx="4836075" cy="6099480"/>
            </p14:xfrm>
          </p:contentPart>
        </mc:Choice>
        <mc:Fallback>
          <p:pic>
            <p:nvPicPr>
              <p:cNvPr id="6" name="Ink 5">
                <a:extLst>
                  <a:ext uri="{FF2B5EF4-FFF2-40B4-BE49-F238E27FC236}">
                    <a16:creationId xmlns:a16="http://schemas.microsoft.com/office/drawing/2014/main" id="{8D7311F6-E441-4250-BB2D-A9607142E796}"/>
                  </a:ext>
                </a:extLst>
              </p:cNvPr>
              <p:cNvPicPr/>
              <p:nvPr/>
            </p:nvPicPr>
            <p:blipFill>
              <a:blip r:embed="rId6"/>
              <a:stretch>
                <a:fillRect/>
              </a:stretch>
            </p:blipFill>
            <p:spPr>
              <a:xfrm>
                <a:off x="196827" y="231313"/>
                <a:ext cx="4854794" cy="6118200"/>
              </a:xfrm>
              <a:prstGeom prst="rect">
                <a:avLst/>
              </a:prstGeom>
            </p:spPr>
          </p:pic>
        </mc:Fallback>
      </mc:AlternateContent>
    </p:spTree>
    <p:extLst>
      <p:ext uri="{BB962C8B-B14F-4D97-AF65-F5344CB8AC3E}">
        <p14:creationId xmlns:p14="http://schemas.microsoft.com/office/powerpoint/2010/main" val="5056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Theme1 ppt">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ppt" id="{5946F216-430D-43CE-8471-ABEC37ED1141}" vid="{544297D1-15E2-4ED0-9B51-5F3004AC10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354</TotalTime>
  <Words>2105</Words>
  <Application>Microsoft Office PowerPoint</Application>
  <PresentationFormat>Widescreen</PresentationFormat>
  <Paragraphs>530</Paragraphs>
  <Slides>60</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60</vt:i4>
      </vt:variant>
    </vt:vector>
  </HeadingPairs>
  <TitlesOfParts>
    <vt:vector size="71" baseType="lpstr">
      <vt:lpstr>Arial</vt:lpstr>
      <vt:lpstr>Bookman Old Style</vt:lpstr>
      <vt:lpstr>Calibri</vt:lpstr>
      <vt:lpstr>Calibri Light</vt:lpstr>
      <vt:lpstr>Cambria Math</vt:lpstr>
      <vt:lpstr>Comic Sans MS</vt:lpstr>
      <vt:lpstr>MT Extra</vt:lpstr>
      <vt:lpstr>Symbol</vt:lpstr>
      <vt:lpstr>Times New Roman</vt:lpstr>
      <vt:lpstr>Wingdings</vt:lpstr>
      <vt:lpstr>Theme1 ppt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NEW</dc:creator>
  <cp:lastModifiedBy>NEW</cp:lastModifiedBy>
  <cp:revision>7</cp:revision>
  <dcterms:created xsi:type="dcterms:W3CDTF">2026-07-13T08:27:19Z</dcterms:created>
  <dcterms:modified xsi:type="dcterms:W3CDTF">2026-07-14T11:57:30Z</dcterms:modified>
</cp:coreProperties>
</file>